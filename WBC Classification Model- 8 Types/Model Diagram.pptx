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E2B8"/>
    <a:srgbClr val="C6C3D7"/>
    <a:srgbClr val="FFFFFF"/>
    <a:srgbClr val="C2DEE4"/>
    <a:srgbClr val="9FC39D"/>
    <a:srgbClr val="76A97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5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25C9B-B25B-F211-F8FC-966160BCCA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9A7494-9FBA-210A-2205-F37E167E7C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19CB50-74CB-04D3-0ACC-9CE1F9E442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D6A14-C563-45A2-889B-9E9036380EDE}" type="datetimeFigureOut">
              <a:rPr lang="en-US" smtClean="0"/>
              <a:t>01-Jul-25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30F47D-5BDD-5A21-0581-E6E8371A1D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E6BCF2-023B-2496-D443-FF888F3FF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4BE73-3330-446B-AB09-1983FF8CD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31288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400F36-7D11-0DEF-2935-AFD5BBA4F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49FA6C-F8F0-31B7-50E5-2F4CD6F800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6FB5BB-F451-E9ED-9119-DDE4CAB0FF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D6A14-C563-45A2-889B-9E9036380EDE}" type="datetimeFigureOut">
              <a:rPr lang="en-US" smtClean="0"/>
              <a:t>01-Jul-25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E125C2-58AE-EBA6-7964-2D343442C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2FA8ED-E7FC-77A9-2CD9-55FC86619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4BE73-3330-446B-AB09-1983FF8CD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74379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DC6645-4862-9FB2-F8EF-C0BE02AEEE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09BECD-0D8B-6B2E-682B-2936CA7031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B36B95-8FD0-81EC-A2A2-2A92686DA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D6A14-C563-45A2-889B-9E9036380EDE}" type="datetimeFigureOut">
              <a:rPr lang="en-US" smtClean="0"/>
              <a:t>01-Jul-25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9DD24C-FED5-BF25-D55F-2997412E45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E55EBF-1EF0-66A2-642C-E2BE0BE0B6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4BE73-3330-446B-AB09-1983FF8CD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72774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8DA4A1-D419-C2BA-46C3-867C65B366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217159-C253-C7C2-1FA1-1EFF450F5E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431D07-E184-5E52-17F2-1B696A1048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0A9797-3DF2-94EC-463D-8973A18EA0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D6A14-C563-45A2-889B-9E9036380EDE}" type="datetimeFigureOut">
              <a:rPr lang="en-US" smtClean="0"/>
              <a:t>01-Jul-25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728E92-BF54-911D-7499-E7030E050E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736E78-77B8-A79E-B9FD-A05B3E56D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4BE73-3330-446B-AB09-1983FF8CD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986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02445D-D750-6320-694D-935E146939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597517-502E-FC3A-B9DC-9CE47700CE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8A9571-A134-AC8A-D26A-EE258EEE31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3839C9-206C-F9CE-C3ED-3B2E9365D9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B1C877-02D9-25C3-2257-C8D8F7782D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70FCD38-A761-EEA2-C50B-C433CA1C03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D6A14-C563-45A2-889B-9E9036380EDE}" type="datetimeFigureOut">
              <a:rPr lang="en-US" smtClean="0"/>
              <a:t>01-Jul-25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8F90F11-6A9D-4BBF-9474-E683B94736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473F19A-3906-C485-A3AA-81B9EC4BA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4BE73-3330-446B-AB09-1983FF8CD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06692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0EE83-02BA-0C53-A180-8BAAE374E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AA6CCD-3D86-0303-DA7F-F3E891D48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D6A14-C563-45A2-889B-9E9036380EDE}" type="datetimeFigureOut">
              <a:rPr lang="en-US" smtClean="0"/>
              <a:t>01-Jul-25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54A1F7-6DE4-F658-DE9C-0D1607CDF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A3417C-D785-E658-5B78-89F33ADD6A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4BE73-3330-446B-AB09-1983FF8CD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13911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D11967A-F40F-4F4C-465E-138A3753D3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D6A14-C563-45A2-889B-9E9036380EDE}" type="datetimeFigureOut">
              <a:rPr lang="en-US" smtClean="0"/>
              <a:t>01-Jul-25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EF61903-2723-0222-366B-156AD08477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3E721B-047D-4432-9BE0-237D0F64A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4BE73-3330-446B-AB09-1983FF8CD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61363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DFADD0-7157-2980-7087-6BCAFADB03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65EA0F-B88B-809C-7EC7-9AB6DA6164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A32037-D582-76D9-2BA7-4E7DEE5CE7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4A65BB-0D1E-2164-ACDB-F0D6FD5689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D6A14-C563-45A2-889B-9E9036380EDE}" type="datetimeFigureOut">
              <a:rPr lang="en-US" smtClean="0"/>
              <a:t>01-Jul-25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329B04-1E21-6843-5884-38A1F7306B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0A39B9-37A0-EA73-309D-E66B2EF64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4BE73-3330-446B-AB09-1983FF8CD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80432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4DAB4D-7A3A-EBD6-E641-3FBE05A868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F862216-6502-4895-94F1-E21BA322E5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2E05C8-0772-F047-E052-E5EAB8420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EE39BB-E5F3-DB0B-3781-ACDF4D50E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D6A14-C563-45A2-889B-9E9036380EDE}" type="datetimeFigureOut">
              <a:rPr lang="en-US" smtClean="0"/>
              <a:t>01-Jul-25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CFE993-73E3-98C2-2D19-AA5B65E4B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6052E0-F7F4-DA0F-EE3B-4B1B805DB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4BE73-3330-446B-AB09-1983FF8CD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26051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72A393-2DE0-3EAF-C6CE-37B0B56EE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A5F990-71D5-C6A0-8938-D959CB57D3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374830-26FA-46BC-0AA1-52961CC9C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D6A14-C563-45A2-889B-9E9036380EDE}" type="datetimeFigureOut">
              <a:rPr lang="en-US" smtClean="0"/>
              <a:t>01-Jul-25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5D04E7-85E7-38E1-3C66-1D6B9CE4F3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DE820A-97B3-AAFF-89D3-77B5A141C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4BE73-3330-446B-AB09-1983FF8CD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69067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7A3742B-9404-D3CE-D106-94DBD252EF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28A43F-40CD-EECA-DA2D-3889CCB8CF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7000F3-EB8E-FBEC-DE09-3067498EE0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D6A14-C563-45A2-889B-9E9036380EDE}" type="datetimeFigureOut">
              <a:rPr lang="en-US" smtClean="0"/>
              <a:t>01-Jul-25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4BEE08-AB56-A2CF-A2A8-5DC204FEE5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80DB56-AAA2-DFA8-6498-140D797D2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4BE73-3330-446B-AB09-1983FF8CD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43659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9CB51E0-FED7-BC18-EC41-97BBAE9D6A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42F52E-46E5-8350-08C5-C25DB33F13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DCEE61-94A4-0519-E63A-11F0ECF099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AD6A14-C563-45A2-889B-9E9036380EDE}" type="datetimeFigureOut">
              <a:rPr lang="en-US" smtClean="0"/>
              <a:t>01-Jul-25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0A073C-A508-B80F-2A05-7D56913A93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E46564-2E9F-07E4-7C02-958026B51F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44BE73-3330-446B-AB09-1983FF8CD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3786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25">
            <a:extLst>
              <a:ext uri="{FF2B5EF4-FFF2-40B4-BE49-F238E27FC236}">
                <a16:creationId xmlns:a16="http://schemas.microsoft.com/office/drawing/2014/main" id="{646878A1-21C3-E0B8-64DE-EA5635D3AB4A}"/>
              </a:ext>
            </a:extLst>
          </p:cNvPr>
          <p:cNvGrpSpPr/>
          <p:nvPr/>
        </p:nvGrpSpPr>
        <p:grpSpPr>
          <a:xfrm>
            <a:off x="339350" y="670086"/>
            <a:ext cx="8363781" cy="3359342"/>
            <a:chOff x="339350" y="670086"/>
            <a:chExt cx="8363781" cy="3359342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4D9C50C9-73CB-B793-5185-AB90AC443208}"/>
                </a:ext>
              </a:extLst>
            </p:cNvPr>
            <p:cNvSpPr/>
            <p:nvPr/>
          </p:nvSpPr>
          <p:spPr>
            <a:xfrm>
              <a:off x="1969514" y="1409075"/>
              <a:ext cx="1420298" cy="854440"/>
            </a:xfrm>
            <a:prstGeom prst="roundRect">
              <a:avLst/>
            </a:prstGeom>
            <a:solidFill>
              <a:srgbClr val="9FC39D"/>
            </a:solidFill>
            <a:ln>
              <a:noFill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 prst="coolSlant"/>
            </a:sp3d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err="1"/>
                <a:t>Xception</a:t>
              </a:r>
              <a:r>
                <a:rPr lang="en-US" dirty="0"/>
                <a:t> Model</a:t>
              </a:r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2B7D849F-4C37-70C1-DF26-02FC08B8D506}"/>
                </a:ext>
              </a:extLst>
            </p:cNvPr>
            <p:cNvSpPr/>
            <p:nvPr/>
          </p:nvSpPr>
          <p:spPr>
            <a:xfrm>
              <a:off x="4335085" y="1409075"/>
              <a:ext cx="1439056" cy="854440"/>
            </a:xfrm>
            <a:prstGeom prst="roundRect">
              <a:avLst/>
            </a:prstGeom>
            <a:solidFill>
              <a:srgbClr val="C2DEE4"/>
            </a:solidFill>
            <a:ln>
              <a:noFill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 prst="coolSlant"/>
            </a:sp3d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Flatten</a:t>
              </a:r>
            </a:p>
          </p:txBody>
        </p:sp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932220B1-8AAC-19EE-8B94-1D98418F85DC}"/>
                </a:ext>
              </a:extLst>
            </p:cNvPr>
            <p:cNvSpPr/>
            <p:nvPr/>
          </p:nvSpPr>
          <p:spPr>
            <a:xfrm>
              <a:off x="6696624" y="3174988"/>
              <a:ext cx="1439056" cy="854440"/>
            </a:xfrm>
            <a:prstGeom prst="roundRect">
              <a:avLst/>
            </a:prstGeom>
            <a:solidFill>
              <a:srgbClr val="FAE2B8"/>
            </a:solidFill>
            <a:ln>
              <a:noFill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 prst="coolSlant"/>
            </a:sp3d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Dense (</a:t>
              </a:r>
              <a:r>
                <a:rPr lang="en-US" b="1" dirty="0"/>
                <a:t>128</a:t>
              </a:r>
              <a:r>
                <a:rPr lang="en-US" dirty="0"/>
                <a:t>)</a:t>
              </a:r>
            </a:p>
          </p:txBody>
        </p:sp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783D99CB-4C42-8425-CED6-CD00384064F2}"/>
                </a:ext>
              </a:extLst>
            </p:cNvPr>
            <p:cNvSpPr/>
            <p:nvPr/>
          </p:nvSpPr>
          <p:spPr>
            <a:xfrm>
              <a:off x="6711350" y="1406148"/>
              <a:ext cx="1439056" cy="854440"/>
            </a:xfrm>
            <a:prstGeom prst="roundRect">
              <a:avLst/>
            </a:prstGeom>
            <a:solidFill>
              <a:srgbClr val="C6C3D7"/>
            </a:solidFill>
            <a:ln>
              <a:noFill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 prst="coolSlant"/>
            </a:sp3d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Dropout (</a:t>
              </a:r>
              <a:r>
                <a:rPr lang="en-US" b="1" dirty="0"/>
                <a:t>0.3</a:t>
              </a:r>
              <a:r>
                <a:rPr lang="en-US" dirty="0"/>
                <a:t>)</a:t>
              </a: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54C026D3-B0EF-AE94-47EE-12E2A57FA70F}"/>
                </a:ext>
              </a:extLst>
            </p:cNvPr>
            <p:cNvSpPr/>
            <p:nvPr/>
          </p:nvSpPr>
          <p:spPr>
            <a:xfrm>
              <a:off x="4335085" y="3172062"/>
              <a:ext cx="1439056" cy="854440"/>
            </a:xfrm>
            <a:prstGeom prst="roundRect">
              <a:avLst/>
            </a:prstGeom>
            <a:solidFill>
              <a:srgbClr val="C6C3D7"/>
            </a:solidFill>
            <a:ln>
              <a:noFill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 prst="coolSlant"/>
            </a:sp3d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Dropout (</a:t>
              </a:r>
              <a:r>
                <a:rPr lang="en-US" b="1" dirty="0"/>
                <a:t>0.25</a:t>
              </a:r>
              <a:r>
                <a:rPr lang="en-US" dirty="0"/>
                <a:t>)</a:t>
              </a:r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268A4C93-2692-0D04-8E88-C294D17248CB}"/>
                </a:ext>
              </a:extLst>
            </p:cNvPr>
            <p:cNvSpPr/>
            <p:nvPr/>
          </p:nvSpPr>
          <p:spPr>
            <a:xfrm>
              <a:off x="1982400" y="3174988"/>
              <a:ext cx="1439056" cy="854440"/>
            </a:xfrm>
            <a:prstGeom prst="roundRect">
              <a:avLst/>
            </a:prstGeom>
            <a:solidFill>
              <a:srgbClr val="FAE2B8"/>
            </a:solidFill>
            <a:ln>
              <a:noFill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 prst="coolSlant"/>
            </a:sp3d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Dense (</a:t>
              </a:r>
              <a:r>
                <a:rPr lang="en-US" b="1" dirty="0"/>
                <a:t>8</a:t>
              </a:r>
              <a:r>
                <a:rPr lang="en-US" dirty="0"/>
                <a:t>)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7743B06-2198-1FE9-9A08-1F633B7AAAF2}"/>
                </a:ext>
              </a:extLst>
            </p:cNvPr>
            <p:cNvSpPr txBox="1"/>
            <p:nvPr/>
          </p:nvSpPr>
          <p:spPr>
            <a:xfrm>
              <a:off x="339350" y="1206550"/>
              <a:ext cx="1692836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WBC image of </a:t>
              </a:r>
            </a:p>
            <a:p>
              <a:pPr algn="ctr"/>
              <a:r>
                <a:rPr lang="en-US" b="1" dirty="0"/>
                <a:t>224*224*3</a:t>
              </a:r>
              <a:r>
                <a:rPr lang="en-US" dirty="0"/>
                <a:t> size</a:t>
              </a:r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C4582680-34FE-67D6-206C-CDF813F594E9}"/>
                </a:ext>
              </a:extLst>
            </p:cNvPr>
            <p:cNvCxnSpPr/>
            <p:nvPr/>
          </p:nvCxnSpPr>
          <p:spPr>
            <a:xfrm>
              <a:off x="484664" y="1836295"/>
              <a:ext cx="146195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1E7B1A8-8E10-A8F0-7E6A-600CADD1EC3E}"/>
                </a:ext>
              </a:extLst>
            </p:cNvPr>
            <p:cNvSpPr txBox="1"/>
            <p:nvPr/>
          </p:nvSpPr>
          <p:spPr>
            <a:xfrm rot="18730734">
              <a:off x="3362476" y="1146531"/>
              <a:ext cx="13222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None, </a:t>
              </a:r>
              <a:r>
                <a:rPr lang="en-US" b="1" dirty="0"/>
                <a:t>2048</a:t>
              </a: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7DECFE95-3599-913E-CB09-67E452BF3729}"/>
                </a:ext>
              </a:extLst>
            </p:cNvPr>
            <p:cNvCxnSpPr/>
            <p:nvPr/>
          </p:nvCxnSpPr>
          <p:spPr>
            <a:xfrm>
              <a:off x="3408570" y="1836295"/>
              <a:ext cx="90775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7AF2A5EA-0378-FF3E-74D6-E06300EE1BCC}"/>
                </a:ext>
              </a:extLst>
            </p:cNvPr>
            <p:cNvSpPr txBox="1"/>
            <p:nvPr/>
          </p:nvSpPr>
          <p:spPr>
            <a:xfrm rot="18730734">
              <a:off x="5742773" y="1146531"/>
              <a:ext cx="13222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None, </a:t>
              </a:r>
              <a:r>
                <a:rPr lang="en-US" b="1" dirty="0"/>
                <a:t>2048</a:t>
              </a:r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8F4973AB-0F0F-3E2B-424F-4D52EDF2F2C4}"/>
                </a:ext>
              </a:extLst>
            </p:cNvPr>
            <p:cNvCxnSpPr/>
            <p:nvPr/>
          </p:nvCxnSpPr>
          <p:spPr>
            <a:xfrm>
              <a:off x="5788867" y="1836295"/>
              <a:ext cx="90775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2AC5C23B-A0A9-F2ED-0E98-23702B5B1CD7}"/>
                </a:ext>
              </a:extLst>
            </p:cNvPr>
            <p:cNvCxnSpPr/>
            <p:nvPr/>
          </p:nvCxnSpPr>
          <p:spPr>
            <a:xfrm>
              <a:off x="7430878" y="2260588"/>
              <a:ext cx="0" cy="91440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A9B27A27-473F-DA35-CBFC-E0751DCE864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53067" y="3602208"/>
              <a:ext cx="93889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8DF3D567-6A58-96E6-7BFF-619D58CB1FB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409206" y="3602208"/>
              <a:ext cx="93889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4DD76C28-FECD-A01A-E747-C2CB53A9B44C}"/>
                </a:ext>
              </a:extLst>
            </p:cNvPr>
            <p:cNvSpPr txBox="1"/>
            <p:nvPr/>
          </p:nvSpPr>
          <p:spPr>
            <a:xfrm>
              <a:off x="7380910" y="2473744"/>
              <a:ext cx="13222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None, </a:t>
              </a:r>
              <a:r>
                <a:rPr lang="en-US" b="1" dirty="0"/>
                <a:t>2048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F4083F8A-1C18-53C0-85F5-69A2F41B2C2E}"/>
                </a:ext>
              </a:extLst>
            </p:cNvPr>
            <p:cNvSpPr txBox="1"/>
            <p:nvPr/>
          </p:nvSpPr>
          <p:spPr>
            <a:xfrm rot="18730734">
              <a:off x="5760804" y="2913907"/>
              <a:ext cx="11987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None, </a:t>
              </a:r>
              <a:r>
                <a:rPr lang="en-US" b="1" dirty="0"/>
                <a:t>128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F98A6D0C-4DF7-D105-D026-C1DE92D6B255}"/>
                </a:ext>
              </a:extLst>
            </p:cNvPr>
            <p:cNvSpPr txBox="1"/>
            <p:nvPr/>
          </p:nvSpPr>
          <p:spPr>
            <a:xfrm rot="18730734">
              <a:off x="3402786" y="2974313"/>
              <a:ext cx="11987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None, </a:t>
              </a:r>
              <a:r>
                <a:rPr lang="en-US" b="1" dirty="0"/>
                <a:t>128</a:t>
              </a:r>
            </a:p>
          </p:txBody>
        </p: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96B76FCB-E442-E2E5-7A5F-3AEBDD90481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81282" y="3621598"/>
              <a:ext cx="151209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7B7B3B61-6796-9843-6A70-4CB630E54EA8}"/>
                </a:ext>
              </a:extLst>
            </p:cNvPr>
            <p:cNvSpPr txBox="1"/>
            <p:nvPr/>
          </p:nvSpPr>
          <p:spPr>
            <a:xfrm>
              <a:off x="492433" y="3037845"/>
              <a:ext cx="1601529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Classification </a:t>
              </a:r>
            </a:p>
            <a:p>
              <a:pPr algn="ctr"/>
              <a:r>
                <a:rPr lang="en-US" b="1" dirty="0"/>
                <a:t>8</a:t>
              </a:r>
              <a:r>
                <a:rPr lang="en-US" dirty="0"/>
                <a:t> types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447840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42</Words>
  <Application>Microsoft Office PowerPoint</Application>
  <PresentationFormat>Widescreen</PresentationFormat>
  <Paragraphs>15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FAYSAL AHMMED</dc:creator>
  <cp:lastModifiedBy>FAYSAL AHMMED</cp:lastModifiedBy>
  <cp:revision>5</cp:revision>
  <dcterms:created xsi:type="dcterms:W3CDTF">2025-04-29T05:40:17Z</dcterms:created>
  <dcterms:modified xsi:type="dcterms:W3CDTF">2025-07-01T10:10:19Z</dcterms:modified>
</cp:coreProperties>
</file>