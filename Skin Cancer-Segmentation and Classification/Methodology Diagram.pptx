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EC"/>
    <a:srgbClr val="D8BEEC"/>
    <a:srgbClr val="E8EEF2"/>
    <a:srgbClr val="BAF0E7"/>
    <a:srgbClr val="C9A6E4"/>
    <a:srgbClr val="ABEBB4"/>
    <a:srgbClr val="1A759E"/>
    <a:srgbClr val="2FA6FF"/>
    <a:srgbClr val="B5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9" autoAdjust="0"/>
  </p:normalViewPr>
  <p:slideViewPr>
    <p:cSldViewPr snapToGrid="0">
      <p:cViewPr varScale="1">
        <p:scale>
          <a:sx n="19" d="100"/>
          <a:sy n="19" d="100"/>
        </p:scale>
        <p:origin x="2046" y="10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A0670-F17F-4623-92BF-9C144C9C1535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733E7-83E3-4003-897F-F0D9C0ADF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5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0"/>
            <a:ext cx="19431000" cy="79586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3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5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9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2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5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0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217089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77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77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8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2"/>
            <a:ext cx="11572875" cy="1624541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2"/>
            <a:ext cx="11572875" cy="1624541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6858000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7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217084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4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9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99EA1-C3E9-4374-BA4D-3DAC1C3DB20C}" type="datetimeFigureOut">
              <a:rPr lang="en-US" smtClean="0"/>
              <a:t>17-Oct-25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39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39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0D4BB-1B3D-4966-BF0A-01454B6C6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7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AA6C0D0-0A7E-B647-89E1-B1CC6850749A}"/>
              </a:ext>
            </a:extLst>
          </p:cNvPr>
          <p:cNvGrpSpPr/>
          <p:nvPr/>
        </p:nvGrpSpPr>
        <p:grpSpPr>
          <a:xfrm>
            <a:off x="3159033" y="327236"/>
            <a:ext cx="17014916" cy="13622725"/>
            <a:chOff x="3159033" y="327236"/>
            <a:chExt cx="17014916" cy="13622725"/>
          </a:xfrm>
        </p:grpSpPr>
        <p:sp>
          <p:nvSpPr>
            <p:cNvPr id="2085" name="TextBox 2084">
              <a:extLst>
                <a:ext uri="{FF2B5EF4-FFF2-40B4-BE49-F238E27FC236}">
                  <a16:creationId xmlns:a16="http://schemas.microsoft.com/office/drawing/2014/main" id="{82DAD8B9-5FF5-EAA7-25B6-152B7934639B}"/>
                </a:ext>
              </a:extLst>
            </p:cNvPr>
            <p:cNvSpPr txBox="1"/>
            <p:nvPr/>
          </p:nvSpPr>
          <p:spPr>
            <a:xfrm rot="16200000">
              <a:off x="2347465" y="2133075"/>
              <a:ext cx="2102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Contrastive Model</a:t>
              </a:r>
            </a:p>
          </p:txBody>
        </p:sp>
        <p:cxnSp>
          <p:nvCxnSpPr>
            <p:cNvPr id="1821" name="Connector: Elbow 1820">
              <a:extLst>
                <a:ext uri="{FF2B5EF4-FFF2-40B4-BE49-F238E27FC236}">
                  <a16:creationId xmlns:a16="http://schemas.microsoft.com/office/drawing/2014/main" id="{5E0D4BC3-3EFD-5EDF-382B-00150D7C0F27}"/>
                </a:ext>
              </a:extLst>
            </p:cNvPr>
            <p:cNvCxnSpPr>
              <a:cxnSpLocks/>
              <a:endCxn id="1729" idx="1"/>
            </p:cNvCxnSpPr>
            <p:nvPr/>
          </p:nvCxnSpPr>
          <p:spPr>
            <a:xfrm rot="5400000" flipH="1" flipV="1">
              <a:off x="17045934" y="7088036"/>
              <a:ext cx="1657358" cy="132446"/>
            </a:xfrm>
            <a:prstGeom prst="bentConnector4">
              <a:avLst>
                <a:gd name="adj1" fmla="val -1850"/>
                <a:gd name="adj2" fmla="val -55453"/>
              </a:avLst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D8B64DA-323E-FB49-73E8-9EC25268CD6E}"/>
                </a:ext>
              </a:extLst>
            </p:cNvPr>
            <p:cNvGrpSpPr/>
            <p:nvPr/>
          </p:nvGrpSpPr>
          <p:grpSpPr>
            <a:xfrm rot="10800000">
              <a:off x="19454646" y="1493181"/>
              <a:ext cx="492130" cy="2054548"/>
              <a:chOff x="8134350" y="3208673"/>
              <a:chExt cx="492130" cy="1711763"/>
            </a:xfrm>
            <a:solidFill>
              <a:schemeClr val="accent6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D09182B-E119-2452-C02B-4B54C1BF751A}"/>
                  </a:ext>
                </a:extLst>
              </p:cNvPr>
              <p:cNvSpPr/>
              <p:nvPr/>
            </p:nvSpPr>
            <p:spPr>
              <a:xfrm>
                <a:off x="8134350" y="3208673"/>
                <a:ext cx="492130" cy="1711763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3061AE-A306-473B-E400-1C2E994B1E1D}"/>
                  </a:ext>
                </a:extLst>
              </p:cNvPr>
              <p:cNvSpPr txBox="1"/>
              <p:nvPr/>
            </p:nvSpPr>
            <p:spPr>
              <a:xfrm rot="16200000">
                <a:off x="7665774" y="3880281"/>
                <a:ext cx="1421300" cy="33825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128×128×3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16E455-F73C-1B47-FE83-8AF9EAC46BE0}"/>
                </a:ext>
              </a:extLst>
            </p:cNvPr>
            <p:cNvSpPr txBox="1"/>
            <p:nvPr/>
          </p:nvSpPr>
          <p:spPr>
            <a:xfrm>
              <a:off x="14606116" y="821375"/>
              <a:ext cx="1201212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Entry Flow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D2273DF-3491-367E-E7B9-ADBEAE79E944}"/>
                </a:ext>
              </a:extLst>
            </p:cNvPr>
            <p:cNvGrpSpPr/>
            <p:nvPr/>
          </p:nvGrpSpPr>
          <p:grpSpPr>
            <a:xfrm rot="10800000">
              <a:off x="11352808" y="1293019"/>
              <a:ext cx="7673720" cy="2498681"/>
              <a:chOff x="9056861" y="3135960"/>
              <a:chExt cx="7673720" cy="207024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C199ECBE-33F5-DB48-2FFC-A42332D548EB}"/>
                  </a:ext>
                </a:extLst>
              </p:cNvPr>
              <p:cNvSpPr/>
              <p:nvPr/>
            </p:nvSpPr>
            <p:spPr>
              <a:xfrm>
                <a:off x="9056861" y="3184105"/>
                <a:ext cx="7673720" cy="2022103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D0E3271-BD6C-7A37-2F8C-DB8B50271B7D}"/>
                  </a:ext>
                </a:extLst>
              </p:cNvPr>
              <p:cNvSpPr/>
              <p:nvPr/>
            </p:nvSpPr>
            <p:spPr>
              <a:xfrm rot="16200000">
                <a:off x="10535051" y="3604241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590CD137-5AD4-2871-03CD-23A80B2D2B9A}"/>
                  </a:ext>
                </a:extLst>
              </p:cNvPr>
              <p:cNvGrpSpPr/>
              <p:nvPr/>
            </p:nvGrpSpPr>
            <p:grpSpPr>
              <a:xfrm>
                <a:off x="9386488" y="3157725"/>
                <a:ext cx="597081" cy="1201212"/>
                <a:chOff x="9386488" y="3157725"/>
                <a:chExt cx="597081" cy="120121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647E93BA-762A-FD9F-8BA1-4617C5047124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B782D22-1019-CD18-7267-0F6BEF7E8E45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86" name="Rectangle: Rounded Corners 85">
                    <a:extLst>
                      <a:ext uri="{FF2B5EF4-FFF2-40B4-BE49-F238E27FC236}">
                        <a16:creationId xmlns:a16="http://schemas.microsoft.com/office/drawing/2014/main" id="{3979BD27-7824-0C0F-1AD8-9D7CBD1D299D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EA9C729F-B2A4-8A02-9B38-7CABAFB8F385}"/>
                    </a:ext>
                  </a:extLst>
                </p:cNvPr>
                <p:cNvSpPr/>
                <p:nvPr/>
              </p:nvSpPr>
              <p:spPr>
                <a:xfrm rot="16200000">
                  <a:off x="9337625" y="3611496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6648D20-59CA-E75B-61C6-DED27A07CA78}"/>
                  </a:ext>
                </a:extLst>
              </p:cNvPr>
              <p:cNvGrpSpPr/>
              <p:nvPr/>
            </p:nvGrpSpPr>
            <p:grpSpPr>
              <a:xfrm>
                <a:off x="10032374" y="3150469"/>
                <a:ext cx="582567" cy="1201212"/>
                <a:chOff x="9386488" y="3157725"/>
                <a:chExt cx="582567" cy="1201212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E0191981-43CF-2EE8-3CB7-DC7F0B62D11C}"/>
                    </a:ext>
                  </a:extLst>
                </p:cNvPr>
                <p:cNvGrpSpPr/>
                <p:nvPr/>
              </p:nvGrpSpPr>
              <p:grpSpPr>
                <a:xfrm rot="16200000">
                  <a:off x="8939771" y="3604442"/>
                  <a:ext cx="1201212" cy="307777"/>
                  <a:chOff x="8359423" y="5781091"/>
                  <a:chExt cx="1201212" cy="307777"/>
                </a:xfrm>
              </p:grpSpPr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3A93C120-1EB9-1277-B5F6-798837D55390}"/>
                      </a:ext>
                    </a:extLst>
                  </p:cNvPr>
                  <p:cNvSpPr txBox="1"/>
                  <p:nvPr/>
                </p:nvSpPr>
                <p:spPr>
                  <a:xfrm>
                    <a:off x="8359423" y="5781091"/>
                    <a:ext cx="120121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ontrasting" dir="t">
                      <a:rot lat="0" lon="0" rev="7800000"/>
                    </a:lightRig>
                  </a:scene3d>
                  <a:sp3d>
                    <a:bevelT w="139700" h="139700"/>
                  </a:sp3d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3×3 CONV</a:t>
                    </a:r>
                  </a:p>
                </p:txBody>
              </p:sp>
              <p:sp>
                <p:nvSpPr>
                  <p:cNvPr id="82" name="Rectangle: Rounded Corners 81">
                    <a:extLst>
                      <a:ext uri="{FF2B5EF4-FFF2-40B4-BE49-F238E27FC236}">
                        <a16:creationId xmlns:a16="http://schemas.microsoft.com/office/drawing/2014/main" id="{7AA51593-A521-EE6B-1D3A-234671E34EF6}"/>
                      </a:ext>
                    </a:extLst>
                  </p:cNvPr>
                  <p:cNvSpPr/>
                  <p:nvPr/>
                </p:nvSpPr>
                <p:spPr>
                  <a:xfrm>
                    <a:off x="8453665" y="5803656"/>
                    <a:ext cx="1014916" cy="276972"/>
                  </a:xfrm>
                  <a:prstGeom prst="roundRect">
                    <a:avLst/>
                  </a:prstGeom>
                  <a:ln>
                    <a:noFill/>
                  </a:ln>
                  <a:effectLst/>
                  <a:scene3d>
                    <a:camera prst="orthographicFront">
                      <a:rot lat="0" lon="0" rev="0"/>
                    </a:camera>
                    <a:lightRig rig="chilly" dir="t">
                      <a:rot lat="0" lon="0" rev="18480000"/>
                    </a:lightRig>
                  </a:scene3d>
                  <a:sp3d prstMaterial="clear">
                    <a:bevelT h="635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D7693DBA-2A13-C903-F416-55B2A5876650}"/>
                    </a:ext>
                  </a:extLst>
                </p:cNvPr>
                <p:cNvSpPr/>
                <p:nvPr/>
              </p:nvSpPr>
              <p:spPr>
                <a:xfrm rot="16200000">
                  <a:off x="9323111" y="3626010"/>
                  <a:ext cx="1014916" cy="27697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7DEB902A-8BCC-16CD-439A-D35E92B9691C}"/>
                  </a:ext>
                </a:extLst>
              </p:cNvPr>
              <p:cNvSpPr/>
              <p:nvPr/>
            </p:nvSpPr>
            <p:spPr>
              <a:xfrm rot="16200000">
                <a:off x="11166424" y="3596986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ECDB6D-5507-1F7C-2C62-F13FA5009720}"/>
                  </a:ext>
                </a:extLst>
              </p:cNvPr>
              <p:cNvSpPr txBox="1"/>
              <p:nvPr/>
            </p:nvSpPr>
            <p:spPr>
              <a:xfrm rot="16200000">
                <a:off x="10434740" y="3589932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AB51AA85-C178-0D55-5C7E-4166780F0160}"/>
                  </a:ext>
                </a:extLst>
              </p:cNvPr>
              <p:cNvSpPr/>
              <p:nvPr/>
            </p:nvSpPr>
            <p:spPr>
              <a:xfrm rot="16200000">
                <a:off x="10876136" y="359698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9E10A6-58DC-11A6-792F-754DCD8CB3D0}"/>
                  </a:ext>
                </a:extLst>
              </p:cNvPr>
              <p:cNvSpPr txBox="1"/>
              <p:nvPr/>
            </p:nvSpPr>
            <p:spPr>
              <a:xfrm rot="16200000">
                <a:off x="11066113" y="3582677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8AA9A259-78A8-DD19-3202-CA61CDFD85E0}"/>
                  </a:ext>
                </a:extLst>
              </p:cNvPr>
              <p:cNvSpPr/>
              <p:nvPr/>
            </p:nvSpPr>
            <p:spPr>
              <a:xfrm rot="16200000">
                <a:off x="13260585" y="361895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D9FA3C43-7F3D-1C6F-75E4-C947653B4C75}"/>
                  </a:ext>
                </a:extLst>
              </p:cNvPr>
              <p:cNvSpPr/>
              <p:nvPr/>
            </p:nvSpPr>
            <p:spPr>
              <a:xfrm rot="16200000">
                <a:off x="11565565" y="360424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42AA97-920B-2490-386D-2F8C5C759E91}"/>
                  </a:ext>
                </a:extLst>
              </p:cNvPr>
              <p:cNvSpPr txBox="1"/>
              <p:nvPr/>
            </p:nvSpPr>
            <p:spPr>
              <a:xfrm rot="16200000">
                <a:off x="11161355" y="4470028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22B5F90-2B7B-B0B1-2D45-6B365E99F5AC}"/>
                  </a:ext>
                </a:extLst>
              </p:cNvPr>
              <p:cNvSpPr/>
              <p:nvPr/>
            </p:nvSpPr>
            <p:spPr>
              <a:xfrm rot="16200000">
                <a:off x="12629211" y="3611697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5F46503-CD10-DFC9-CA80-5CC0E982C173}"/>
                  </a:ext>
                </a:extLst>
              </p:cNvPr>
              <p:cNvSpPr txBox="1"/>
              <p:nvPr/>
            </p:nvSpPr>
            <p:spPr>
              <a:xfrm rot="16200000">
                <a:off x="13174786" y="360464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2D72AA0-66E2-0DE9-3396-2477A4A11D3E}"/>
                  </a:ext>
                </a:extLst>
              </p:cNvPr>
              <p:cNvGrpSpPr/>
              <p:nvPr/>
            </p:nvGrpSpPr>
            <p:grpSpPr>
              <a:xfrm>
                <a:off x="12332437" y="3601804"/>
                <a:ext cx="228600" cy="228600"/>
                <a:chOff x="12307037" y="3601804"/>
                <a:chExt cx="228600" cy="228600"/>
              </a:xfrm>
            </p:grpSpPr>
            <p:sp>
              <p:nvSpPr>
                <p:cNvPr id="77" name="Cross 76">
                  <a:extLst>
                    <a:ext uri="{FF2B5EF4-FFF2-40B4-BE49-F238E27FC236}">
                      <a16:creationId xmlns:a16="http://schemas.microsoft.com/office/drawing/2014/main" id="{2911E87B-833E-319E-E419-745DD78AA9FD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FCE99605-0372-E447-618F-B7E1C34CB248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291CBFB-75BC-C82D-39B4-48DA29A83552}"/>
                  </a:ext>
                </a:extLst>
              </p:cNvPr>
              <p:cNvSpPr/>
              <p:nvPr/>
            </p:nvSpPr>
            <p:spPr>
              <a:xfrm rot="16200000">
                <a:off x="14579573" y="3620769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A8AED78-2541-0543-8BEE-9F5BFB67A969}"/>
                  </a:ext>
                </a:extLst>
              </p:cNvPr>
              <p:cNvSpPr txBox="1"/>
              <p:nvPr/>
            </p:nvSpPr>
            <p:spPr>
              <a:xfrm rot="16200000">
                <a:off x="12528900" y="3597388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3D9B0CA5-CAD5-8867-887B-788FFB2A29CB}"/>
                  </a:ext>
                </a:extLst>
              </p:cNvPr>
              <p:cNvSpPr/>
              <p:nvPr/>
            </p:nvSpPr>
            <p:spPr>
              <a:xfrm rot="16200000">
                <a:off x="15223642" y="3626215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B9F4F283-9E53-7A91-F494-BEBA5F801FB9}"/>
                  </a:ext>
                </a:extLst>
              </p:cNvPr>
              <p:cNvSpPr/>
              <p:nvPr/>
            </p:nvSpPr>
            <p:spPr>
              <a:xfrm rot="16200000">
                <a:off x="12334826" y="3618760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B905447-45E9-2FB5-AAA0-B3354B7948CC}"/>
                  </a:ext>
                </a:extLst>
              </p:cNvPr>
              <p:cNvSpPr txBox="1"/>
              <p:nvPr/>
            </p:nvSpPr>
            <p:spPr>
              <a:xfrm rot="16200000">
                <a:off x="14491957" y="360464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FAFEF09-77D8-9445-A9F7-8FDCCB3B1FB2}"/>
                  </a:ext>
                </a:extLst>
              </p:cNvPr>
              <p:cNvSpPr txBox="1"/>
              <p:nvPr/>
            </p:nvSpPr>
            <p:spPr>
              <a:xfrm rot="16200000">
                <a:off x="15137843" y="3611906"/>
                <a:ext cx="1201212" cy="307777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90B89F8-EE62-A95A-BF4F-3F9B60844065}"/>
                  </a:ext>
                </a:extLst>
              </p:cNvPr>
              <p:cNvSpPr/>
              <p:nvPr/>
            </p:nvSpPr>
            <p:spPr>
              <a:xfrm rot="16200000">
                <a:off x="12980712" y="3611506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DE4CF15F-D5D9-BB32-0826-AE24C94346CB}"/>
                  </a:ext>
                </a:extLst>
              </p:cNvPr>
              <p:cNvSpPr/>
              <p:nvPr/>
            </p:nvSpPr>
            <p:spPr>
              <a:xfrm rot="16200000">
                <a:off x="13619338" y="3626017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6EF2678-3B30-68B7-7EEF-E3A9EBA2A252}"/>
                  </a:ext>
                </a:extLst>
              </p:cNvPr>
              <p:cNvGrpSpPr/>
              <p:nvPr/>
            </p:nvGrpSpPr>
            <p:grpSpPr>
              <a:xfrm>
                <a:off x="14371697" y="3609064"/>
                <a:ext cx="228600" cy="228600"/>
                <a:chOff x="12307037" y="3601804"/>
                <a:chExt cx="228600" cy="228600"/>
              </a:xfrm>
            </p:grpSpPr>
            <p:sp>
              <p:nvSpPr>
                <p:cNvPr id="75" name="Cross 74">
                  <a:extLst>
                    <a:ext uri="{FF2B5EF4-FFF2-40B4-BE49-F238E27FC236}">
                      <a16:creationId xmlns:a16="http://schemas.microsoft.com/office/drawing/2014/main" id="{AA2C1D72-C2FA-F1EC-8428-EC563E16B245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19543648-91DD-695F-51A3-200EADDFECE6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367A099-8BC5-204A-75BD-742AFD436821}"/>
                  </a:ext>
                </a:extLst>
              </p:cNvPr>
              <p:cNvSpPr txBox="1"/>
              <p:nvPr/>
            </p:nvSpPr>
            <p:spPr>
              <a:xfrm rot="16200000">
                <a:off x="13157068" y="4506316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E3F1C8A6-32AF-E43B-BF78-75B7BF5A4FCC}"/>
                  </a:ext>
                </a:extLst>
              </p:cNvPr>
              <p:cNvSpPr/>
              <p:nvPr/>
            </p:nvSpPr>
            <p:spPr>
              <a:xfrm rot="16200000">
                <a:off x="14297883" y="362601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E4F24AC4-BB66-8820-69B4-83985234A587}"/>
                  </a:ext>
                </a:extLst>
              </p:cNvPr>
              <p:cNvSpPr/>
              <p:nvPr/>
            </p:nvSpPr>
            <p:spPr>
              <a:xfrm rot="16200000">
                <a:off x="14943769" y="3633278"/>
                <a:ext cx="1014916" cy="276972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11C7BC18-0ABE-0BF5-B4ED-485CD372C844}"/>
                  </a:ext>
                </a:extLst>
              </p:cNvPr>
              <p:cNvSpPr/>
              <p:nvPr/>
            </p:nvSpPr>
            <p:spPr>
              <a:xfrm rot="16200000">
                <a:off x="15582395" y="3633275"/>
                <a:ext cx="1014916" cy="276972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B74E7A39-6B33-DE9A-843C-7ABA5C289E1E}"/>
                  </a:ext>
                </a:extLst>
              </p:cNvPr>
              <p:cNvGrpSpPr/>
              <p:nvPr/>
            </p:nvGrpSpPr>
            <p:grpSpPr>
              <a:xfrm>
                <a:off x="16347454" y="3616322"/>
                <a:ext cx="228600" cy="228600"/>
                <a:chOff x="12307037" y="3601804"/>
                <a:chExt cx="228600" cy="228600"/>
              </a:xfrm>
            </p:grpSpPr>
            <p:sp>
              <p:nvSpPr>
                <p:cNvPr id="73" name="Cross 72">
                  <a:extLst>
                    <a:ext uri="{FF2B5EF4-FFF2-40B4-BE49-F238E27FC236}">
                      <a16:creationId xmlns:a16="http://schemas.microsoft.com/office/drawing/2014/main" id="{762F27F0-181C-550F-8E5D-3710DB012C4B}"/>
                    </a:ext>
                  </a:extLst>
                </p:cNvPr>
                <p:cNvSpPr/>
                <p:nvPr/>
              </p:nvSpPr>
              <p:spPr>
                <a:xfrm>
                  <a:off x="12353076" y="3647844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E8C1B8C5-CAB1-DF6B-A16D-E7CBA0F6659F}"/>
                    </a:ext>
                  </a:extLst>
                </p:cNvPr>
                <p:cNvSpPr/>
                <p:nvPr/>
              </p:nvSpPr>
              <p:spPr>
                <a:xfrm>
                  <a:off x="12307037" y="3601804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7BCB49B-93DD-4773-B42C-7E1F74A803A8}"/>
                  </a:ext>
                </a:extLst>
              </p:cNvPr>
              <p:cNvSpPr txBox="1"/>
              <p:nvPr/>
            </p:nvSpPr>
            <p:spPr>
              <a:xfrm rot="16200000">
                <a:off x="15094725" y="4513574"/>
                <a:ext cx="696644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1×1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10CC353-71F9-D1A5-0D85-626F481B4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14941" y="3751262"/>
                <a:ext cx="2743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or: Elbow 61">
                <a:extLst>
                  <a:ext uri="{FF2B5EF4-FFF2-40B4-BE49-F238E27FC236}">
                    <a16:creationId xmlns:a16="http://schemas.microsoft.com/office/drawing/2014/main" id="{52666A6D-CBDC-5FB7-48D3-33ECA1574E56}"/>
                  </a:ext>
                </a:extLst>
              </p:cNvPr>
              <p:cNvCxnSpPr>
                <a:endCxn id="42" idx="0"/>
              </p:cNvCxnSpPr>
              <p:nvPr/>
            </p:nvCxnSpPr>
            <p:spPr>
              <a:xfrm rot="16200000" flipH="1">
                <a:off x="10509256" y="3992826"/>
                <a:ext cx="981657" cy="495966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C1AB606-AA51-CAD5-768A-8D088A3F28DE}"/>
                  </a:ext>
                </a:extLst>
              </p:cNvPr>
              <p:cNvCxnSpPr>
                <a:stCxn id="42" idx="2"/>
                <a:endCxn id="55" idx="0"/>
              </p:cNvCxnSpPr>
              <p:nvPr/>
            </p:nvCxnSpPr>
            <p:spPr>
              <a:xfrm>
                <a:off x="11771287" y="4731638"/>
                <a:ext cx="1472493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669D8E7-86A2-B92F-B6B7-4D2BC2B8EBBD}"/>
                  </a:ext>
                </a:extLst>
              </p:cNvPr>
              <p:cNvCxnSpPr>
                <a:stCxn id="55" idx="2"/>
                <a:endCxn id="60" idx="0"/>
              </p:cNvCxnSpPr>
              <p:nvPr/>
            </p:nvCxnSpPr>
            <p:spPr>
              <a:xfrm>
                <a:off x="13767000" y="4767926"/>
                <a:ext cx="141443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0EEC2E27-B6F5-83CB-007A-9A9809994083}"/>
                  </a:ext>
                </a:extLst>
              </p:cNvPr>
              <p:cNvCxnSpPr>
                <a:stCxn id="74" idx="4"/>
                <a:endCxn id="60" idx="2"/>
              </p:cNvCxnSpPr>
              <p:nvPr/>
            </p:nvCxnSpPr>
            <p:spPr>
              <a:xfrm rot="5400000">
                <a:off x="15618075" y="3931505"/>
                <a:ext cx="930262" cy="757097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0B89A46-BEF5-1BBC-9A07-104F3A63B96D}"/>
                  </a:ext>
                </a:extLst>
              </p:cNvPr>
              <p:cNvCxnSpPr>
                <a:stCxn id="41" idx="2"/>
                <a:endCxn id="78" idx="2"/>
              </p:cNvCxnSpPr>
              <p:nvPr/>
            </p:nvCxnSpPr>
            <p:spPr>
              <a:xfrm flipV="1">
                <a:off x="12211509" y="3716104"/>
                <a:ext cx="12092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7C104EC-9CDA-0414-E8A0-86062BE03726}"/>
                  </a:ext>
                </a:extLst>
              </p:cNvPr>
              <p:cNvCxnSpPr>
                <a:stCxn id="78" idx="6"/>
                <a:endCxn id="49" idx="0"/>
              </p:cNvCxnSpPr>
              <p:nvPr/>
            </p:nvCxnSpPr>
            <p:spPr>
              <a:xfrm>
                <a:off x="12561037" y="3716104"/>
                <a:ext cx="14276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7B51C35-BD8B-14E9-B1F0-9DAEAA495A0B}"/>
                  </a:ext>
                </a:extLst>
              </p:cNvPr>
              <p:cNvCxnSpPr>
                <a:cxnSpLocks/>
                <a:stCxn id="78" idx="4"/>
              </p:cNvCxnSpPr>
              <p:nvPr/>
            </p:nvCxnSpPr>
            <p:spPr>
              <a:xfrm>
                <a:off x="12446737" y="3830404"/>
                <a:ext cx="0" cy="9012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76345C7-9A76-CCD6-AA6C-F01856CB61D5}"/>
                  </a:ext>
                </a:extLst>
              </p:cNvPr>
              <p:cNvCxnSpPr>
                <a:cxnSpLocks/>
                <a:stCxn id="76" idx="4"/>
              </p:cNvCxnSpPr>
              <p:nvPr/>
            </p:nvCxnSpPr>
            <p:spPr>
              <a:xfrm>
                <a:off x="14485997" y="3837664"/>
                <a:ext cx="0" cy="93752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2436D56-C559-5A26-96C8-40838865BC1D}"/>
                  </a:ext>
                </a:extLst>
              </p:cNvPr>
              <p:cNvCxnSpPr>
                <a:stCxn id="76" idx="2"/>
                <a:endCxn id="53" idx="2"/>
              </p:cNvCxnSpPr>
              <p:nvPr/>
            </p:nvCxnSpPr>
            <p:spPr>
              <a:xfrm flipH="1">
                <a:off x="14265282" y="3723364"/>
                <a:ext cx="1064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557E6F4-137D-13A2-06A7-41A8E8AEDEB9}"/>
                  </a:ext>
                </a:extLst>
              </p:cNvPr>
              <p:cNvCxnSpPr>
                <a:stCxn id="76" idx="6"/>
                <a:endCxn id="56" idx="0"/>
              </p:cNvCxnSpPr>
              <p:nvPr/>
            </p:nvCxnSpPr>
            <p:spPr>
              <a:xfrm>
                <a:off x="14600297" y="3723364"/>
                <a:ext cx="6655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67A35AC-7071-BF45-E16B-BF67B49B94E7}"/>
                  </a:ext>
                </a:extLst>
              </p:cNvPr>
              <p:cNvCxnSpPr>
                <a:stCxn id="58" idx="2"/>
                <a:endCxn id="74" idx="2"/>
              </p:cNvCxnSpPr>
              <p:nvPr/>
            </p:nvCxnSpPr>
            <p:spPr>
              <a:xfrm flipV="1">
                <a:off x="16228339" y="3730622"/>
                <a:ext cx="11911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77C38B7-9916-28FD-FCDC-27001964BAA7}"/>
                </a:ext>
              </a:extLst>
            </p:cNvPr>
            <p:cNvGrpSpPr/>
            <p:nvPr/>
          </p:nvGrpSpPr>
          <p:grpSpPr>
            <a:xfrm>
              <a:off x="9355360" y="1147270"/>
              <a:ext cx="1708284" cy="2885850"/>
              <a:chOff x="12126247" y="3706520"/>
              <a:chExt cx="1591982" cy="2885850"/>
            </a:xfrm>
          </p:grpSpPr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CA6CD697-116E-BD88-730A-3A3B46C1CBEB}"/>
                  </a:ext>
                </a:extLst>
              </p:cNvPr>
              <p:cNvSpPr/>
              <p:nvPr/>
            </p:nvSpPr>
            <p:spPr>
              <a:xfrm>
                <a:off x="12447493" y="4255579"/>
                <a:ext cx="1125715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C25DCB29-E63F-ABBA-4306-A532967BAD73}"/>
                  </a:ext>
                </a:extLst>
              </p:cNvPr>
              <p:cNvSpPr/>
              <p:nvPr/>
            </p:nvSpPr>
            <p:spPr>
              <a:xfrm>
                <a:off x="12442030" y="3946911"/>
                <a:ext cx="1131179" cy="308667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792336B3-E052-B6FF-C982-8BF9E6169C98}"/>
                  </a:ext>
                </a:extLst>
              </p:cNvPr>
              <p:cNvSpPr/>
              <p:nvPr/>
            </p:nvSpPr>
            <p:spPr>
              <a:xfrm rot="16200000">
                <a:off x="11479313" y="4353454"/>
                <a:ext cx="2885850" cy="1591982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6EA8FF5-06EB-8293-AC06-05F58B4BB1DE}"/>
                  </a:ext>
                </a:extLst>
              </p:cNvPr>
              <p:cNvGrpSpPr/>
              <p:nvPr/>
            </p:nvGrpSpPr>
            <p:grpSpPr>
              <a:xfrm>
                <a:off x="12455278" y="4708911"/>
                <a:ext cx="1136983" cy="617334"/>
                <a:chOff x="6502140" y="4105298"/>
                <a:chExt cx="1250681" cy="617334"/>
              </a:xfrm>
            </p:grpSpPr>
            <p:sp>
              <p:nvSpPr>
                <p:cNvPr id="92" name="Rectangle: Rounded Corners 91">
                  <a:extLst>
                    <a:ext uri="{FF2B5EF4-FFF2-40B4-BE49-F238E27FC236}">
                      <a16:creationId xmlns:a16="http://schemas.microsoft.com/office/drawing/2014/main" id="{1A792F7A-77A2-1A0D-70FB-4AFE5F27885F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38F5F988-BAEA-41C5-C867-F022AB00F330}"/>
                    </a:ext>
                  </a:extLst>
                </p:cNvPr>
                <p:cNvSpPr/>
                <p:nvPr/>
              </p:nvSpPr>
              <p:spPr>
                <a:xfrm>
                  <a:off x="6502140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E2136E43-AA42-C324-B355-36F8EA37E243}"/>
                  </a:ext>
                </a:extLst>
              </p:cNvPr>
              <p:cNvGrpSpPr/>
              <p:nvPr/>
            </p:nvGrpSpPr>
            <p:grpSpPr>
              <a:xfrm>
                <a:off x="12474329" y="5489961"/>
                <a:ext cx="1136983" cy="617334"/>
                <a:chOff x="6502141" y="4105298"/>
                <a:chExt cx="1250681" cy="617334"/>
              </a:xfrm>
            </p:grpSpPr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4337156E-0C7B-1BFF-E4C7-11C8A357659D}"/>
                    </a:ext>
                  </a:extLst>
                </p:cNvPr>
                <p:cNvSpPr/>
                <p:nvPr/>
              </p:nvSpPr>
              <p:spPr>
                <a:xfrm>
                  <a:off x="6514533" y="4413966"/>
                  <a:ext cx="1238287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3×3 SCONV</a:t>
                  </a:r>
                </a:p>
              </p:txBody>
            </p:sp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86D6D8BF-7CC2-06F0-DA50-F4BE2D769BB1}"/>
                    </a:ext>
                  </a:extLst>
                </p:cNvPr>
                <p:cNvSpPr/>
                <p:nvPr/>
              </p:nvSpPr>
              <p:spPr>
                <a:xfrm>
                  <a:off x="6502141" y="4105298"/>
                  <a:ext cx="1250681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01512715-5334-C457-11AA-A7B1C226DB05}"/>
                  </a:ext>
                </a:extLst>
              </p:cNvPr>
              <p:cNvGrpSpPr/>
              <p:nvPr/>
            </p:nvGrpSpPr>
            <p:grpSpPr>
              <a:xfrm>
                <a:off x="12856103" y="6223491"/>
                <a:ext cx="228600" cy="228600"/>
                <a:chOff x="14707731" y="1877887"/>
                <a:chExt cx="228600" cy="228600"/>
              </a:xfrm>
            </p:grpSpPr>
            <p:sp>
              <p:nvSpPr>
                <p:cNvPr id="98" name="Cross 97">
                  <a:extLst>
                    <a:ext uri="{FF2B5EF4-FFF2-40B4-BE49-F238E27FC236}">
                      <a16:creationId xmlns:a16="http://schemas.microsoft.com/office/drawing/2014/main" id="{17CDAF59-B4D5-77EF-833B-3BFF6B311779}"/>
                    </a:ext>
                  </a:extLst>
                </p:cNvPr>
                <p:cNvSpPr/>
                <p:nvPr/>
              </p:nvSpPr>
              <p:spPr>
                <a:xfrm>
                  <a:off x="14753770" y="1923927"/>
                  <a:ext cx="137160" cy="137160"/>
                </a:xfrm>
                <a:prstGeom prst="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A0588219-64DE-E3E8-F514-1C29A626D570}"/>
                    </a:ext>
                  </a:extLst>
                </p:cNvPr>
                <p:cNvSpPr/>
                <p:nvPr/>
              </p:nvSpPr>
              <p:spPr>
                <a:xfrm>
                  <a:off x="14707731" y="1877887"/>
                  <a:ext cx="228600" cy="2286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B6BD59D-F759-9C27-4FBF-ED7D39F2367A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H="1" flipV="1">
                <a:off x="13004720" y="3808051"/>
                <a:ext cx="2900" cy="13886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74F708F4-66C4-626E-8B54-C2143E49CFC5}"/>
                  </a:ext>
                </a:extLst>
              </p:cNvPr>
              <p:cNvCxnSpPr>
                <a:cxnSpLocks/>
                <a:stCxn id="99" idx="2"/>
              </p:cNvCxnSpPr>
              <p:nvPr/>
            </p:nvCxnSpPr>
            <p:spPr>
              <a:xfrm flipH="1" flipV="1">
                <a:off x="12264333" y="6333031"/>
                <a:ext cx="59177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BDA2E94D-EF1B-B426-708C-FC6CC21F9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64333" y="3870189"/>
                <a:ext cx="74157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DB4A6F2-C0AA-F7B9-A3C6-F275E51D5F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264333" y="3870189"/>
                <a:ext cx="0" cy="246284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6F3FF99-AA96-0BC1-B48D-6449A9B07B3F}"/>
                  </a:ext>
                </a:extLst>
              </p:cNvPr>
              <p:cNvCxnSpPr>
                <a:stCxn id="99" idx="0"/>
                <a:endCxn id="95" idx="2"/>
              </p:cNvCxnSpPr>
              <p:nvPr/>
            </p:nvCxnSpPr>
            <p:spPr>
              <a:xfrm flipV="1">
                <a:off x="12970403" y="6107295"/>
                <a:ext cx="0" cy="11619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4" name="Connector: Elbow 133">
              <a:extLst>
                <a:ext uri="{FF2B5EF4-FFF2-40B4-BE49-F238E27FC236}">
                  <a16:creationId xmlns:a16="http://schemas.microsoft.com/office/drawing/2014/main" id="{0CAE61A8-77CC-EE58-2480-5545828F1F4E}"/>
                </a:ext>
              </a:extLst>
            </p:cNvPr>
            <p:cNvCxnSpPr>
              <a:cxnSpLocks/>
              <a:stCxn id="87" idx="1"/>
              <a:endCxn id="105" idx="3"/>
            </p:cNvCxnSpPr>
            <p:nvPr/>
          </p:nvCxnSpPr>
          <p:spPr>
            <a:xfrm rot="5400000" flipH="1">
              <a:off x="9048936" y="2872554"/>
              <a:ext cx="1380824" cy="940308"/>
            </a:xfrm>
            <a:prstGeom prst="bentConnector4">
              <a:avLst>
                <a:gd name="adj1" fmla="val -7034"/>
                <a:gd name="adj2" fmla="val 9467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A1AC211E-E72A-B912-A692-F8DC0EE364D5}"/>
                </a:ext>
              </a:extLst>
            </p:cNvPr>
            <p:cNvSpPr/>
            <p:nvPr/>
          </p:nvSpPr>
          <p:spPr>
            <a:xfrm>
              <a:off x="5810484" y="1402941"/>
              <a:ext cx="3458710" cy="2498710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AD4EF4D-4895-6CF8-D343-4842DF4518D1}"/>
                </a:ext>
              </a:extLst>
            </p:cNvPr>
            <p:cNvGrpSpPr/>
            <p:nvPr/>
          </p:nvGrpSpPr>
          <p:grpSpPr>
            <a:xfrm rot="5400000">
              <a:off x="8248113" y="2048561"/>
              <a:ext cx="1142474" cy="450876"/>
              <a:chOff x="6511808" y="4134411"/>
              <a:chExt cx="1241013" cy="588221"/>
            </a:xfrm>
          </p:grpSpPr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1DEF103A-A203-F740-628E-7C9D2A02CE85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ED725E13-692A-A94C-C7A4-9C5FECEDF92E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F3002D97-A936-BC04-945E-DBA4C55E3860}"/>
                </a:ext>
              </a:extLst>
            </p:cNvPr>
            <p:cNvGrpSpPr/>
            <p:nvPr/>
          </p:nvGrpSpPr>
          <p:grpSpPr>
            <a:xfrm rot="5400000">
              <a:off x="7609552" y="2029314"/>
              <a:ext cx="1142474" cy="450876"/>
              <a:chOff x="6511808" y="4134411"/>
              <a:chExt cx="1241013" cy="588221"/>
            </a:xfrm>
          </p:grpSpPr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355CB6B6-4019-D1A0-D123-D65904221DBA}"/>
                  </a:ext>
                </a:extLst>
              </p:cNvPr>
              <p:cNvSpPr/>
              <p:nvPr/>
            </p:nvSpPr>
            <p:spPr>
              <a:xfrm>
                <a:off x="6514533" y="4413966"/>
                <a:ext cx="1238287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DF96F961-7B86-0E3A-FD6C-B6F7BFCD8084}"/>
                  </a:ext>
                </a:extLst>
              </p:cNvPr>
              <p:cNvSpPr/>
              <p:nvPr/>
            </p:nvSpPr>
            <p:spPr>
              <a:xfrm>
                <a:off x="6511808" y="4134411"/>
                <a:ext cx="1241013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B08B33F1-410B-0FBA-6AF3-6F1EC15776CE}"/>
                </a:ext>
              </a:extLst>
            </p:cNvPr>
            <p:cNvSpPr/>
            <p:nvPr/>
          </p:nvSpPr>
          <p:spPr>
            <a:xfrm rot="5400000">
              <a:off x="6966538" y="2162422"/>
              <a:ext cx="1143354" cy="20999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MaxPool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0351448-ABFB-6B43-F88D-10623DFFE008}"/>
                </a:ext>
              </a:extLst>
            </p:cNvPr>
            <p:cNvGrpSpPr/>
            <p:nvPr/>
          </p:nvGrpSpPr>
          <p:grpSpPr>
            <a:xfrm>
              <a:off x="7163684" y="2167400"/>
              <a:ext cx="159295" cy="197933"/>
              <a:chOff x="14707731" y="1877887"/>
              <a:chExt cx="228600" cy="228600"/>
            </a:xfrm>
          </p:grpSpPr>
          <p:sp>
            <p:nvSpPr>
              <p:cNvPr id="114" name="Cross 113">
                <a:extLst>
                  <a:ext uri="{FF2B5EF4-FFF2-40B4-BE49-F238E27FC236}">
                    <a16:creationId xmlns:a16="http://schemas.microsoft.com/office/drawing/2014/main" id="{E5E85D6C-6B36-4A01-9E45-BDD7B8B834F9}"/>
                  </a:ext>
                </a:extLst>
              </p:cNvPr>
              <p:cNvSpPr/>
              <p:nvPr/>
            </p:nvSpPr>
            <p:spPr>
              <a:xfrm>
                <a:off x="14753770" y="1923927"/>
                <a:ext cx="137160" cy="137160"/>
              </a:xfrm>
              <a:prstGeom prst="plus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16ADFBDC-268C-44FE-50E9-ACF3F982DEF8}"/>
                  </a:ext>
                </a:extLst>
              </p:cNvPr>
              <p:cNvSpPr/>
              <p:nvPr/>
            </p:nvSpPr>
            <p:spPr>
              <a:xfrm>
                <a:off x="14707731" y="1877887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B77F1C24-60A5-1E08-67E0-79DCF24FD630}"/>
                </a:ext>
              </a:extLst>
            </p:cNvPr>
            <p:cNvGrpSpPr/>
            <p:nvPr/>
          </p:nvGrpSpPr>
          <p:grpSpPr>
            <a:xfrm>
              <a:off x="6560795" y="1638573"/>
              <a:ext cx="401727" cy="1258267"/>
              <a:chOff x="7460215" y="3900521"/>
              <a:chExt cx="576510" cy="1453218"/>
            </a:xfrm>
          </p:grpSpPr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F3B0273C-134F-A179-064C-45CC3FEF0B45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A481AC12-6E85-3B10-89D1-A0D78E3F55D6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92DFE6C1-6D66-7E3B-E05C-C02C4FE2D6C9}"/>
                </a:ext>
              </a:extLst>
            </p:cNvPr>
            <p:cNvGrpSpPr/>
            <p:nvPr/>
          </p:nvGrpSpPr>
          <p:grpSpPr>
            <a:xfrm>
              <a:off x="5977278" y="1638573"/>
              <a:ext cx="401727" cy="1258267"/>
              <a:chOff x="7460215" y="3900521"/>
              <a:chExt cx="576510" cy="1453218"/>
            </a:xfrm>
          </p:grpSpPr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F56E7957-29D0-6E29-0A25-6689F03693B5}"/>
                  </a:ext>
                </a:extLst>
              </p:cNvPr>
              <p:cNvSpPr/>
              <p:nvPr/>
            </p:nvSpPr>
            <p:spPr>
              <a:xfrm rot="5400000">
                <a:off x="7158270" y="4470310"/>
                <a:ext cx="1448244" cy="308666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 SCONV</a:t>
                </a:r>
              </a:p>
            </p:txBody>
          </p:sp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AC688C0C-E62A-CCCB-95B5-891CD5C8B6BB}"/>
                  </a:ext>
                </a:extLst>
              </p:cNvPr>
              <p:cNvSpPr/>
              <p:nvPr/>
            </p:nvSpPr>
            <p:spPr>
              <a:xfrm rot="5400000">
                <a:off x="6867019" y="4495503"/>
                <a:ext cx="1451432" cy="26504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2AA5DF5-DD54-3C8A-0BCC-DB51A0933F3D}"/>
                </a:ext>
              </a:extLst>
            </p:cNvPr>
            <p:cNvSpPr txBox="1"/>
            <p:nvPr/>
          </p:nvSpPr>
          <p:spPr>
            <a:xfrm>
              <a:off x="7711090" y="3339723"/>
              <a:ext cx="1031741" cy="2664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3DA0DD71-58E6-B7C3-B8BF-9ECE6C00D19B}"/>
                </a:ext>
              </a:extLst>
            </p:cNvPr>
            <p:cNvCxnSpPr>
              <a:cxnSpLocks/>
              <a:stCxn id="107" idx="2"/>
              <a:endCxn id="111" idx="0"/>
            </p:cNvCxnSpPr>
            <p:nvPr/>
          </p:nvCxnSpPr>
          <p:spPr>
            <a:xfrm flipH="1" flipV="1">
              <a:off x="8406227" y="2254752"/>
              <a:ext cx="1876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C34F180F-2163-3419-9A19-45CF6E325982}"/>
                </a:ext>
              </a:extLst>
            </p:cNvPr>
            <p:cNvCxnSpPr>
              <a:cxnSpLocks/>
              <a:stCxn id="110" idx="2"/>
              <a:endCxn id="112" idx="0"/>
            </p:cNvCxnSpPr>
            <p:nvPr/>
          </p:nvCxnSpPr>
          <p:spPr>
            <a:xfrm flipH="1">
              <a:off x="7643210" y="2256006"/>
              <a:ext cx="3121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FCD763B-1475-5013-BE33-BD8064791220}"/>
                </a:ext>
              </a:extLst>
            </p:cNvPr>
            <p:cNvCxnSpPr>
              <a:cxnSpLocks/>
              <a:stCxn id="112" idx="2"/>
              <a:endCxn id="115" idx="6"/>
            </p:cNvCxnSpPr>
            <p:nvPr/>
          </p:nvCxnSpPr>
          <p:spPr>
            <a:xfrm flipH="1" flipV="1">
              <a:off x="7322979" y="2266367"/>
              <a:ext cx="110241" cy="10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6A7160A-0FCE-77EB-19A8-C095291C3FB0}"/>
                </a:ext>
              </a:extLst>
            </p:cNvPr>
            <p:cNvCxnSpPr>
              <a:cxnSpLocks/>
              <a:stCxn id="115" idx="2"/>
              <a:endCxn id="117" idx="0"/>
            </p:cNvCxnSpPr>
            <p:nvPr/>
          </p:nvCxnSpPr>
          <p:spPr>
            <a:xfrm flipH="1" flipV="1">
              <a:off x="6962522" y="2265553"/>
              <a:ext cx="201162" cy="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B7FFE2CE-B92A-BFFB-12B4-83F11E587DB6}"/>
                </a:ext>
              </a:extLst>
            </p:cNvPr>
            <p:cNvCxnSpPr>
              <a:cxnSpLocks/>
              <a:stCxn id="118" idx="2"/>
              <a:endCxn id="120" idx="0"/>
            </p:cNvCxnSpPr>
            <p:nvPr/>
          </p:nvCxnSpPr>
          <p:spPr>
            <a:xfrm flipH="1" flipV="1">
              <a:off x="6379005" y="2265553"/>
              <a:ext cx="181790" cy="29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08E8E97-4686-3DB4-C66B-8718960F515F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>
              <a:off x="9044788" y="2273999"/>
              <a:ext cx="184450" cy="17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Elbow 130">
              <a:extLst>
                <a:ext uri="{FF2B5EF4-FFF2-40B4-BE49-F238E27FC236}">
                  <a16:creationId xmlns:a16="http://schemas.microsoft.com/office/drawing/2014/main" id="{BDC9C184-73B5-0A13-501A-43AA707F74F0}"/>
                </a:ext>
              </a:extLst>
            </p:cNvPr>
            <p:cNvCxnSpPr>
              <a:cxnSpLocks/>
              <a:stCxn id="115" idx="4"/>
              <a:endCxn id="122" idx="1"/>
            </p:cNvCxnSpPr>
            <p:nvPr/>
          </p:nvCxnSpPr>
          <p:spPr>
            <a:xfrm rot="16200000" flipH="1">
              <a:off x="6923394" y="2685271"/>
              <a:ext cx="1107634" cy="467758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: Elbow 131">
              <a:extLst>
                <a:ext uri="{FF2B5EF4-FFF2-40B4-BE49-F238E27FC236}">
                  <a16:creationId xmlns:a16="http://schemas.microsoft.com/office/drawing/2014/main" id="{DD6570DD-E966-E364-79D0-375B0E0967AE}"/>
                </a:ext>
              </a:extLst>
            </p:cNvPr>
            <p:cNvCxnSpPr>
              <a:cxnSpLocks/>
              <a:stCxn id="122" idx="3"/>
            </p:cNvCxnSpPr>
            <p:nvPr/>
          </p:nvCxnSpPr>
          <p:spPr>
            <a:xfrm flipV="1">
              <a:off x="8742831" y="2265553"/>
              <a:ext cx="487087" cy="1207414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7AE0FB5-AEED-5F4A-75B4-5CB5C81D608E}"/>
                </a:ext>
              </a:extLst>
            </p:cNvPr>
            <p:cNvSpPr txBox="1"/>
            <p:nvPr/>
          </p:nvSpPr>
          <p:spPr>
            <a:xfrm>
              <a:off x="6570618" y="1060848"/>
              <a:ext cx="1158203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Exit Flow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FFFE062-1B15-1F82-9D4B-54C0C29CFF73}"/>
                </a:ext>
              </a:extLst>
            </p:cNvPr>
            <p:cNvSpPr txBox="1"/>
            <p:nvPr/>
          </p:nvSpPr>
          <p:spPr>
            <a:xfrm>
              <a:off x="8572511" y="705893"/>
              <a:ext cx="3697217" cy="33855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Middle Flow (Repeat 8 Times)</a:t>
              </a: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5FBE07E-22E3-FC21-867A-0A68266D0E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71481" y="2652296"/>
              <a:ext cx="22154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8" name="TextBox 1197">
              <a:extLst>
                <a:ext uri="{FF2B5EF4-FFF2-40B4-BE49-F238E27FC236}">
                  <a16:creationId xmlns:a16="http://schemas.microsoft.com/office/drawing/2014/main" id="{47708AD1-5D12-066B-93B0-9630171E16A4}"/>
                </a:ext>
              </a:extLst>
            </p:cNvPr>
            <p:cNvSpPr txBox="1"/>
            <p:nvPr/>
          </p:nvSpPr>
          <p:spPr>
            <a:xfrm>
              <a:off x="8795476" y="384319"/>
              <a:ext cx="57262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Model (Pretrained on ImageNet, First 20 Layers Frozen)</a:t>
              </a:r>
            </a:p>
          </p:txBody>
        </p:sp>
        <p:cxnSp>
          <p:nvCxnSpPr>
            <p:cNvPr id="140" name="Connector: Elbow 139">
              <a:extLst>
                <a:ext uri="{FF2B5EF4-FFF2-40B4-BE49-F238E27FC236}">
                  <a16:creationId xmlns:a16="http://schemas.microsoft.com/office/drawing/2014/main" id="{5ADCDC78-19E4-5A44-C878-413D0FEB5439}"/>
                </a:ext>
              </a:extLst>
            </p:cNvPr>
            <p:cNvCxnSpPr>
              <a:stCxn id="32" idx="3"/>
              <a:endCxn id="87" idx="3"/>
            </p:cNvCxnSpPr>
            <p:nvPr/>
          </p:nvCxnSpPr>
          <p:spPr>
            <a:xfrm rot="10800000">
              <a:off x="10209502" y="1147271"/>
              <a:ext cx="1143306" cy="1366035"/>
            </a:xfrm>
            <a:prstGeom prst="bentConnector4">
              <a:avLst>
                <a:gd name="adj1" fmla="val 13882"/>
                <a:gd name="adj2" fmla="val 109253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E3637DFB-74D2-8F04-C37A-C31B2DA026F8}"/>
                </a:ext>
              </a:extLst>
            </p:cNvPr>
            <p:cNvGrpSpPr/>
            <p:nvPr/>
          </p:nvGrpSpPr>
          <p:grpSpPr>
            <a:xfrm>
              <a:off x="4634118" y="7616440"/>
              <a:ext cx="387722" cy="2305050"/>
              <a:chOff x="5389442" y="5848350"/>
              <a:chExt cx="516057" cy="2305050"/>
            </a:xfrm>
          </p:grpSpPr>
          <p:sp>
            <p:nvSpPr>
              <p:cNvPr id="1024" name="Rectangle 1023">
                <a:extLst>
                  <a:ext uri="{FF2B5EF4-FFF2-40B4-BE49-F238E27FC236}">
                    <a16:creationId xmlns:a16="http://schemas.microsoft.com/office/drawing/2014/main" id="{DD4CBA30-97FF-8891-2B7D-52A0F4B5FD60}"/>
                  </a:ext>
                </a:extLst>
              </p:cNvPr>
              <p:cNvSpPr/>
              <p:nvPr/>
            </p:nvSpPr>
            <p:spPr>
              <a:xfrm>
                <a:off x="5389442" y="5848350"/>
                <a:ext cx="516057" cy="2305050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90E45A8C-148F-8B3E-45F9-6E962B606DB3}"/>
                  </a:ext>
                </a:extLst>
              </p:cNvPr>
              <p:cNvSpPr txBox="1"/>
              <p:nvPr/>
            </p:nvSpPr>
            <p:spPr>
              <a:xfrm rot="16200000">
                <a:off x="4757010" y="6850647"/>
                <a:ext cx="16914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block1_conv2_act</a:t>
                </a:r>
              </a:p>
            </p:txBody>
          </p:sp>
        </p:grpSp>
        <p:grpSp>
          <p:nvGrpSpPr>
            <p:cNvPr id="1032" name="Group 1031">
              <a:extLst>
                <a:ext uri="{FF2B5EF4-FFF2-40B4-BE49-F238E27FC236}">
                  <a16:creationId xmlns:a16="http://schemas.microsoft.com/office/drawing/2014/main" id="{47DDF17C-84B7-F978-C5A5-7F82629B83C8}"/>
                </a:ext>
              </a:extLst>
            </p:cNvPr>
            <p:cNvGrpSpPr/>
            <p:nvPr/>
          </p:nvGrpSpPr>
          <p:grpSpPr>
            <a:xfrm>
              <a:off x="3680884" y="5568632"/>
              <a:ext cx="492130" cy="2054548"/>
              <a:chOff x="8134350" y="3208673"/>
              <a:chExt cx="492130" cy="1711763"/>
            </a:xfrm>
            <a:solidFill>
              <a:schemeClr val="accent6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1042" name="Rectangle: Rounded Corners 1041">
                <a:extLst>
                  <a:ext uri="{FF2B5EF4-FFF2-40B4-BE49-F238E27FC236}">
                    <a16:creationId xmlns:a16="http://schemas.microsoft.com/office/drawing/2014/main" id="{79AC8655-0903-1FFB-DEBF-7F393694BACF}"/>
                  </a:ext>
                </a:extLst>
              </p:cNvPr>
              <p:cNvSpPr/>
              <p:nvPr/>
            </p:nvSpPr>
            <p:spPr>
              <a:xfrm>
                <a:off x="8134350" y="3208673"/>
                <a:ext cx="492130" cy="1711763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E181DD9C-4A38-355C-D2FA-4AE6DE35318A}"/>
                  </a:ext>
                </a:extLst>
              </p:cNvPr>
              <p:cNvSpPr txBox="1"/>
              <p:nvPr/>
            </p:nvSpPr>
            <p:spPr>
              <a:xfrm rot="16200000">
                <a:off x="7665774" y="3880281"/>
                <a:ext cx="1421300" cy="33825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256×256×3</a:t>
                </a:r>
              </a:p>
            </p:txBody>
          </p: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5E894993-7576-148E-4DA6-05BE23941431}"/>
                </a:ext>
              </a:extLst>
            </p:cNvPr>
            <p:cNvGrpSpPr/>
            <p:nvPr/>
          </p:nvGrpSpPr>
          <p:grpSpPr>
            <a:xfrm>
              <a:off x="5642024" y="8496437"/>
              <a:ext cx="387722" cy="2305050"/>
              <a:chOff x="5389442" y="5848350"/>
              <a:chExt cx="516057" cy="2305050"/>
            </a:xfrm>
          </p:grpSpPr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3319DD0D-6A74-8611-6268-3E1051819344}"/>
                  </a:ext>
                </a:extLst>
              </p:cNvPr>
              <p:cNvSpPr/>
              <p:nvPr/>
            </p:nvSpPr>
            <p:spPr>
              <a:xfrm>
                <a:off x="5389442" y="5848350"/>
                <a:ext cx="516057" cy="2305050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2D8CDFB6-4543-5E22-E136-D60FAC2EDDC6}"/>
                  </a:ext>
                </a:extLst>
              </p:cNvPr>
              <p:cNvSpPr txBox="1"/>
              <p:nvPr/>
            </p:nvSpPr>
            <p:spPr>
              <a:xfrm rot="16200000">
                <a:off x="4619953" y="6850647"/>
                <a:ext cx="19656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block2_sepconv2_act</a:t>
                </a:r>
              </a:p>
            </p:txBody>
          </p:sp>
        </p:grp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D47C98B5-75AD-9BCD-CA4C-4C243AA03BE7}"/>
                </a:ext>
              </a:extLst>
            </p:cNvPr>
            <p:cNvGrpSpPr/>
            <p:nvPr/>
          </p:nvGrpSpPr>
          <p:grpSpPr>
            <a:xfrm>
              <a:off x="6764088" y="9573893"/>
              <a:ext cx="387722" cy="2305050"/>
              <a:chOff x="5389442" y="5848350"/>
              <a:chExt cx="516057" cy="2305050"/>
            </a:xfrm>
          </p:grpSpPr>
          <p:sp>
            <p:nvSpPr>
              <p:cNvPr id="1052" name="Rectangle 1051">
                <a:extLst>
                  <a:ext uri="{FF2B5EF4-FFF2-40B4-BE49-F238E27FC236}">
                    <a16:creationId xmlns:a16="http://schemas.microsoft.com/office/drawing/2014/main" id="{CC42DF8C-6829-54F5-6F5B-220BEAFB822A}"/>
                  </a:ext>
                </a:extLst>
              </p:cNvPr>
              <p:cNvSpPr/>
              <p:nvPr/>
            </p:nvSpPr>
            <p:spPr>
              <a:xfrm>
                <a:off x="5389442" y="5848350"/>
                <a:ext cx="516057" cy="2305050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3" name="TextBox 1052">
                <a:extLst>
                  <a:ext uri="{FF2B5EF4-FFF2-40B4-BE49-F238E27FC236}">
                    <a16:creationId xmlns:a16="http://schemas.microsoft.com/office/drawing/2014/main" id="{21679591-FFA3-7743-765A-9EA235B7B086}"/>
                  </a:ext>
                </a:extLst>
              </p:cNvPr>
              <p:cNvSpPr txBox="1"/>
              <p:nvPr/>
            </p:nvSpPr>
            <p:spPr>
              <a:xfrm rot="16200000">
                <a:off x="4600635" y="6850647"/>
                <a:ext cx="19656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block3_sepconv2_act</a:t>
                </a:r>
              </a:p>
            </p:txBody>
          </p:sp>
        </p:grpSp>
        <p:grpSp>
          <p:nvGrpSpPr>
            <p:cNvPr id="1055" name="Group 1054">
              <a:extLst>
                <a:ext uri="{FF2B5EF4-FFF2-40B4-BE49-F238E27FC236}">
                  <a16:creationId xmlns:a16="http://schemas.microsoft.com/office/drawing/2014/main" id="{B6BE3264-563A-233A-84A1-EF85AF7C6108}"/>
                </a:ext>
              </a:extLst>
            </p:cNvPr>
            <p:cNvGrpSpPr/>
            <p:nvPr/>
          </p:nvGrpSpPr>
          <p:grpSpPr>
            <a:xfrm>
              <a:off x="7822803" y="10721677"/>
              <a:ext cx="387722" cy="2305050"/>
              <a:chOff x="5389442" y="5848350"/>
              <a:chExt cx="516057" cy="2305050"/>
            </a:xfrm>
          </p:grpSpPr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042C0A92-9ADD-4324-DCF9-6459BEC850FC}"/>
                  </a:ext>
                </a:extLst>
              </p:cNvPr>
              <p:cNvSpPr/>
              <p:nvPr/>
            </p:nvSpPr>
            <p:spPr>
              <a:xfrm>
                <a:off x="5389442" y="5848350"/>
                <a:ext cx="516057" cy="2305050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7" name="TextBox 1056">
                <a:extLst>
                  <a:ext uri="{FF2B5EF4-FFF2-40B4-BE49-F238E27FC236}">
                    <a16:creationId xmlns:a16="http://schemas.microsoft.com/office/drawing/2014/main" id="{C2D9F292-3149-C228-1FAC-E0FD35D78651}"/>
                  </a:ext>
                </a:extLst>
              </p:cNvPr>
              <p:cNvSpPr txBox="1"/>
              <p:nvPr/>
            </p:nvSpPr>
            <p:spPr>
              <a:xfrm rot="16200000">
                <a:off x="4600635" y="6850647"/>
                <a:ext cx="19656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block4_sepconv2_act</a:t>
                </a:r>
              </a:p>
            </p:txBody>
          </p:sp>
        </p:grpSp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C8257980-3092-4A17-54B4-075D7128C1AA}"/>
                </a:ext>
              </a:extLst>
            </p:cNvPr>
            <p:cNvGrpSpPr/>
            <p:nvPr/>
          </p:nvGrpSpPr>
          <p:grpSpPr>
            <a:xfrm rot="5400000">
              <a:off x="9499806" y="12149994"/>
              <a:ext cx="516057" cy="2305050"/>
              <a:chOff x="5389441" y="5848351"/>
              <a:chExt cx="516057" cy="2305050"/>
            </a:xfrm>
          </p:grpSpPr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187A0D1E-C29C-4C8E-299C-0AB26EDC65B0}"/>
                  </a:ext>
                </a:extLst>
              </p:cNvPr>
              <p:cNvSpPr/>
              <p:nvPr/>
            </p:nvSpPr>
            <p:spPr>
              <a:xfrm>
                <a:off x="5389441" y="5848351"/>
                <a:ext cx="516057" cy="2305050"/>
              </a:xfrm>
              <a:prstGeom prst="rect">
                <a:avLst/>
              </a:prstGeom>
              <a:solidFill>
                <a:srgbClr val="E8EEF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7" name="TextBox 1066">
                <a:extLst>
                  <a:ext uri="{FF2B5EF4-FFF2-40B4-BE49-F238E27FC236}">
                    <a16:creationId xmlns:a16="http://schemas.microsoft.com/office/drawing/2014/main" id="{0DC3CD20-5D54-A3D6-BF22-E3B151445519}"/>
                  </a:ext>
                </a:extLst>
              </p:cNvPr>
              <p:cNvSpPr txBox="1"/>
              <p:nvPr/>
            </p:nvSpPr>
            <p:spPr>
              <a:xfrm rot="16200000">
                <a:off x="4626344" y="6852794"/>
                <a:ext cx="20681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block13_sepconv2_act</a:t>
                </a:r>
              </a:p>
            </p:txBody>
          </p:sp>
        </p:grpSp>
        <p:sp>
          <p:nvSpPr>
            <p:cNvPr id="1635" name="TextBox 1634">
              <a:extLst>
                <a:ext uri="{FF2B5EF4-FFF2-40B4-BE49-F238E27FC236}">
                  <a16:creationId xmlns:a16="http://schemas.microsoft.com/office/drawing/2014/main" id="{3B19A49E-BCEA-DBC1-9FBE-05AEA8BDA408}"/>
                </a:ext>
              </a:extLst>
            </p:cNvPr>
            <p:cNvSpPr txBox="1"/>
            <p:nvPr/>
          </p:nvSpPr>
          <p:spPr>
            <a:xfrm rot="16200000">
              <a:off x="4324193" y="8649671"/>
              <a:ext cx="16802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125, 125, 64)</a:t>
              </a:r>
            </a:p>
          </p:txBody>
        </p:sp>
        <p:sp>
          <p:nvSpPr>
            <p:cNvPr id="1637" name="TextBox 1636">
              <a:extLst>
                <a:ext uri="{FF2B5EF4-FFF2-40B4-BE49-F238E27FC236}">
                  <a16:creationId xmlns:a16="http://schemas.microsoft.com/office/drawing/2014/main" id="{438B592E-C391-B353-4857-CAC0EED0767B}"/>
                </a:ext>
              </a:extLst>
            </p:cNvPr>
            <p:cNvSpPr txBox="1"/>
            <p:nvPr/>
          </p:nvSpPr>
          <p:spPr>
            <a:xfrm rot="16200000">
              <a:off x="5353075" y="9529669"/>
              <a:ext cx="1770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125, 125, 128)</a:t>
              </a:r>
            </a:p>
          </p:txBody>
        </p:sp>
        <p:sp>
          <p:nvSpPr>
            <p:cNvPr id="1638" name="TextBox 1637">
              <a:extLst>
                <a:ext uri="{FF2B5EF4-FFF2-40B4-BE49-F238E27FC236}">
                  <a16:creationId xmlns:a16="http://schemas.microsoft.com/office/drawing/2014/main" id="{99BCBBA3-2610-3AED-CC3D-9B0C37EB8D26}"/>
                </a:ext>
              </a:extLst>
            </p:cNvPr>
            <p:cNvSpPr txBox="1"/>
            <p:nvPr/>
          </p:nvSpPr>
          <p:spPr>
            <a:xfrm rot="16200000">
              <a:off x="6595460" y="10563113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63, 63, 256)</a:t>
              </a:r>
            </a:p>
          </p:txBody>
        </p:sp>
        <p:sp>
          <p:nvSpPr>
            <p:cNvPr id="1639" name="TextBox 1638">
              <a:extLst>
                <a:ext uri="{FF2B5EF4-FFF2-40B4-BE49-F238E27FC236}">
                  <a16:creationId xmlns:a16="http://schemas.microsoft.com/office/drawing/2014/main" id="{DB643FAF-0409-01D9-BAEA-83E532C9DEA3}"/>
                </a:ext>
              </a:extLst>
            </p:cNvPr>
            <p:cNvSpPr txBox="1"/>
            <p:nvPr/>
          </p:nvSpPr>
          <p:spPr>
            <a:xfrm rot="16200000">
              <a:off x="7656169" y="11724941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32, 32, 728)</a:t>
              </a:r>
            </a:p>
          </p:txBody>
        </p:sp>
        <p:sp>
          <p:nvSpPr>
            <p:cNvPr id="1644" name="TextBox 1643">
              <a:extLst>
                <a:ext uri="{FF2B5EF4-FFF2-40B4-BE49-F238E27FC236}">
                  <a16:creationId xmlns:a16="http://schemas.microsoft.com/office/drawing/2014/main" id="{DA3524FA-2BE3-1FBF-76EE-351D2367778A}"/>
                </a:ext>
              </a:extLst>
            </p:cNvPr>
            <p:cNvSpPr txBox="1"/>
            <p:nvPr/>
          </p:nvSpPr>
          <p:spPr>
            <a:xfrm>
              <a:off x="9047452" y="13596768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16, 16, 512)</a:t>
              </a:r>
            </a:p>
          </p:txBody>
        </p:sp>
        <p:grpSp>
          <p:nvGrpSpPr>
            <p:cNvPr id="1788" name="Group 1787">
              <a:extLst>
                <a:ext uri="{FF2B5EF4-FFF2-40B4-BE49-F238E27FC236}">
                  <a16:creationId xmlns:a16="http://schemas.microsoft.com/office/drawing/2014/main" id="{048D6712-67C2-B251-CE70-7FA1CA37ED9B}"/>
                </a:ext>
              </a:extLst>
            </p:cNvPr>
            <p:cNvGrpSpPr/>
            <p:nvPr/>
          </p:nvGrpSpPr>
          <p:grpSpPr>
            <a:xfrm>
              <a:off x="17926261" y="5154006"/>
              <a:ext cx="2124709" cy="2350565"/>
              <a:chOff x="18552804" y="5117774"/>
              <a:chExt cx="2124709" cy="2350565"/>
            </a:xfrm>
          </p:grpSpPr>
          <p:sp>
            <p:nvSpPr>
              <p:cNvPr id="1729" name="Rectangle 1728">
                <a:extLst>
                  <a:ext uri="{FF2B5EF4-FFF2-40B4-BE49-F238E27FC236}">
                    <a16:creationId xmlns:a16="http://schemas.microsoft.com/office/drawing/2014/main" id="{97E02C42-ACD1-3C21-23F3-122067DF55E1}"/>
                  </a:ext>
                </a:extLst>
              </p:cNvPr>
              <p:cNvSpPr/>
              <p:nvPr/>
            </p:nvSpPr>
            <p:spPr>
              <a:xfrm>
                <a:off x="18552804" y="5117774"/>
                <a:ext cx="387721" cy="230505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0" name="TextBox 1729">
                <a:extLst>
                  <a:ext uri="{FF2B5EF4-FFF2-40B4-BE49-F238E27FC236}">
                    <a16:creationId xmlns:a16="http://schemas.microsoft.com/office/drawing/2014/main" id="{31B3A9F3-4222-6710-0614-FFCE0D89DBE1}"/>
                  </a:ext>
                </a:extLst>
              </p:cNvPr>
              <p:cNvSpPr txBox="1"/>
              <p:nvPr/>
            </p:nvSpPr>
            <p:spPr>
              <a:xfrm rot="16200000">
                <a:off x="17878889" y="6120071"/>
                <a:ext cx="17155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Conv2d, act =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1" name="Rectangle 1730">
                <a:extLst>
                  <a:ext uri="{FF2B5EF4-FFF2-40B4-BE49-F238E27FC236}">
                    <a16:creationId xmlns:a16="http://schemas.microsoft.com/office/drawing/2014/main" id="{B9833D1E-6570-48B4-D387-B5955B6988CA}"/>
                  </a:ext>
                </a:extLst>
              </p:cNvPr>
              <p:cNvSpPr/>
              <p:nvPr/>
            </p:nvSpPr>
            <p:spPr>
              <a:xfrm>
                <a:off x="19369141" y="5117774"/>
                <a:ext cx="387721" cy="230505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2" name="TextBox 1731">
                <a:extLst>
                  <a:ext uri="{FF2B5EF4-FFF2-40B4-BE49-F238E27FC236}">
                    <a16:creationId xmlns:a16="http://schemas.microsoft.com/office/drawing/2014/main" id="{4E1B749E-8CE8-1E7B-1971-9F521A4CE704}"/>
                  </a:ext>
                </a:extLst>
              </p:cNvPr>
              <p:cNvSpPr txBox="1"/>
              <p:nvPr/>
            </p:nvSpPr>
            <p:spPr>
              <a:xfrm rot="16200000">
                <a:off x="18506876" y="6120071"/>
                <a:ext cx="20922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Conv2d,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kernel_size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</a:p>
            </p:txBody>
          </p:sp>
          <p:sp>
            <p:nvSpPr>
              <p:cNvPr id="1734" name="TextBox 1733">
                <a:extLst>
                  <a:ext uri="{FF2B5EF4-FFF2-40B4-BE49-F238E27FC236}">
                    <a16:creationId xmlns:a16="http://schemas.microsoft.com/office/drawing/2014/main" id="{0A1D442D-5055-7EF7-E13D-9DC3A43ED16E}"/>
                  </a:ext>
                </a:extLst>
              </p:cNvPr>
              <p:cNvSpPr txBox="1"/>
              <p:nvPr/>
            </p:nvSpPr>
            <p:spPr>
              <a:xfrm rot="16200000">
                <a:off x="18228518" y="6227004"/>
                <a:ext cx="16802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(None, 256, 256, 32)</a:t>
                </a:r>
              </a:p>
            </p:txBody>
          </p:sp>
          <p:sp>
            <p:nvSpPr>
              <p:cNvPr id="1735" name="TextBox 1734">
                <a:extLst>
                  <a:ext uri="{FF2B5EF4-FFF2-40B4-BE49-F238E27FC236}">
                    <a16:creationId xmlns:a16="http://schemas.microsoft.com/office/drawing/2014/main" id="{AB54C70B-2080-9768-4F78-17A1BC90FBED}"/>
                  </a:ext>
                </a:extLst>
              </p:cNvPr>
              <p:cNvSpPr txBox="1"/>
              <p:nvPr/>
            </p:nvSpPr>
            <p:spPr>
              <a:xfrm rot="16200000">
                <a:off x="19111521" y="6236078"/>
                <a:ext cx="15905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(None, 256, 256, 1)</a:t>
                </a:r>
              </a:p>
            </p:txBody>
          </p:sp>
          <p:sp>
            <p:nvSpPr>
              <p:cNvPr id="1736" name="Flowchart: Connector 1735">
                <a:extLst>
                  <a:ext uri="{FF2B5EF4-FFF2-40B4-BE49-F238E27FC236}">
                    <a16:creationId xmlns:a16="http://schemas.microsoft.com/office/drawing/2014/main" id="{34A81D15-B19A-FB9C-4579-83BE2D5D4CC9}"/>
                  </a:ext>
                </a:extLst>
              </p:cNvPr>
              <p:cNvSpPr/>
              <p:nvPr/>
            </p:nvSpPr>
            <p:spPr>
              <a:xfrm>
                <a:off x="20220313" y="6008964"/>
                <a:ext cx="457200" cy="457200"/>
              </a:xfrm>
              <a:prstGeom prst="flowChartConnector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1" name="TextBox 1740">
                <a:extLst>
                  <a:ext uri="{FF2B5EF4-FFF2-40B4-BE49-F238E27FC236}">
                    <a16:creationId xmlns:a16="http://schemas.microsoft.com/office/drawing/2014/main" id="{C4520605-C3F0-FDAC-208D-8E005FBC26B7}"/>
                  </a:ext>
                </a:extLst>
              </p:cNvPr>
              <p:cNvSpPr txBox="1"/>
              <p:nvPr/>
            </p:nvSpPr>
            <p:spPr>
              <a:xfrm rot="16200000">
                <a:off x="19919504" y="6777284"/>
                <a:ext cx="10743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act=sigmoid</a:t>
                </a:r>
              </a:p>
            </p:txBody>
          </p:sp>
          <p:sp>
            <p:nvSpPr>
              <p:cNvPr id="1742" name="TextBox 1741">
                <a:extLst>
                  <a:ext uri="{FF2B5EF4-FFF2-40B4-BE49-F238E27FC236}">
                    <a16:creationId xmlns:a16="http://schemas.microsoft.com/office/drawing/2014/main" id="{96893FC9-05FB-D3B7-78E7-863AE917D76D}"/>
                  </a:ext>
                </a:extLst>
              </p:cNvPr>
              <p:cNvSpPr txBox="1"/>
              <p:nvPr/>
            </p:nvSpPr>
            <p:spPr>
              <a:xfrm rot="16200000">
                <a:off x="20092384" y="5554850"/>
                <a:ext cx="6431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68480BB-BE95-8673-C359-400FA6833D07}"/>
                </a:ext>
              </a:extLst>
            </p:cNvPr>
            <p:cNvGrpSpPr/>
            <p:nvPr/>
          </p:nvGrpSpPr>
          <p:grpSpPr>
            <a:xfrm>
              <a:off x="11112101" y="10606676"/>
              <a:ext cx="1708807" cy="2305050"/>
              <a:chOff x="11112101" y="9987240"/>
              <a:chExt cx="1708807" cy="2305050"/>
            </a:xfrm>
          </p:grpSpPr>
          <p:grpSp>
            <p:nvGrpSpPr>
              <p:cNvPr id="1647" name="Group 1646">
                <a:extLst>
                  <a:ext uri="{FF2B5EF4-FFF2-40B4-BE49-F238E27FC236}">
                    <a16:creationId xmlns:a16="http://schemas.microsoft.com/office/drawing/2014/main" id="{85C5F395-CF0A-19C9-33BB-5C9655E66AF3}"/>
                  </a:ext>
                </a:extLst>
              </p:cNvPr>
              <p:cNvGrpSpPr/>
              <p:nvPr/>
            </p:nvGrpSpPr>
            <p:grpSpPr>
              <a:xfrm>
                <a:off x="11640987" y="9987240"/>
                <a:ext cx="911934" cy="2305050"/>
                <a:chOff x="5234896" y="5848350"/>
                <a:chExt cx="1213787" cy="2305050"/>
              </a:xfrm>
              <a:solidFill>
                <a:srgbClr val="ABEBB4"/>
              </a:solidFill>
            </p:grpSpPr>
            <p:sp>
              <p:nvSpPr>
                <p:cNvPr id="1648" name="Rectangle 1647">
                  <a:extLst>
                    <a:ext uri="{FF2B5EF4-FFF2-40B4-BE49-F238E27FC236}">
                      <a16:creationId xmlns:a16="http://schemas.microsoft.com/office/drawing/2014/main" id="{037F4AE0-8311-DE98-B398-6105B07DAACE}"/>
                    </a:ext>
                  </a:extLst>
                </p:cNvPr>
                <p:cNvSpPr/>
                <p:nvPr/>
              </p:nvSpPr>
              <p:spPr>
                <a:xfrm>
                  <a:off x="5234896" y="5848350"/>
                  <a:ext cx="516057" cy="23050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FF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49" name="TextBox 1648">
                  <a:extLst>
                    <a:ext uri="{FF2B5EF4-FFF2-40B4-BE49-F238E27FC236}">
                      <a16:creationId xmlns:a16="http://schemas.microsoft.com/office/drawing/2014/main" id="{34F1C7CC-233A-02A2-0073-32D0EC7C8032}"/>
                    </a:ext>
                  </a:extLst>
                </p:cNvPr>
                <p:cNvSpPr txBox="1"/>
                <p:nvPr/>
              </p:nvSpPr>
              <p:spPr>
                <a:xfrm rot="16200000">
                  <a:off x="4621836" y="6794616"/>
                  <a:ext cx="1715534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Conv2d, act = </a:t>
                  </a:r>
                  <a:r>
                    <a:rPr lang="en-US" sz="16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3" name="Rectangle 1742">
                  <a:extLst>
                    <a:ext uri="{FF2B5EF4-FFF2-40B4-BE49-F238E27FC236}">
                      <a16:creationId xmlns:a16="http://schemas.microsoft.com/office/drawing/2014/main" id="{34786D97-7C3E-D63A-6317-036C015F6759}"/>
                    </a:ext>
                  </a:extLst>
                </p:cNvPr>
                <p:cNvSpPr/>
                <p:nvPr/>
              </p:nvSpPr>
              <p:spPr>
                <a:xfrm>
                  <a:off x="6023511" y="6307022"/>
                  <a:ext cx="387721" cy="1431255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44" name="TextBox 1743">
                  <a:extLst>
                    <a:ext uri="{FF2B5EF4-FFF2-40B4-BE49-F238E27FC236}">
                      <a16:creationId xmlns:a16="http://schemas.microsoft.com/office/drawing/2014/main" id="{B583A2A1-A6BF-D00F-B13A-AEBEC648D333}"/>
                    </a:ext>
                  </a:extLst>
                </p:cNvPr>
                <p:cNvSpPr txBox="1"/>
                <p:nvPr/>
              </p:nvSpPr>
              <p:spPr>
                <a:xfrm rot="16200000">
                  <a:off x="5804029" y="6816389"/>
                  <a:ext cx="838691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CBAM </a:t>
                  </a:r>
                </a:p>
              </p:txBody>
            </p:sp>
          </p:grpSp>
          <p:grpSp>
            <p:nvGrpSpPr>
              <p:cNvPr id="1697" name="Group 1696">
                <a:extLst>
                  <a:ext uri="{FF2B5EF4-FFF2-40B4-BE49-F238E27FC236}">
                    <a16:creationId xmlns:a16="http://schemas.microsoft.com/office/drawing/2014/main" id="{50486D03-561F-DAC3-16E8-A4C592C25994}"/>
                  </a:ext>
                </a:extLst>
              </p:cNvPr>
              <p:cNvGrpSpPr/>
              <p:nvPr/>
            </p:nvGrpSpPr>
            <p:grpSpPr>
              <a:xfrm>
                <a:off x="11112101" y="10361214"/>
                <a:ext cx="357605" cy="1583573"/>
                <a:chOff x="13410161" y="10085149"/>
                <a:chExt cx="357605" cy="1583573"/>
              </a:xfrm>
            </p:grpSpPr>
            <p:sp>
              <p:nvSpPr>
                <p:cNvPr id="1663" name="Rectangle 1662">
                  <a:extLst>
                    <a:ext uri="{FF2B5EF4-FFF2-40B4-BE49-F238E27FC236}">
                      <a16:creationId xmlns:a16="http://schemas.microsoft.com/office/drawing/2014/main" id="{DCB650A4-E4F9-BCFD-1883-09CA7681F997}"/>
                    </a:ext>
                  </a:extLst>
                </p:cNvPr>
                <p:cNvSpPr/>
                <p:nvPr/>
              </p:nvSpPr>
              <p:spPr>
                <a:xfrm>
                  <a:off x="13429211" y="10085149"/>
                  <a:ext cx="338555" cy="1583573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64" name="TextBox 1663">
                  <a:extLst>
                    <a:ext uri="{FF2B5EF4-FFF2-40B4-BE49-F238E27FC236}">
                      <a16:creationId xmlns:a16="http://schemas.microsoft.com/office/drawing/2014/main" id="{DE958B73-4D28-0A87-8649-58B768D5561A}"/>
                    </a:ext>
                  </a:extLst>
                </p:cNvPr>
                <p:cNvSpPr txBox="1"/>
                <p:nvPr/>
              </p:nvSpPr>
              <p:spPr>
                <a:xfrm rot="16200000">
                  <a:off x="12842509" y="10755729"/>
                  <a:ext cx="147385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Resize to target</a:t>
                  </a:r>
                </a:p>
              </p:txBody>
            </p:sp>
          </p:grpSp>
          <p:sp>
            <p:nvSpPr>
              <p:cNvPr id="1670" name="TextBox 1669">
                <a:extLst>
                  <a:ext uri="{FF2B5EF4-FFF2-40B4-BE49-F238E27FC236}">
                    <a16:creationId xmlns:a16="http://schemas.microsoft.com/office/drawing/2014/main" id="{49A0196F-0F66-C6A4-63B2-DFCE3480E0AA}"/>
                  </a:ext>
                </a:extLst>
              </p:cNvPr>
              <p:cNvSpPr txBox="1"/>
              <p:nvPr/>
            </p:nvSpPr>
            <p:spPr>
              <a:xfrm rot="16200000">
                <a:off x="11871770" y="10989066"/>
                <a:ext cx="15905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(None, 32, 32, 256)</a:t>
                </a:r>
              </a:p>
            </p:txBody>
          </p:sp>
          <p:cxnSp>
            <p:nvCxnSpPr>
              <p:cNvPr id="1699" name="Straight Arrow Connector 1698">
                <a:extLst>
                  <a:ext uri="{FF2B5EF4-FFF2-40B4-BE49-F238E27FC236}">
                    <a16:creationId xmlns:a16="http://schemas.microsoft.com/office/drawing/2014/main" id="{0459D977-2E5F-2EC5-8519-FE463686E10C}"/>
                  </a:ext>
                </a:extLst>
              </p:cNvPr>
              <p:cNvCxnSpPr>
                <a:cxnSpLocks/>
                <a:stCxn id="1664" idx="2"/>
                <a:endCxn id="1649" idx="0"/>
              </p:cNvCxnSpPr>
              <p:nvPr/>
            </p:nvCxnSpPr>
            <p:spPr>
              <a:xfrm flipV="1">
                <a:off x="11450655" y="11158814"/>
                <a:ext cx="2049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6" name="Straight Arrow Connector 1745">
                <a:extLst>
                  <a:ext uri="{FF2B5EF4-FFF2-40B4-BE49-F238E27FC236}">
                    <a16:creationId xmlns:a16="http://schemas.microsoft.com/office/drawing/2014/main" id="{2746477C-63B1-3B1F-1637-4F5865C90A28}"/>
                  </a:ext>
                </a:extLst>
              </p:cNvPr>
              <p:cNvCxnSpPr>
                <a:cxnSpLocks/>
                <a:stCxn id="1649" idx="2"/>
                <a:endCxn id="1744" idx="0"/>
              </p:cNvCxnSpPr>
              <p:nvPr/>
            </p:nvCxnSpPr>
            <p:spPr>
              <a:xfrm>
                <a:off x="11994116" y="11158814"/>
                <a:ext cx="2202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91" name="Straight Arrow Connector 1790">
              <a:extLst>
                <a:ext uri="{FF2B5EF4-FFF2-40B4-BE49-F238E27FC236}">
                  <a16:creationId xmlns:a16="http://schemas.microsoft.com/office/drawing/2014/main" id="{F9F4038A-C167-943B-9A4B-AA947C5561ED}"/>
                </a:ext>
              </a:extLst>
            </p:cNvPr>
            <p:cNvCxnSpPr/>
            <p:nvPr/>
          </p:nvCxnSpPr>
          <p:spPr>
            <a:xfrm flipV="1">
              <a:off x="5010438" y="7788385"/>
              <a:ext cx="12039312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93" name="Straight Arrow Connector 1792">
              <a:extLst>
                <a:ext uri="{FF2B5EF4-FFF2-40B4-BE49-F238E27FC236}">
                  <a16:creationId xmlns:a16="http://schemas.microsoft.com/office/drawing/2014/main" id="{C2ED4769-6163-B37D-0652-4C530C487F74}"/>
                </a:ext>
              </a:extLst>
            </p:cNvPr>
            <p:cNvCxnSpPr/>
            <p:nvPr/>
          </p:nvCxnSpPr>
          <p:spPr>
            <a:xfrm>
              <a:off x="6084204" y="8702785"/>
              <a:ext cx="9122518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95" name="Straight Arrow Connector 1794">
              <a:extLst>
                <a:ext uri="{FF2B5EF4-FFF2-40B4-BE49-F238E27FC236}">
                  <a16:creationId xmlns:a16="http://schemas.microsoft.com/office/drawing/2014/main" id="{92BEAD48-1744-DF34-2E69-312CCF7110F4}"/>
                </a:ext>
              </a:extLst>
            </p:cNvPr>
            <p:cNvCxnSpPr/>
            <p:nvPr/>
          </p:nvCxnSpPr>
          <p:spPr>
            <a:xfrm>
              <a:off x="7179661" y="9759757"/>
              <a:ext cx="6193439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97" name="Straight Arrow Connector 1796">
              <a:extLst>
                <a:ext uri="{FF2B5EF4-FFF2-40B4-BE49-F238E27FC236}">
                  <a16:creationId xmlns:a16="http://schemas.microsoft.com/office/drawing/2014/main" id="{40945FC4-2055-DB9A-F58F-554004BBDAF9}"/>
                </a:ext>
              </a:extLst>
            </p:cNvPr>
            <p:cNvCxnSpPr/>
            <p:nvPr/>
          </p:nvCxnSpPr>
          <p:spPr>
            <a:xfrm>
              <a:off x="8223665" y="10798285"/>
              <a:ext cx="3434935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99" name="Connector: Curved 1798">
              <a:extLst>
                <a:ext uri="{FF2B5EF4-FFF2-40B4-BE49-F238E27FC236}">
                  <a16:creationId xmlns:a16="http://schemas.microsoft.com/office/drawing/2014/main" id="{4501833D-A77F-8904-EEC9-49A25C24F4AA}"/>
                </a:ext>
              </a:extLst>
            </p:cNvPr>
            <p:cNvCxnSpPr>
              <a:cxnSpLocks/>
              <a:stCxn id="1024" idx="2"/>
            </p:cNvCxnSpPr>
            <p:nvPr/>
          </p:nvCxnSpPr>
          <p:spPr>
            <a:xfrm rot="16200000" flipH="1">
              <a:off x="4832865" y="9916603"/>
              <a:ext cx="724101" cy="733873"/>
            </a:xfrm>
            <a:prstGeom prst="curvedConnector2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02" name="Connector: Curved 1801">
              <a:extLst>
                <a:ext uri="{FF2B5EF4-FFF2-40B4-BE49-F238E27FC236}">
                  <a16:creationId xmlns:a16="http://schemas.microsoft.com/office/drawing/2014/main" id="{C0960907-3B5F-FD02-7D44-77B061646BF7}"/>
                </a:ext>
              </a:extLst>
            </p:cNvPr>
            <p:cNvCxnSpPr>
              <a:stCxn id="1048" idx="2"/>
            </p:cNvCxnSpPr>
            <p:nvPr/>
          </p:nvCxnSpPr>
          <p:spPr>
            <a:xfrm rot="16200000" flipH="1">
              <a:off x="5864459" y="10772912"/>
              <a:ext cx="911198" cy="968347"/>
            </a:xfrm>
            <a:prstGeom prst="curvedConnector2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04" name="Connector: Curved 1803">
              <a:extLst>
                <a:ext uri="{FF2B5EF4-FFF2-40B4-BE49-F238E27FC236}">
                  <a16:creationId xmlns:a16="http://schemas.microsoft.com/office/drawing/2014/main" id="{5B277325-9884-4F5B-B205-BA8A579B17D7}"/>
                </a:ext>
              </a:extLst>
            </p:cNvPr>
            <p:cNvCxnSpPr>
              <a:stCxn id="1052" idx="2"/>
            </p:cNvCxnSpPr>
            <p:nvPr/>
          </p:nvCxnSpPr>
          <p:spPr>
            <a:xfrm rot="16200000" flipH="1">
              <a:off x="6958081" y="11878810"/>
              <a:ext cx="795137" cy="795401"/>
            </a:xfrm>
            <a:prstGeom prst="curvedConnector2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06" name="Connector: Curved 1805">
              <a:extLst>
                <a:ext uri="{FF2B5EF4-FFF2-40B4-BE49-F238E27FC236}">
                  <a16:creationId xmlns:a16="http://schemas.microsoft.com/office/drawing/2014/main" id="{3A208063-81EA-9F59-6227-0527E2A74307}"/>
                </a:ext>
              </a:extLst>
            </p:cNvPr>
            <p:cNvCxnSpPr>
              <a:stCxn id="1056" idx="2"/>
              <a:endCxn id="1065" idx="2"/>
            </p:cNvCxnSpPr>
            <p:nvPr/>
          </p:nvCxnSpPr>
          <p:spPr>
            <a:xfrm rot="16200000" flipH="1">
              <a:off x="8173091" y="12870300"/>
              <a:ext cx="275793" cy="588646"/>
            </a:xfrm>
            <a:prstGeom prst="curvedConnector2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17" name="Connector: Curved 1816">
              <a:extLst>
                <a:ext uri="{FF2B5EF4-FFF2-40B4-BE49-F238E27FC236}">
                  <a16:creationId xmlns:a16="http://schemas.microsoft.com/office/drawing/2014/main" id="{9975D681-308D-453C-D541-AED7F697257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4064959" y="10690360"/>
              <a:ext cx="902700" cy="731046"/>
            </a:xfrm>
            <a:prstGeom prst="curvedConnector3">
              <a:avLst>
                <a:gd name="adj1" fmla="val -25324"/>
              </a:avLst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19" name="Connector: Curved 1818">
              <a:extLst>
                <a:ext uri="{FF2B5EF4-FFF2-40B4-BE49-F238E27FC236}">
                  <a16:creationId xmlns:a16="http://schemas.microsoft.com/office/drawing/2014/main" id="{8359E3A2-7A3C-DBA8-A7C6-9A05063A6E8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5912811" y="9643840"/>
              <a:ext cx="864600" cy="731046"/>
            </a:xfrm>
            <a:prstGeom prst="curvedConnector3">
              <a:avLst>
                <a:gd name="adj1" fmla="val -26440"/>
              </a:avLst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30" name="Straight Arrow Connector 1829">
              <a:extLst>
                <a:ext uri="{FF2B5EF4-FFF2-40B4-BE49-F238E27FC236}">
                  <a16:creationId xmlns:a16="http://schemas.microsoft.com/office/drawing/2014/main" id="{36B59DE8-479F-B618-AB8D-7712908CDAF8}"/>
                </a:ext>
              </a:extLst>
            </p:cNvPr>
            <p:cNvCxnSpPr>
              <a:cxnSpLocks/>
              <a:stCxn id="1732" idx="2"/>
              <a:endCxn id="1736" idx="2"/>
            </p:cNvCxnSpPr>
            <p:nvPr/>
          </p:nvCxnSpPr>
          <p:spPr>
            <a:xfrm flipV="1">
              <a:off x="19095730" y="6273796"/>
              <a:ext cx="49804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32" name="Straight Arrow Connector 1831">
              <a:extLst>
                <a:ext uri="{FF2B5EF4-FFF2-40B4-BE49-F238E27FC236}">
                  <a16:creationId xmlns:a16="http://schemas.microsoft.com/office/drawing/2014/main" id="{30BCEF80-1EC2-B881-DC2C-0E6051107376}"/>
                </a:ext>
              </a:extLst>
            </p:cNvPr>
            <p:cNvCxnSpPr>
              <a:cxnSpLocks/>
              <a:stCxn id="1730" idx="2"/>
              <a:endCxn id="1732" idx="0"/>
            </p:cNvCxnSpPr>
            <p:nvPr/>
          </p:nvCxnSpPr>
          <p:spPr>
            <a:xfrm>
              <a:off x="18279390" y="6325580"/>
              <a:ext cx="477786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833" name="TextBox 1832">
              <a:extLst>
                <a:ext uri="{FF2B5EF4-FFF2-40B4-BE49-F238E27FC236}">
                  <a16:creationId xmlns:a16="http://schemas.microsoft.com/office/drawing/2014/main" id="{13DAE0A3-09D7-A3EF-66D7-30BC0041EBCF}"/>
                </a:ext>
              </a:extLst>
            </p:cNvPr>
            <p:cNvSpPr txBox="1"/>
            <p:nvPr/>
          </p:nvSpPr>
          <p:spPr>
            <a:xfrm>
              <a:off x="9263870" y="7602206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sp>
          <p:nvSpPr>
            <p:cNvPr id="1834" name="TextBox 1833">
              <a:extLst>
                <a:ext uri="{FF2B5EF4-FFF2-40B4-BE49-F238E27FC236}">
                  <a16:creationId xmlns:a16="http://schemas.microsoft.com/office/drawing/2014/main" id="{6A6B241D-E8DA-C767-E720-847764EA8C8E}"/>
                </a:ext>
              </a:extLst>
            </p:cNvPr>
            <p:cNvSpPr txBox="1"/>
            <p:nvPr/>
          </p:nvSpPr>
          <p:spPr>
            <a:xfrm>
              <a:off x="9298282" y="8531972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sp>
          <p:nvSpPr>
            <p:cNvPr id="1835" name="TextBox 1834">
              <a:extLst>
                <a:ext uri="{FF2B5EF4-FFF2-40B4-BE49-F238E27FC236}">
                  <a16:creationId xmlns:a16="http://schemas.microsoft.com/office/drawing/2014/main" id="{1FC55D98-32DF-9E29-EC5D-154CA1638275}"/>
                </a:ext>
              </a:extLst>
            </p:cNvPr>
            <p:cNvSpPr txBox="1"/>
            <p:nvPr/>
          </p:nvSpPr>
          <p:spPr>
            <a:xfrm>
              <a:off x="9332694" y="9598779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sp>
          <p:nvSpPr>
            <p:cNvPr id="1836" name="TextBox 1835">
              <a:extLst>
                <a:ext uri="{FF2B5EF4-FFF2-40B4-BE49-F238E27FC236}">
                  <a16:creationId xmlns:a16="http://schemas.microsoft.com/office/drawing/2014/main" id="{25D63736-3C08-3D37-D144-9CCEABAAE0FA}"/>
                </a:ext>
              </a:extLst>
            </p:cNvPr>
            <p:cNvSpPr txBox="1"/>
            <p:nvPr/>
          </p:nvSpPr>
          <p:spPr>
            <a:xfrm>
              <a:off x="9337609" y="10665586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grpSp>
          <p:nvGrpSpPr>
            <p:cNvPr id="1853" name="Group 1852">
              <a:extLst>
                <a:ext uri="{FF2B5EF4-FFF2-40B4-BE49-F238E27FC236}">
                  <a16:creationId xmlns:a16="http://schemas.microsoft.com/office/drawing/2014/main" id="{623086DE-284C-DDE1-6C07-2324139956A3}"/>
                </a:ext>
              </a:extLst>
            </p:cNvPr>
            <p:cNvGrpSpPr/>
            <p:nvPr/>
          </p:nvGrpSpPr>
          <p:grpSpPr>
            <a:xfrm>
              <a:off x="4327857" y="1749476"/>
              <a:ext cx="369332" cy="1858099"/>
              <a:chOff x="10941671" y="12162247"/>
              <a:chExt cx="369332" cy="1858099"/>
            </a:xfrm>
          </p:grpSpPr>
          <p:sp>
            <p:nvSpPr>
              <p:cNvPr id="1888" name="Oval 1887">
                <a:extLst>
                  <a:ext uri="{FF2B5EF4-FFF2-40B4-BE49-F238E27FC236}">
                    <a16:creationId xmlns:a16="http://schemas.microsoft.com/office/drawing/2014/main" id="{2C3A3FD7-7E22-A257-5D08-EF366B77D3D8}"/>
                  </a:ext>
                </a:extLst>
              </p:cNvPr>
              <p:cNvSpPr/>
              <p:nvPr/>
            </p:nvSpPr>
            <p:spPr>
              <a:xfrm>
                <a:off x="10947529" y="12162247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9" name="Oval 1888">
                <a:extLst>
                  <a:ext uri="{FF2B5EF4-FFF2-40B4-BE49-F238E27FC236}">
                    <a16:creationId xmlns:a16="http://schemas.microsoft.com/office/drawing/2014/main" id="{FA49B6EB-3CCC-416A-9DF9-2F60E9D28955}"/>
                  </a:ext>
                </a:extLst>
              </p:cNvPr>
              <p:cNvSpPr/>
              <p:nvPr/>
            </p:nvSpPr>
            <p:spPr>
              <a:xfrm>
                <a:off x="10947529" y="1379174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0" name="Oval 1889">
                <a:extLst>
                  <a:ext uri="{FF2B5EF4-FFF2-40B4-BE49-F238E27FC236}">
                    <a16:creationId xmlns:a16="http://schemas.microsoft.com/office/drawing/2014/main" id="{6A07E2E5-A0E9-BACE-D3A3-42F23687B049}"/>
                  </a:ext>
                </a:extLst>
              </p:cNvPr>
              <p:cNvSpPr/>
              <p:nvPr/>
            </p:nvSpPr>
            <p:spPr>
              <a:xfrm>
                <a:off x="10941671" y="12611945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1" name="Oval 1890">
                <a:extLst>
                  <a:ext uri="{FF2B5EF4-FFF2-40B4-BE49-F238E27FC236}">
                    <a16:creationId xmlns:a16="http://schemas.microsoft.com/office/drawing/2014/main" id="{7A4A743A-9D70-4E70-DF8B-8EE124CBE84E}"/>
                  </a:ext>
                </a:extLst>
              </p:cNvPr>
              <p:cNvSpPr/>
              <p:nvPr/>
            </p:nvSpPr>
            <p:spPr>
              <a:xfrm>
                <a:off x="10941671" y="13342048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2" name="TextBox 1891">
                <a:extLst>
                  <a:ext uri="{FF2B5EF4-FFF2-40B4-BE49-F238E27FC236}">
                    <a16:creationId xmlns:a16="http://schemas.microsoft.com/office/drawing/2014/main" id="{71FDA30D-9E6E-D50E-478D-2B816E451308}"/>
                  </a:ext>
                </a:extLst>
              </p:cNvPr>
              <p:cNvSpPr txBox="1"/>
              <p:nvPr/>
            </p:nvSpPr>
            <p:spPr>
              <a:xfrm rot="5400000">
                <a:off x="10883322" y="12936242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…. </a:t>
                </a:r>
              </a:p>
            </p:txBody>
          </p:sp>
        </p:grpSp>
        <p:grpSp>
          <p:nvGrpSpPr>
            <p:cNvPr id="1854" name="Group 1853">
              <a:extLst>
                <a:ext uri="{FF2B5EF4-FFF2-40B4-BE49-F238E27FC236}">
                  <a16:creationId xmlns:a16="http://schemas.microsoft.com/office/drawing/2014/main" id="{79C22031-5156-6A8D-9DEA-09EB9CFD171D}"/>
                </a:ext>
              </a:extLst>
            </p:cNvPr>
            <p:cNvGrpSpPr/>
            <p:nvPr/>
          </p:nvGrpSpPr>
          <p:grpSpPr>
            <a:xfrm>
              <a:off x="5166745" y="1891285"/>
              <a:ext cx="415636" cy="1635360"/>
              <a:chOff x="12595277" y="11881520"/>
              <a:chExt cx="415636" cy="1635360"/>
            </a:xfrm>
          </p:grpSpPr>
          <p:sp>
            <p:nvSpPr>
              <p:cNvPr id="1886" name="Cube 1885">
                <a:extLst>
                  <a:ext uri="{FF2B5EF4-FFF2-40B4-BE49-F238E27FC236}">
                    <a16:creationId xmlns:a16="http://schemas.microsoft.com/office/drawing/2014/main" id="{BF47E5A5-6D6A-A8BA-8602-15FA321679DB}"/>
                  </a:ext>
                </a:extLst>
              </p:cNvPr>
              <p:cNvSpPr/>
              <p:nvPr/>
            </p:nvSpPr>
            <p:spPr>
              <a:xfrm rot="16200000">
                <a:off x="12012001" y="12464796"/>
                <a:ext cx="1582187" cy="415636"/>
              </a:xfrm>
              <a:prstGeom prst="cube">
                <a:avLst/>
              </a:prstGeom>
              <a:solidFill>
                <a:srgbClr val="B5EDBD"/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87" name="TextBox 1886">
                <a:extLst>
                  <a:ext uri="{FF2B5EF4-FFF2-40B4-BE49-F238E27FC236}">
                    <a16:creationId xmlns:a16="http://schemas.microsoft.com/office/drawing/2014/main" id="{7E6C2C04-D786-6F8E-A364-BCFA33D0F8D3}"/>
                  </a:ext>
                </a:extLst>
              </p:cNvPr>
              <p:cNvSpPr txBox="1"/>
              <p:nvPr/>
            </p:nvSpPr>
            <p:spPr>
              <a:xfrm rot="16200000">
                <a:off x="12063546" y="12577359"/>
                <a:ext cx="15712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 avg pooling</a:t>
                </a:r>
              </a:p>
            </p:txBody>
          </p:sp>
        </p:grpSp>
        <p:grpSp>
          <p:nvGrpSpPr>
            <p:cNvPr id="1856" name="Group 1855">
              <a:extLst>
                <a:ext uri="{FF2B5EF4-FFF2-40B4-BE49-F238E27FC236}">
                  <a16:creationId xmlns:a16="http://schemas.microsoft.com/office/drawing/2014/main" id="{BFAC73FB-86DD-44F2-EF26-FCA7B2732672}"/>
                </a:ext>
              </a:extLst>
            </p:cNvPr>
            <p:cNvGrpSpPr/>
            <p:nvPr/>
          </p:nvGrpSpPr>
          <p:grpSpPr>
            <a:xfrm>
              <a:off x="3696399" y="2211874"/>
              <a:ext cx="369332" cy="958703"/>
              <a:chOff x="10941671" y="12611945"/>
              <a:chExt cx="369332" cy="958703"/>
            </a:xfrm>
          </p:grpSpPr>
          <p:sp>
            <p:nvSpPr>
              <p:cNvPr id="1881" name="Oval 1880">
                <a:extLst>
                  <a:ext uri="{FF2B5EF4-FFF2-40B4-BE49-F238E27FC236}">
                    <a16:creationId xmlns:a16="http://schemas.microsoft.com/office/drawing/2014/main" id="{420594F3-7B5F-8D33-BAA1-FA766F52CEFA}"/>
                  </a:ext>
                </a:extLst>
              </p:cNvPr>
              <p:cNvSpPr/>
              <p:nvPr/>
            </p:nvSpPr>
            <p:spPr>
              <a:xfrm>
                <a:off x="10941671" y="12611945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2" name="Oval 1881">
                <a:extLst>
                  <a:ext uri="{FF2B5EF4-FFF2-40B4-BE49-F238E27FC236}">
                    <a16:creationId xmlns:a16="http://schemas.microsoft.com/office/drawing/2014/main" id="{2BDFFD81-51ED-6027-6F8E-20269C3F297D}"/>
                  </a:ext>
                </a:extLst>
              </p:cNvPr>
              <p:cNvSpPr/>
              <p:nvPr/>
            </p:nvSpPr>
            <p:spPr>
              <a:xfrm>
                <a:off x="10941671" y="13342048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3" name="TextBox 1882">
                <a:extLst>
                  <a:ext uri="{FF2B5EF4-FFF2-40B4-BE49-F238E27FC236}">
                    <a16:creationId xmlns:a16="http://schemas.microsoft.com/office/drawing/2014/main" id="{5856B338-7589-E183-717E-AD77D1069924}"/>
                  </a:ext>
                </a:extLst>
              </p:cNvPr>
              <p:cNvSpPr txBox="1"/>
              <p:nvPr/>
            </p:nvSpPr>
            <p:spPr>
              <a:xfrm rot="5400000">
                <a:off x="10883322" y="12936242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…. </a:t>
                </a:r>
              </a:p>
            </p:txBody>
          </p:sp>
        </p:grpSp>
        <p:cxnSp>
          <p:nvCxnSpPr>
            <p:cNvPr id="1857" name="Straight Connector 1856">
              <a:extLst>
                <a:ext uri="{FF2B5EF4-FFF2-40B4-BE49-F238E27FC236}">
                  <a16:creationId xmlns:a16="http://schemas.microsoft.com/office/drawing/2014/main" id="{F5F98949-D2C2-0326-F964-3CEE112DD022}"/>
                </a:ext>
              </a:extLst>
            </p:cNvPr>
            <p:cNvCxnSpPr>
              <a:cxnSpLocks/>
              <a:stCxn id="1888" idx="2"/>
              <a:endCxn id="1881" idx="6"/>
            </p:cNvCxnSpPr>
            <p:nvPr/>
          </p:nvCxnSpPr>
          <p:spPr>
            <a:xfrm flipH="1">
              <a:off x="3924999" y="1863776"/>
              <a:ext cx="408716" cy="4623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C5768165-8490-E7EF-A6C1-537A2832EB1B}"/>
                </a:ext>
              </a:extLst>
            </p:cNvPr>
            <p:cNvCxnSpPr>
              <a:cxnSpLocks/>
              <a:stCxn id="1888" idx="2"/>
              <a:endCxn id="1882" idx="6"/>
            </p:cNvCxnSpPr>
            <p:nvPr/>
          </p:nvCxnSpPr>
          <p:spPr>
            <a:xfrm flipH="1">
              <a:off x="3924999" y="1863776"/>
              <a:ext cx="408716" cy="11925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1858">
              <a:extLst>
                <a:ext uri="{FF2B5EF4-FFF2-40B4-BE49-F238E27FC236}">
                  <a16:creationId xmlns:a16="http://schemas.microsoft.com/office/drawing/2014/main" id="{DE5DD6C0-6616-EF82-6FB1-E33399F34110}"/>
                </a:ext>
              </a:extLst>
            </p:cNvPr>
            <p:cNvCxnSpPr>
              <a:cxnSpLocks/>
              <a:stCxn id="1890" idx="2"/>
              <a:endCxn id="1881" idx="6"/>
            </p:cNvCxnSpPr>
            <p:nvPr/>
          </p:nvCxnSpPr>
          <p:spPr>
            <a:xfrm flipH="1">
              <a:off x="3924999" y="2313474"/>
              <a:ext cx="402858" cy="127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9D18A866-7180-DD73-9AB5-C748DAFB3BF4}"/>
                </a:ext>
              </a:extLst>
            </p:cNvPr>
            <p:cNvCxnSpPr>
              <a:cxnSpLocks/>
              <a:stCxn id="1890" idx="2"/>
              <a:endCxn id="1882" idx="6"/>
            </p:cNvCxnSpPr>
            <p:nvPr/>
          </p:nvCxnSpPr>
          <p:spPr>
            <a:xfrm flipH="1">
              <a:off x="3924999" y="2313474"/>
              <a:ext cx="402858" cy="7428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1860">
              <a:extLst>
                <a:ext uri="{FF2B5EF4-FFF2-40B4-BE49-F238E27FC236}">
                  <a16:creationId xmlns:a16="http://schemas.microsoft.com/office/drawing/2014/main" id="{2E24F56D-E707-A7AB-0D2F-270BCCF069E1}"/>
                </a:ext>
              </a:extLst>
            </p:cNvPr>
            <p:cNvCxnSpPr>
              <a:cxnSpLocks/>
              <a:stCxn id="1891" idx="2"/>
              <a:endCxn id="1882" idx="6"/>
            </p:cNvCxnSpPr>
            <p:nvPr/>
          </p:nvCxnSpPr>
          <p:spPr>
            <a:xfrm flipH="1">
              <a:off x="3924999" y="3043577"/>
              <a:ext cx="402858" cy="127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7927C121-C063-2243-D9E1-4CB17A3D1DA7}"/>
                </a:ext>
              </a:extLst>
            </p:cNvPr>
            <p:cNvCxnSpPr>
              <a:cxnSpLocks/>
              <a:stCxn id="1891" idx="2"/>
              <a:endCxn id="1881" idx="6"/>
            </p:cNvCxnSpPr>
            <p:nvPr/>
          </p:nvCxnSpPr>
          <p:spPr>
            <a:xfrm flipH="1" flipV="1">
              <a:off x="3924999" y="2326174"/>
              <a:ext cx="402858" cy="71740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1862">
              <a:extLst>
                <a:ext uri="{FF2B5EF4-FFF2-40B4-BE49-F238E27FC236}">
                  <a16:creationId xmlns:a16="http://schemas.microsoft.com/office/drawing/2014/main" id="{566159E3-612B-6570-DDCF-779E0EB53ED7}"/>
                </a:ext>
              </a:extLst>
            </p:cNvPr>
            <p:cNvCxnSpPr>
              <a:cxnSpLocks/>
              <a:stCxn id="1889" idx="2"/>
              <a:endCxn id="1882" idx="6"/>
            </p:cNvCxnSpPr>
            <p:nvPr/>
          </p:nvCxnSpPr>
          <p:spPr>
            <a:xfrm flipH="1" flipV="1">
              <a:off x="3924999" y="3056277"/>
              <a:ext cx="408716" cy="4369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4" name="Straight Connector 1863">
              <a:extLst>
                <a:ext uri="{FF2B5EF4-FFF2-40B4-BE49-F238E27FC236}">
                  <a16:creationId xmlns:a16="http://schemas.microsoft.com/office/drawing/2014/main" id="{FA1D658B-6B89-8A12-1A99-ECCDAFCDA0BC}"/>
                </a:ext>
              </a:extLst>
            </p:cNvPr>
            <p:cNvCxnSpPr>
              <a:cxnSpLocks/>
              <a:stCxn id="1889" idx="2"/>
              <a:endCxn id="1881" idx="6"/>
            </p:cNvCxnSpPr>
            <p:nvPr/>
          </p:nvCxnSpPr>
          <p:spPr>
            <a:xfrm flipH="1" flipV="1">
              <a:off x="3924999" y="2326174"/>
              <a:ext cx="408716" cy="11671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Straight Arrow Connector 1868">
              <a:extLst>
                <a:ext uri="{FF2B5EF4-FFF2-40B4-BE49-F238E27FC236}">
                  <a16:creationId xmlns:a16="http://schemas.microsoft.com/office/drawing/2014/main" id="{C5C3285E-5983-A197-4136-805628212535}"/>
                </a:ext>
              </a:extLst>
            </p:cNvPr>
            <p:cNvCxnSpPr>
              <a:cxnSpLocks/>
              <a:endCxn id="1888" idx="6"/>
            </p:cNvCxnSpPr>
            <p:nvPr/>
          </p:nvCxnSpPr>
          <p:spPr>
            <a:xfrm flipH="1" flipV="1">
              <a:off x="4562315" y="1863776"/>
              <a:ext cx="601444" cy="8465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Arrow Connector 1869">
              <a:extLst>
                <a:ext uri="{FF2B5EF4-FFF2-40B4-BE49-F238E27FC236}">
                  <a16:creationId xmlns:a16="http://schemas.microsoft.com/office/drawing/2014/main" id="{84CB5446-725D-ACB3-A6FE-2E4CFA035FA9}"/>
                </a:ext>
              </a:extLst>
            </p:cNvPr>
            <p:cNvCxnSpPr>
              <a:cxnSpLocks/>
              <a:endCxn id="1890" idx="6"/>
            </p:cNvCxnSpPr>
            <p:nvPr/>
          </p:nvCxnSpPr>
          <p:spPr>
            <a:xfrm flipH="1" flipV="1">
              <a:off x="4556457" y="2313474"/>
              <a:ext cx="611034" cy="4004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1" name="Straight Arrow Connector 1870">
              <a:extLst>
                <a:ext uri="{FF2B5EF4-FFF2-40B4-BE49-F238E27FC236}">
                  <a16:creationId xmlns:a16="http://schemas.microsoft.com/office/drawing/2014/main" id="{344C09EE-6A09-6FE7-BA4A-7FB1ED9A7AFB}"/>
                </a:ext>
              </a:extLst>
            </p:cNvPr>
            <p:cNvCxnSpPr>
              <a:cxnSpLocks/>
              <a:endCxn id="1891" idx="6"/>
            </p:cNvCxnSpPr>
            <p:nvPr/>
          </p:nvCxnSpPr>
          <p:spPr>
            <a:xfrm flipH="1">
              <a:off x="4556457" y="2710276"/>
              <a:ext cx="607302" cy="3333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Arrow Connector 1871">
              <a:extLst>
                <a:ext uri="{FF2B5EF4-FFF2-40B4-BE49-F238E27FC236}">
                  <a16:creationId xmlns:a16="http://schemas.microsoft.com/office/drawing/2014/main" id="{E877A094-6AD9-88C8-8D6A-21C45EDCD26F}"/>
                </a:ext>
              </a:extLst>
            </p:cNvPr>
            <p:cNvCxnSpPr>
              <a:cxnSpLocks/>
              <a:endCxn id="1889" idx="6"/>
            </p:cNvCxnSpPr>
            <p:nvPr/>
          </p:nvCxnSpPr>
          <p:spPr>
            <a:xfrm flipH="1">
              <a:off x="4562315" y="2710276"/>
              <a:ext cx="601444" cy="7829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4" name="TextBox 1873">
                  <a:extLst>
                    <a:ext uri="{FF2B5EF4-FFF2-40B4-BE49-F238E27FC236}">
                      <a16:creationId xmlns:a16="http://schemas.microsoft.com/office/drawing/2014/main" id="{9437FF64-3475-D2B4-05FD-EED3D8EC2588}"/>
                    </a:ext>
                  </a:extLst>
                </p:cNvPr>
                <p:cNvSpPr txBox="1"/>
                <p:nvPr/>
              </p:nvSpPr>
              <p:spPr>
                <a:xfrm>
                  <a:off x="4200317" y="3551295"/>
                  <a:ext cx="5667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12 </m:t>
                        </m:r>
                      </m:oMath>
                    </m:oMathPara>
                  </a14:m>
                  <a:endParaRPr lang="en-US" sz="1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𝑢𝑛𝑖𝑡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74" name="TextBox 1873">
                  <a:extLst>
                    <a:ext uri="{FF2B5EF4-FFF2-40B4-BE49-F238E27FC236}">
                      <a16:creationId xmlns:a16="http://schemas.microsoft.com/office/drawing/2014/main" id="{9437FF64-3475-D2B4-05FD-EED3D8EC2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317" y="3551295"/>
                  <a:ext cx="566757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75" name="TextBox 1874">
              <a:extLst>
                <a:ext uri="{FF2B5EF4-FFF2-40B4-BE49-F238E27FC236}">
                  <a16:creationId xmlns:a16="http://schemas.microsoft.com/office/drawing/2014/main" id="{9DC51DC8-C9F1-19AE-B148-D99C4B4F591C}"/>
                </a:ext>
              </a:extLst>
            </p:cNvPr>
            <p:cNvSpPr txBox="1"/>
            <p:nvPr/>
          </p:nvSpPr>
          <p:spPr>
            <a:xfrm>
              <a:off x="4161041" y="1475795"/>
              <a:ext cx="6238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3" name="TextBox 1892">
                  <a:extLst>
                    <a:ext uri="{FF2B5EF4-FFF2-40B4-BE49-F238E27FC236}">
                      <a16:creationId xmlns:a16="http://schemas.microsoft.com/office/drawing/2014/main" id="{C13EDE86-556E-1C34-0411-C1C103B04F28}"/>
                    </a:ext>
                  </a:extLst>
                </p:cNvPr>
                <p:cNvSpPr txBox="1"/>
                <p:nvPr/>
              </p:nvSpPr>
              <p:spPr>
                <a:xfrm>
                  <a:off x="3552617" y="3221095"/>
                  <a:ext cx="5667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28 </m:t>
                        </m:r>
                      </m:oMath>
                    </m:oMathPara>
                  </a14:m>
                  <a:endParaRPr lang="en-US" sz="1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𝑢𝑛𝑖𝑡</m:t>
                        </m:r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93" name="TextBox 1892">
                  <a:extLst>
                    <a:ext uri="{FF2B5EF4-FFF2-40B4-BE49-F238E27FC236}">
                      <a16:creationId xmlns:a16="http://schemas.microsoft.com/office/drawing/2014/main" id="{C13EDE86-556E-1C34-0411-C1C103B04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2617" y="3221095"/>
                  <a:ext cx="56675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96" name="Connector: Elbow 1895">
              <a:extLst>
                <a:ext uri="{FF2B5EF4-FFF2-40B4-BE49-F238E27FC236}">
                  <a16:creationId xmlns:a16="http://schemas.microsoft.com/office/drawing/2014/main" id="{400BBD8B-4CE2-9DCB-AF80-78E6E0FA1AB7}"/>
                </a:ext>
              </a:extLst>
            </p:cNvPr>
            <p:cNvCxnSpPr>
              <a:stCxn id="1042" idx="3"/>
              <a:endCxn id="1024" idx="0"/>
            </p:cNvCxnSpPr>
            <p:nvPr/>
          </p:nvCxnSpPr>
          <p:spPr>
            <a:xfrm>
              <a:off x="4173014" y="6595906"/>
              <a:ext cx="654965" cy="1020534"/>
            </a:xfrm>
            <a:prstGeom prst="bent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16" name="Connector: Curved 2015">
              <a:extLst>
                <a:ext uri="{FF2B5EF4-FFF2-40B4-BE49-F238E27FC236}">
                  <a16:creationId xmlns:a16="http://schemas.microsoft.com/office/drawing/2014/main" id="{EF362F49-8775-0F9B-8E74-403B16D4A135}"/>
                </a:ext>
              </a:extLst>
            </p:cNvPr>
            <p:cNvCxnSpPr>
              <a:cxnSpLocks/>
              <a:stCxn id="1736" idx="3"/>
              <a:endCxn id="1736" idx="7"/>
            </p:cNvCxnSpPr>
            <p:nvPr/>
          </p:nvCxnSpPr>
          <p:spPr>
            <a:xfrm rot="5400000" flipH="1" flipV="1">
              <a:off x="19660725" y="6112151"/>
              <a:ext cx="323290" cy="323290"/>
            </a:xfrm>
            <a:prstGeom prst="curvedConnector5">
              <a:avLst>
                <a:gd name="adj1" fmla="val -1474"/>
                <a:gd name="adj2" fmla="val 50000"/>
                <a:gd name="adj3" fmla="val 10442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76" name="Straight Arrow Connector 2075">
              <a:extLst>
                <a:ext uri="{FF2B5EF4-FFF2-40B4-BE49-F238E27FC236}">
                  <a16:creationId xmlns:a16="http://schemas.microsoft.com/office/drawing/2014/main" id="{4A007A17-BA6E-1492-73E8-062C3CB60B8C}"/>
                </a:ext>
              </a:extLst>
            </p:cNvPr>
            <p:cNvCxnSpPr>
              <a:endCxn id="32" idx="1"/>
            </p:cNvCxnSpPr>
            <p:nvPr/>
          </p:nvCxnSpPr>
          <p:spPr>
            <a:xfrm flipH="1">
              <a:off x="19026528" y="2460026"/>
              <a:ext cx="31822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78" name="TextBox 2077">
              <a:extLst>
                <a:ext uri="{FF2B5EF4-FFF2-40B4-BE49-F238E27FC236}">
                  <a16:creationId xmlns:a16="http://schemas.microsoft.com/office/drawing/2014/main" id="{ABAC12D2-F8C2-552B-F60D-908E911887BD}"/>
                </a:ext>
              </a:extLst>
            </p:cNvPr>
            <p:cNvSpPr txBox="1"/>
            <p:nvPr/>
          </p:nvSpPr>
          <p:spPr>
            <a:xfrm>
              <a:off x="8873114" y="4755215"/>
              <a:ext cx="5113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finetuned weight to the Segmentation model</a:t>
              </a:r>
            </a:p>
          </p:txBody>
        </p:sp>
        <p:sp>
          <p:nvSpPr>
            <p:cNvPr id="2084" name="Rectangle: Rounded Corners 2083">
              <a:extLst>
                <a:ext uri="{FF2B5EF4-FFF2-40B4-BE49-F238E27FC236}">
                  <a16:creationId xmlns:a16="http://schemas.microsoft.com/office/drawing/2014/main" id="{41E282AC-A1B9-140A-28F5-839B0ECFA2B2}"/>
                </a:ext>
              </a:extLst>
            </p:cNvPr>
            <p:cNvSpPr/>
            <p:nvPr/>
          </p:nvSpPr>
          <p:spPr>
            <a:xfrm>
              <a:off x="3552617" y="327236"/>
              <a:ext cx="16431398" cy="4014227"/>
            </a:xfrm>
            <a:prstGeom prst="round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6" name="Rectangle: Rounded Corners 2085">
              <a:extLst>
                <a:ext uri="{FF2B5EF4-FFF2-40B4-BE49-F238E27FC236}">
                  <a16:creationId xmlns:a16="http://schemas.microsoft.com/office/drawing/2014/main" id="{D7A41DBD-EDA2-D9CD-EC49-BE9D25F3F61B}"/>
                </a:ext>
              </a:extLst>
            </p:cNvPr>
            <p:cNvSpPr/>
            <p:nvPr/>
          </p:nvSpPr>
          <p:spPr>
            <a:xfrm>
              <a:off x="3552616" y="5101083"/>
              <a:ext cx="16621333" cy="8848878"/>
            </a:xfrm>
            <a:prstGeom prst="roundRect">
              <a:avLst>
                <a:gd name="adj" fmla="val 3560"/>
              </a:avLst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8" name="TextBox 2087">
              <a:extLst>
                <a:ext uri="{FF2B5EF4-FFF2-40B4-BE49-F238E27FC236}">
                  <a16:creationId xmlns:a16="http://schemas.microsoft.com/office/drawing/2014/main" id="{F7535AC5-9132-3551-B7B6-3D17384AD9AD}"/>
                </a:ext>
              </a:extLst>
            </p:cNvPr>
            <p:cNvSpPr txBox="1"/>
            <p:nvPr/>
          </p:nvSpPr>
          <p:spPr>
            <a:xfrm rot="16200000">
              <a:off x="1066953" y="9392396"/>
              <a:ext cx="45534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encoder-based segmentation model</a:t>
              </a:r>
            </a:p>
          </p:txBody>
        </p:sp>
        <p:sp>
          <p:nvSpPr>
            <p:cNvPr id="2077" name="Arrow: Down 2076">
              <a:extLst>
                <a:ext uri="{FF2B5EF4-FFF2-40B4-BE49-F238E27FC236}">
                  <a16:creationId xmlns:a16="http://schemas.microsoft.com/office/drawing/2014/main" id="{B51A9B20-4487-FEB1-E165-F47BE48E0957}"/>
                </a:ext>
              </a:extLst>
            </p:cNvPr>
            <p:cNvSpPr/>
            <p:nvPr/>
          </p:nvSpPr>
          <p:spPr>
            <a:xfrm>
              <a:off x="11095869" y="4338963"/>
              <a:ext cx="571653" cy="492031"/>
            </a:xfrm>
            <a:prstGeom prst="downArrow">
              <a:avLst/>
            </a:prstGeom>
            <a:solidFill>
              <a:srgbClr val="E8EE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C734A51-ABEC-DAA8-54B6-1BFA37FA4091}"/>
                </a:ext>
              </a:extLst>
            </p:cNvPr>
            <p:cNvGrpSpPr/>
            <p:nvPr/>
          </p:nvGrpSpPr>
          <p:grpSpPr>
            <a:xfrm>
              <a:off x="12872286" y="9635826"/>
              <a:ext cx="1708807" cy="2305050"/>
              <a:chOff x="11112101" y="9987240"/>
              <a:chExt cx="1708807" cy="230505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AD9A758-D1EA-D11B-F670-2DBFBCEEE52A}"/>
                  </a:ext>
                </a:extLst>
              </p:cNvPr>
              <p:cNvGrpSpPr/>
              <p:nvPr/>
            </p:nvGrpSpPr>
            <p:grpSpPr>
              <a:xfrm>
                <a:off x="11640987" y="9987240"/>
                <a:ext cx="911934" cy="2305050"/>
                <a:chOff x="5234896" y="5848350"/>
                <a:chExt cx="1213787" cy="2305050"/>
              </a:xfrm>
              <a:solidFill>
                <a:srgbClr val="ABEBB4"/>
              </a:solidFill>
            </p:grpSpPr>
            <p:sp>
              <p:nvSpPr>
                <p:cNvPr id="1873" name="Rectangle 1872">
                  <a:extLst>
                    <a:ext uri="{FF2B5EF4-FFF2-40B4-BE49-F238E27FC236}">
                      <a16:creationId xmlns:a16="http://schemas.microsoft.com/office/drawing/2014/main" id="{08F16915-A24A-6AE8-F1CB-F8C4281ADDCD}"/>
                    </a:ext>
                  </a:extLst>
                </p:cNvPr>
                <p:cNvSpPr/>
                <p:nvPr/>
              </p:nvSpPr>
              <p:spPr>
                <a:xfrm>
                  <a:off x="5234896" y="5848350"/>
                  <a:ext cx="516057" cy="23050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FF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6" name="TextBox 1875">
                  <a:extLst>
                    <a:ext uri="{FF2B5EF4-FFF2-40B4-BE49-F238E27FC236}">
                      <a16:creationId xmlns:a16="http://schemas.microsoft.com/office/drawing/2014/main" id="{EA5323C4-EEE0-E468-12A8-EC0E93F40C42}"/>
                    </a:ext>
                  </a:extLst>
                </p:cNvPr>
                <p:cNvSpPr txBox="1"/>
                <p:nvPr/>
              </p:nvSpPr>
              <p:spPr>
                <a:xfrm rot="16200000">
                  <a:off x="4621836" y="6794616"/>
                  <a:ext cx="1715534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Conv2d, act = </a:t>
                  </a:r>
                  <a:r>
                    <a:rPr lang="en-US" sz="16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77" name="Rectangle 1876">
                  <a:extLst>
                    <a:ext uri="{FF2B5EF4-FFF2-40B4-BE49-F238E27FC236}">
                      <a16:creationId xmlns:a16="http://schemas.microsoft.com/office/drawing/2014/main" id="{064C3FCC-7B77-9FD0-74A7-CCA9336D38BE}"/>
                    </a:ext>
                  </a:extLst>
                </p:cNvPr>
                <p:cNvSpPr/>
                <p:nvPr/>
              </p:nvSpPr>
              <p:spPr>
                <a:xfrm>
                  <a:off x="6023511" y="6307022"/>
                  <a:ext cx="387721" cy="1431255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8" name="TextBox 1877">
                  <a:extLst>
                    <a:ext uri="{FF2B5EF4-FFF2-40B4-BE49-F238E27FC236}">
                      <a16:creationId xmlns:a16="http://schemas.microsoft.com/office/drawing/2014/main" id="{8666AE4C-E723-4AB8-D13A-025204C34543}"/>
                    </a:ext>
                  </a:extLst>
                </p:cNvPr>
                <p:cNvSpPr txBox="1"/>
                <p:nvPr/>
              </p:nvSpPr>
              <p:spPr>
                <a:xfrm rot="16200000">
                  <a:off x="5804029" y="6816389"/>
                  <a:ext cx="838691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CBAM 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8E8AFE2-42DF-90A0-BFDF-79BE9D98CB09}"/>
                  </a:ext>
                </a:extLst>
              </p:cNvPr>
              <p:cNvGrpSpPr/>
              <p:nvPr/>
            </p:nvGrpSpPr>
            <p:grpSpPr>
              <a:xfrm>
                <a:off x="11112101" y="10361214"/>
                <a:ext cx="357605" cy="1583573"/>
                <a:chOff x="13410161" y="10085149"/>
                <a:chExt cx="357605" cy="1583573"/>
              </a:xfrm>
            </p:grpSpPr>
            <p:sp>
              <p:nvSpPr>
                <p:cNvPr id="1867" name="Rectangle 1866">
                  <a:extLst>
                    <a:ext uri="{FF2B5EF4-FFF2-40B4-BE49-F238E27FC236}">
                      <a16:creationId xmlns:a16="http://schemas.microsoft.com/office/drawing/2014/main" id="{F6C3C36E-0995-5BC2-D63E-6BA423F8ED55}"/>
                    </a:ext>
                  </a:extLst>
                </p:cNvPr>
                <p:cNvSpPr/>
                <p:nvPr/>
              </p:nvSpPr>
              <p:spPr>
                <a:xfrm>
                  <a:off x="13429211" y="10085149"/>
                  <a:ext cx="338555" cy="1583573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68" name="TextBox 1867">
                  <a:extLst>
                    <a:ext uri="{FF2B5EF4-FFF2-40B4-BE49-F238E27FC236}">
                      <a16:creationId xmlns:a16="http://schemas.microsoft.com/office/drawing/2014/main" id="{3481A911-DC69-CB39-F610-4E54D5A29CEF}"/>
                    </a:ext>
                  </a:extLst>
                </p:cNvPr>
                <p:cNvSpPr txBox="1"/>
                <p:nvPr/>
              </p:nvSpPr>
              <p:spPr>
                <a:xfrm rot="16200000">
                  <a:off x="12842509" y="10755729"/>
                  <a:ext cx="147385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Resize to target</a:t>
                  </a:r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0BE810-2729-0FFE-0F49-C1A85C953091}"/>
                  </a:ext>
                </a:extLst>
              </p:cNvPr>
              <p:cNvSpPr txBox="1"/>
              <p:nvPr/>
            </p:nvSpPr>
            <p:spPr>
              <a:xfrm rot="16200000">
                <a:off x="11871770" y="10989066"/>
                <a:ext cx="15905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(None, 64, 64, 128)</a:t>
                </a:r>
              </a:p>
            </p:txBody>
          </p:sp>
          <p:cxnSp>
            <p:nvCxnSpPr>
              <p:cNvPr id="1865" name="Straight Arrow Connector 1864">
                <a:extLst>
                  <a:ext uri="{FF2B5EF4-FFF2-40B4-BE49-F238E27FC236}">
                    <a16:creationId xmlns:a16="http://schemas.microsoft.com/office/drawing/2014/main" id="{57FC8487-613E-4661-8168-AABE1D979343}"/>
                  </a:ext>
                </a:extLst>
              </p:cNvPr>
              <p:cNvCxnSpPr>
                <a:cxnSpLocks/>
                <a:stCxn id="1868" idx="2"/>
                <a:endCxn id="1876" idx="0"/>
              </p:cNvCxnSpPr>
              <p:nvPr/>
            </p:nvCxnSpPr>
            <p:spPr>
              <a:xfrm flipV="1">
                <a:off x="11450655" y="11158814"/>
                <a:ext cx="2049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6" name="Straight Arrow Connector 1865">
                <a:extLst>
                  <a:ext uri="{FF2B5EF4-FFF2-40B4-BE49-F238E27FC236}">
                    <a16:creationId xmlns:a16="http://schemas.microsoft.com/office/drawing/2014/main" id="{414CF290-5509-0333-51BF-B4344E1FB026}"/>
                  </a:ext>
                </a:extLst>
              </p:cNvPr>
              <p:cNvCxnSpPr>
                <a:cxnSpLocks/>
                <a:stCxn id="1876" idx="2"/>
                <a:endCxn id="1878" idx="0"/>
              </p:cNvCxnSpPr>
              <p:nvPr/>
            </p:nvCxnSpPr>
            <p:spPr>
              <a:xfrm>
                <a:off x="11994116" y="11158814"/>
                <a:ext cx="2202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79" name="Group 1878">
              <a:extLst>
                <a:ext uri="{FF2B5EF4-FFF2-40B4-BE49-F238E27FC236}">
                  <a16:creationId xmlns:a16="http://schemas.microsoft.com/office/drawing/2014/main" id="{9FB19EE3-CC76-8E3D-77C0-6483125080C0}"/>
                </a:ext>
              </a:extLst>
            </p:cNvPr>
            <p:cNvGrpSpPr/>
            <p:nvPr/>
          </p:nvGrpSpPr>
          <p:grpSpPr>
            <a:xfrm>
              <a:off x="14727721" y="8569726"/>
              <a:ext cx="1708807" cy="2305050"/>
              <a:chOff x="11112101" y="9987240"/>
              <a:chExt cx="1708807" cy="2305050"/>
            </a:xfrm>
          </p:grpSpPr>
          <p:grpSp>
            <p:nvGrpSpPr>
              <p:cNvPr id="1880" name="Group 1879">
                <a:extLst>
                  <a:ext uri="{FF2B5EF4-FFF2-40B4-BE49-F238E27FC236}">
                    <a16:creationId xmlns:a16="http://schemas.microsoft.com/office/drawing/2014/main" id="{C44375EF-C031-4371-7764-FE17751C3AAA}"/>
                  </a:ext>
                </a:extLst>
              </p:cNvPr>
              <p:cNvGrpSpPr/>
              <p:nvPr/>
            </p:nvGrpSpPr>
            <p:grpSpPr>
              <a:xfrm>
                <a:off x="11640987" y="9987240"/>
                <a:ext cx="911934" cy="2305050"/>
                <a:chOff x="5234896" y="5848350"/>
                <a:chExt cx="1213787" cy="2305050"/>
              </a:xfrm>
              <a:solidFill>
                <a:srgbClr val="ABEBB4"/>
              </a:solidFill>
            </p:grpSpPr>
            <p:sp>
              <p:nvSpPr>
                <p:cNvPr id="1905" name="Rectangle 1904">
                  <a:extLst>
                    <a:ext uri="{FF2B5EF4-FFF2-40B4-BE49-F238E27FC236}">
                      <a16:creationId xmlns:a16="http://schemas.microsoft.com/office/drawing/2014/main" id="{34822887-E00A-CA01-36E9-58879543929C}"/>
                    </a:ext>
                  </a:extLst>
                </p:cNvPr>
                <p:cNvSpPr/>
                <p:nvPr/>
              </p:nvSpPr>
              <p:spPr>
                <a:xfrm>
                  <a:off x="5234896" y="5848350"/>
                  <a:ext cx="516057" cy="23050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FF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06" name="TextBox 1905">
                  <a:extLst>
                    <a:ext uri="{FF2B5EF4-FFF2-40B4-BE49-F238E27FC236}">
                      <a16:creationId xmlns:a16="http://schemas.microsoft.com/office/drawing/2014/main" id="{16731909-7843-4101-EA34-572E1E43BE51}"/>
                    </a:ext>
                  </a:extLst>
                </p:cNvPr>
                <p:cNvSpPr txBox="1"/>
                <p:nvPr/>
              </p:nvSpPr>
              <p:spPr>
                <a:xfrm rot="16200000">
                  <a:off x="4621836" y="6794616"/>
                  <a:ext cx="1715534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Conv2d, act = </a:t>
                  </a:r>
                  <a:r>
                    <a:rPr lang="en-US" sz="16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07" name="Rectangle 1906">
                  <a:extLst>
                    <a:ext uri="{FF2B5EF4-FFF2-40B4-BE49-F238E27FC236}">
                      <a16:creationId xmlns:a16="http://schemas.microsoft.com/office/drawing/2014/main" id="{FC2CFA8D-9D94-48AF-2F3A-430286FBF670}"/>
                    </a:ext>
                  </a:extLst>
                </p:cNvPr>
                <p:cNvSpPr/>
                <p:nvPr/>
              </p:nvSpPr>
              <p:spPr>
                <a:xfrm>
                  <a:off x="6023511" y="6307022"/>
                  <a:ext cx="387721" cy="1431255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08" name="TextBox 1907">
                  <a:extLst>
                    <a:ext uri="{FF2B5EF4-FFF2-40B4-BE49-F238E27FC236}">
                      <a16:creationId xmlns:a16="http://schemas.microsoft.com/office/drawing/2014/main" id="{5B69443A-D50C-9193-5F4B-7676ABF1D3F4}"/>
                    </a:ext>
                  </a:extLst>
                </p:cNvPr>
                <p:cNvSpPr txBox="1"/>
                <p:nvPr/>
              </p:nvSpPr>
              <p:spPr>
                <a:xfrm rot="16200000">
                  <a:off x="5804029" y="6816389"/>
                  <a:ext cx="838691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CBAM </a:t>
                  </a:r>
                </a:p>
              </p:txBody>
            </p:sp>
          </p:grpSp>
          <p:grpSp>
            <p:nvGrpSpPr>
              <p:cNvPr id="1884" name="Group 1883">
                <a:extLst>
                  <a:ext uri="{FF2B5EF4-FFF2-40B4-BE49-F238E27FC236}">
                    <a16:creationId xmlns:a16="http://schemas.microsoft.com/office/drawing/2014/main" id="{5977A554-5772-1A6F-6DF8-BE339E6FFC37}"/>
                  </a:ext>
                </a:extLst>
              </p:cNvPr>
              <p:cNvGrpSpPr/>
              <p:nvPr/>
            </p:nvGrpSpPr>
            <p:grpSpPr>
              <a:xfrm>
                <a:off x="11112101" y="10361214"/>
                <a:ext cx="357605" cy="1583573"/>
                <a:chOff x="13410161" y="10085149"/>
                <a:chExt cx="357605" cy="1583573"/>
              </a:xfrm>
            </p:grpSpPr>
            <p:sp>
              <p:nvSpPr>
                <p:cNvPr id="1897" name="Rectangle 1896">
                  <a:extLst>
                    <a:ext uri="{FF2B5EF4-FFF2-40B4-BE49-F238E27FC236}">
                      <a16:creationId xmlns:a16="http://schemas.microsoft.com/office/drawing/2014/main" id="{5C73F5DD-BCC8-4894-6023-A61635DD8FD7}"/>
                    </a:ext>
                  </a:extLst>
                </p:cNvPr>
                <p:cNvSpPr/>
                <p:nvPr/>
              </p:nvSpPr>
              <p:spPr>
                <a:xfrm>
                  <a:off x="13429211" y="10085149"/>
                  <a:ext cx="338555" cy="1583573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98" name="TextBox 1897">
                  <a:extLst>
                    <a:ext uri="{FF2B5EF4-FFF2-40B4-BE49-F238E27FC236}">
                      <a16:creationId xmlns:a16="http://schemas.microsoft.com/office/drawing/2014/main" id="{1B22B164-7855-8B1C-18FA-1631426723D1}"/>
                    </a:ext>
                  </a:extLst>
                </p:cNvPr>
                <p:cNvSpPr txBox="1"/>
                <p:nvPr/>
              </p:nvSpPr>
              <p:spPr>
                <a:xfrm rot="16200000">
                  <a:off x="12842509" y="10755729"/>
                  <a:ext cx="147385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Resize to target</a:t>
                  </a:r>
                </a:p>
              </p:txBody>
            </p:sp>
          </p:grpSp>
          <p:sp>
            <p:nvSpPr>
              <p:cNvPr id="1885" name="TextBox 1884">
                <a:extLst>
                  <a:ext uri="{FF2B5EF4-FFF2-40B4-BE49-F238E27FC236}">
                    <a16:creationId xmlns:a16="http://schemas.microsoft.com/office/drawing/2014/main" id="{1B2BC5C0-5681-A58A-0121-304EA0A0154A}"/>
                  </a:ext>
                </a:extLst>
              </p:cNvPr>
              <p:cNvSpPr txBox="1"/>
              <p:nvPr/>
            </p:nvSpPr>
            <p:spPr>
              <a:xfrm rot="16200000">
                <a:off x="11826886" y="10989066"/>
                <a:ext cx="16802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(None, 128, 128, 64)</a:t>
                </a:r>
              </a:p>
            </p:txBody>
          </p:sp>
          <p:cxnSp>
            <p:nvCxnSpPr>
              <p:cNvPr id="1894" name="Straight Arrow Connector 1893">
                <a:extLst>
                  <a:ext uri="{FF2B5EF4-FFF2-40B4-BE49-F238E27FC236}">
                    <a16:creationId xmlns:a16="http://schemas.microsoft.com/office/drawing/2014/main" id="{D84CE696-5713-C052-87A3-496A949432D1}"/>
                  </a:ext>
                </a:extLst>
              </p:cNvPr>
              <p:cNvCxnSpPr>
                <a:cxnSpLocks/>
                <a:stCxn id="1898" idx="2"/>
                <a:endCxn id="1906" idx="0"/>
              </p:cNvCxnSpPr>
              <p:nvPr/>
            </p:nvCxnSpPr>
            <p:spPr>
              <a:xfrm flipV="1">
                <a:off x="11450655" y="11158814"/>
                <a:ext cx="2049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5" name="Straight Arrow Connector 1894">
                <a:extLst>
                  <a:ext uri="{FF2B5EF4-FFF2-40B4-BE49-F238E27FC236}">
                    <a16:creationId xmlns:a16="http://schemas.microsoft.com/office/drawing/2014/main" id="{B4B1735E-5669-4FA5-776C-00999E1C0997}"/>
                  </a:ext>
                </a:extLst>
              </p:cNvPr>
              <p:cNvCxnSpPr>
                <a:cxnSpLocks/>
                <a:stCxn id="1906" idx="2"/>
                <a:endCxn id="1908" idx="0"/>
              </p:cNvCxnSpPr>
              <p:nvPr/>
            </p:nvCxnSpPr>
            <p:spPr>
              <a:xfrm>
                <a:off x="11994116" y="11158814"/>
                <a:ext cx="2202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09" name="Group 1908">
              <a:extLst>
                <a:ext uri="{FF2B5EF4-FFF2-40B4-BE49-F238E27FC236}">
                  <a16:creationId xmlns:a16="http://schemas.microsoft.com/office/drawing/2014/main" id="{EA24C43B-9D19-0BF9-F203-B4573437EB8C}"/>
                </a:ext>
              </a:extLst>
            </p:cNvPr>
            <p:cNvGrpSpPr/>
            <p:nvPr/>
          </p:nvGrpSpPr>
          <p:grpSpPr>
            <a:xfrm>
              <a:off x="16526006" y="7579826"/>
              <a:ext cx="1708807" cy="2305050"/>
              <a:chOff x="11112101" y="9987240"/>
              <a:chExt cx="1708807" cy="2305050"/>
            </a:xfrm>
          </p:grpSpPr>
          <p:grpSp>
            <p:nvGrpSpPr>
              <p:cNvPr id="1910" name="Group 1909">
                <a:extLst>
                  <a:ext uri="{FF2B5EF4-FFF2-40B4-BE49-F238E27FC236}">
                    <a16:creationId xmlns:a16="http://schemas.microsoft.com/office/drawing/2014/main" id="{0783F2D7-CAB6-1FCF-D09C-B08E957F0BC6}"/>
                  </a:ext>
                </a:extLst>
              </p:cNvPr>
              <p:cNvGrpSpPr/>
              <p:nvPr/>
            </p:nvGrpSpPr>
            <p:grpSpPr>
              <a:xfrm>
                <a:off x="11640987" y="9987240"/>
                <a:ext cx="911934" cy="2305050"/>
                <a:chOff x="5234896" y="5848350"/>
                <a:chExt cx="1213787" cy="2305050"/>
              </a:xfrm>
              <a:solidFill>
                <a:srgbClr val="ABEBB4"/>
              </a:solidFill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EF46E905-5D3D-28DE-5AF3-8F62CB4A7A5A}"/>
                    </a:ext>
                  </a:extLst>
                </p:cNvPr>
                <p:cNvSpPr/>
                <p:nvPr/>
              </p:nvSpPr>
              <p:spPr>
                <a:xfrm>
                  <a:off x="5234896" y="5848350"/>
                  <a:ext cx="516057" cy="230505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FF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54" name="TextBox 1953">
                  <a:extLst>
                    <a:ext uri="{FF2B5EF4-FFF2-40B4-BE49-F238E27FC236}">
                      <a16:creationId xmlns:a16="http://schemas.microsoft.com/office/drawing/2014/main" id="{4097AEF5-503F-5BA9-AA59-0ECE1A85015B}"/>
                    </a:ext>
                  </a:extLst>
                </p:cNvPr>
                <p:cNvSpPr txBox="1"/>
                <p:nvPr/>
              </p:nvSpPr>
              <p:spPr>
                <a:xfrm rot="16200000">
                  <a:off x="4621836" y="6794616"/>
                  <a:ext cx="1715534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Conv2d, act = </a:t>
                  </a:r>
                  <a:r>
                    <a:rPr lang="en-US" sz="16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relu</a:t>
                  </a:r>
                  <a:endPara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55" name="Rectangle 1954">
                  <a:extLst>
                    <a:ext uri="{FF2B5EF4-FFF2-40B4-BE49-F238E27FC236}">
                      <a16:creationId xmlns:a16="http://schemas.microsoft.com/office/drawing/2014/main" id="{75F25C5A-D5A8-A25D-1EBA-6C6EE42114A9}"/>
                    </a:ext>
                  </a:extLst>
                </p:cNvPr>
                <p:cNvSpPr/>
                <p:nvPr/>
              </p:nvSpPr>
              <p:spPr>
                <a:xfrm>
                  <a:off x="6023511" y="6307022"/>
                  <a:ext cx="387721" cy="1431255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56" name="TextBox 1955">
                  <a:extLst>
                    <a:ext uri="{FF2B5EF4-FFF2-40B4-BE49-F238E27FC236}">
                      <a16:creationId xmlns:a16="http://schemas.microsoft.com/office/drawing/2014/main" id="{C085F963-9C56-A224-F39C-E0C5363D2BA2}"/>
                    </a:ext>
                  </a:extLst>
                </p:cNvPr>
                <p:cNvSpPr txBox="1"/>
                <p:nvPr/>
              </p:nvSpPr>
              <p:spPr>
                <a:xfrm rot="16200000">
                  <a:off x="5804029" y="6816389"/>
                  <a:ext cx="838691" cy="450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CBAM </a:t>
                  </a:r>
                </a:p>
              </p:txBody>
            </p:sp>
          </p:grpSp>
          <p:grpSp>
            <p:nvGrpSpPr>
              <p:cNvPr id="1911" name="Group 1910">
                <a:extLst>
                  <a:ext uri="{FF2B5EF4-FFF2-40B4-BE49-F238E27FC236}">
                    <a16:creationId xmlns:a16="http://schemas.microsoft.com/office/drawing/2014/main" id="{79F9EA1B-E535-3CF3-E941-0AAF53BFA84E}"/>
                  </a:ext>
                </a:extLst>
              </p:cNvPr>
              <p:cNvGrpSpPr/>
              <p:nvPr/>
            </p:nvGrpSpPr>
            <p:grpSpPr>
              <a:xfrm>
                <a:off x="11112101" y="10361214"/>
                <a:ext cx="357605" cy="1583573"/>
                <a:chOff x="13410161" y="10085149"/>
                <a:chExt cx="357605" cy="1583573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AFA1CF55-5D23-0C6F-0140-F1629466FACF}"/>
                    </a:ext>
                  </a:extLst>
                </p:cNvPr>
                <p:cNvSpPr/>
                <p:nvPr/>
              </p:nvSpPr>
              <p:spPr>
                <a:xfrm>
                  <a:off x="13429211" y="10085149"/>
                  <a:ext cx="338555" cy="1583573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51EC11D3-8FBF-5801-DEFC-B12B5CD8B7AB}"/>
                    </a:ext>
                  </a:extLst>
                </p:cNvPr>
                <p:cNvSpPr txBox="1"/>
                <p:nvPr/>
              </p:nvSpPr>
              <p:spPr>
                <a:xfrm rot="16200000">
                  <a:off x="12842509" y="10755729"/>
                  <a:ext cx="147385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Resize to target</a:t>
                  </a:r>
                </a:p>
              </p:txBody>
            </p:sp>
          </p:grpSp>
          <p:sp>
            <p:nvSpPr>
              <p:cNvPr id="1912" name="TextBox 1911">
                <a:extLst>
                  <a:ext uri="{FF2B5EF4-FFF2-40B4-BE49-F238E27FC236}">
                    <a16:creationId xmlns:a16="http://schemas.microsoft.com/office/drawing/2014/main" id="{83D70313-DC37-8C4E-4B42-5AE6754C1AF5}"/>
                  </a:ext>
                </a:extLst>
              </p:cNvPr>
              <p:cNvSpPr txBox="1"/>
              <p:nvPr/>
            </p:nvSpPr>
            <p:spPr>
              <a:xfrm rot="16200000">
                <a:off x="11826886" y="10989066"/>
                <a:ext cx="16802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(None, 256, 256, 32)</a:t>
                </a:r>
              </a:p>
            </p:txBody>
          </p:sp>
          <p:cxnSp>
            <p:nvCxnSpPr>
              <p:cNvPr id="1913" name="Straight Arrow Connector 1912">
                <a:extLst>
                  <a:ext uri="{FF2B5EF4-FFF2-40B4-BE49-F238E27FC236}">
                    <a16:creationId xmlns:a16="http://schemas.microsoft.com/office/drawing/2014/main" id="{5E0F4251-1DE2-98F9-770C-55ED549BA640}"/>
                  </a:ext>
                </a:extLst>
              </p:cNvPr>
              <p:cNvCxnSpPr>
                <a:cxnSpLocks/>
                <a:stCxn id="123" idx="2"/>
                <a:endCxn id="1954" idx="0"/>
              </p:cNvCxnSpPr>
              <p:nvPr/>
            </p:nvCxnSpPr>
            <p:spPr>
              <a:xfrm flipV="1">
                <a:off x="11450655" y="11158814"/>
                <a:ext cx="2049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7" name="Straight Arrow Connector 1916">
                <a:extLst>
                  <a:ext uri="{FF2B5EF4-FFF2-40B4-BE49-F238E27FC236}">
                    <a16:creationId xmlns:a16="http://schemas.microsoft.com/office/drawing/2014/main" id="{A7C4524F-94E4-3DE6-F591-5CAFCAE08D25}"/>
                  </a:ext>
                </a:extLst>
              </p:cNvPr>
              <p:cNvCxnSpPr>
                <a:cxnSpLocks/>
                <a:stCxn id="1954" idx="2"/>
                <a:endCxn id="1956" idx="0"/>
              </p:cNvCxnSpPr>
              <p:nvPr/>
            </p:nvCxnSpPr>
            <p:spPr>
              <a:xfrm>
                <a:off x="11994116" y="11158814"/>
                <a:ext cx="2202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" name="Connector: Curved 2">
              <a:extLst>
                <a:ext uri="{FF2B5EF4-FFF2-40B4-BE49-F238E27FC236}">
                  <a16:creationId xmlns:a16="http://schemas.microsoft.com/office/drawing/2014/main" id="{54F96F5F-149F-3166-C131-F5A6FC5AE450}"/>
                </a:ext>
              </a:extLst>
            </p:cNvPr>
            <p:cNvCxnSpPr>
              <a:stCxn id="1065" idx="0"/>
              <a:endCxn id="1664" idx="1"/>
            </p:cNvCxnSpPr>
            <p:nvPr/>
          </p:nvCxnSpPr>
          <p:spPr>
            <a:xfrm flipV="1">
              <a:off x="10910360" y="12557436"/>
              <a:ext cx="371018" cy="745084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7D536F99-D7DC-041E-C9A2-71F70F54E6F7}"/>
                </a:ext>
              </a:extLst>
            </p:cNvPr>
            <p:cNvCxnSpPr>
              <a:stCxn id="1743" idx="2"/>
              <a:endCxn id="1868" idx="1"/>
            </p:cNvCxnSpPr>
            <p:nvPr/>
          </p:nvCxnSpPr>
          <p:spPr>
            <a:xfrm rot="5400000" flipH="1" flipV="1">
              <a:off x="12255339" y="11710380"/>
              <a:ext cx="910017" cy="662429"/>
            </a:xfrm>
            <a:prstGeom prst="curvedConnector3">
              <a:avLst>
                <a:gd name="adj1" fmla="val -2512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632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4" name="Group 1873">
            <a:extLst>
              <a:ext uri="{FF2B5EF4-FFF2-40B4-BE49-F238E27FC236}">
                <a16:creationId xmlns:a16="http://schemas.microsoft.com/office/drawing/2014/main" id="{8B5E704E-2D28-AF56-95D7-1E3C08A301B3}"/>
              </a:ext>
            </a:extLst>
          </p:cNvPr>
          <p:cNvGrpSpPr/>
          <p:nvPr/>
        </p:nvGrpSpPr>
        <p:grpSpPr>
          <a:xfrm>
            <a:off x="3177964" y="1464724"/>
            <a:ext cx="16220392" cy="8344984"/>
            <a:chOff x="3177964" y="1464724"/>
            <a:chExt cx="16220392" cy="8344984"/>
          </a:xfrm>
        </p:grpSpPr>
        <p:sp>
          <p:nvSpPr>
            <p:cNvPr id="2073" name="TextBox 2072">
              <a:extLst>
                <a:ext uri="{FF2B5EF4-FFF2-40B4-BE49-F238E27FC236}">
                  <a16:creationId xmlns:a16="http://schemas.microsoft.com/office/drawing/2014/main" id="{617C7F9C-03AA-2E31-B1DB-4E47B65199F5}"/>
                </a:ext>
              </a:extLst>
            </p:cNvPr>
            <p:cNvSpPr txBox="1"/>
            <p:nvPr/>
          </p:nvSpPr>
          <p:spPr>
            <a:xfrm rot="16200000">
              <a:off x="2467099" y="7917886"/>
              <a:ext cx="1982078" cy="338554"/>
            </a:xfrm>
            <a:prstGeom prst="rect">
              <a:avLst/>
            </a:prstGeom>
            <a:noFill/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Custom_conv_block</a:t>
              </a:r>
            </a:p>
          </p:txBody>
        </p:sp>
        <p:grpSp>
          <p:nvGrpSpPr>
            <p:cNvPr id="1899" name="Group 1898">
              <a:extLst>
                <a:ext uri="{FF2B5EF4-FFF2-40B4-BE49-F238E27FC236}">
                  <a16:creationId xmlns:a16="http://schemas.microsoft.com/office/drawing/2014/main" id="{1071B45F-F26F-0448-9648-71FA395D3B47}"/>
                </a:ext>
              </a:extLst>
            </p:cNvPr>
            <p:cNvGrpSpPr/>
            <p:nvPr/>
          </p:nvGrpSpPr>
          <p:grpSpPr>
            <a:xfrm>
              <a:off x="3177964" y="1901196"/>
              <a:ext cx="492130" cy="2054548"/>
              <a:chOff x="8134350" y="3208673"/>
              <a:chExt cx="492130" cy="1711763"/>
            </a:xfrm>
            <a:solidFill>
              <a:schemeClr val="accent6">
                <a:lumMod val="20000"/>
                <a:lumOff val="8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1900" name="Rectangle: Rounded Corners 1899">
                <a:extLst>
                  <a:ext uri="{FF2B5EF4-FFF2-40B4-BE49-F238E27FC236}">
                    <a16:creationId xmlns:a16="http://schemas.microsoft.com/office/drawing/2014/main" id="{99D8285B-1EA2-D53F-FA8C-7CA51BB4F905}"/>
                  </a:ext>
                </a:extLst>
              </p:cNvPr>
              <p:cNvSpPr/>
              <p:nvPr/>
            </p:nvSpPr>
            <p:spPr>
              <a:xfrm>
                <a:off x="8134350" y="3208673"/>
                <a:ext cx="492130" cy="1711763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1" name="TextBox 1900">
                <a:extLst>
                  <a:ext uri="{FF2B5EF4-FFF2-40B4-BE49-F238E27FC236}">
                    <a16:creationId xmlns:a16="http://schemas.microsoft.com/office/drawing/2014/main" id="{B25B05DD-A7D1-F424-F15E-519C63181F78}"/>
                  </a:ext>
                </a:extLst>
              </p:cNvPr>
              <p:cNvSpPr txBox="1"/>
              <p:nvPr/>
            </p:nvSpPr>
            <p:spPr>
              <a:xfrm rot="16200000">
                <a:off x="7665774" y="3880281"/>
                <a:ext cx="1421300" cy="338258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256×256×4</a:t>
                </a:r>
              </a:p>
            </p:txBody>
          </p:sp>
        </p:grpSp>
        <p:grpSp>
          <p:nvGrpSpPr>
            <p:cNvPr id="1902" name="Group 1901">
              <a:extLst>
                <a:ext uri="{FF2B5EF4-FFF2-40B4-BE49-F238E27FC236}">
                  <a16:creationId xmlns:a16="http://schemas.microsoft.com/office/drawing/2014/main" id="{6E3B35FE-9E62-B1CC-BC42-8C1D70DB541A}"/>
                </a:ext>
              </a:extLst>
            </p:cNvPr>
            <p:cNvGrpSpPr/>
            <p:nvPr/>
          </p:nvGrpSpPr>
          <p:grpSpPr>
            <a:xfrm>
              <a:off x="4237305" y="3188611"/>
              <a:ext cx="387722" cy="2052815"/>
              <a:chOff x="5406346" y="5930516"/>
              <a:chExt cx="516057" cy="1905000"/>
            </a:xfrm>
            <a:solidFill>
              <a:srgbClr val="C9A6E4"/>
            </a:solidFill>
          </p:grpSpPr>
          <p:sp>
            <p:nvSpPr>
              <p:cNvPr id="1903" name="Rectangle 1902">
                <a:extLst>
                  <a:ext uri="{FF2B5EF4-FFF2-40B4-BE49-F238E27FC236}">
                    <a16:creationId xmlns:a16="http://schemas.microsoft.com/office/drawing/2014/main" id="{537CE3B8-8E9C-219D-87A0-94DD379C29BB}"/>
                  </a:ext>
                </a:extLst>
              </p:cNvPr>
              <p:cNvSpPr/>
              <p:nvPr/>
            </p:nvSpPr>
            <p:spPr>
              <a:xfrm>
                <a:off x="5406346" y="5930516"/>
                <a:ext cx="516057" cy="19050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04" name="TextBox 1903">
                <a:extLst>
                  <a:ext uri="{FF2B5EF4-FFF2-40B4-BE49-F238E27FC236}">
                    <a16:creationId xmlns:a16="http://schemas.microsoft.com/office/drawing/2014/main" id="{EDE4C34F-B82E-4CF7-64B0-D59A705B6141}"/>
                  </a:ext>
                </a:extLst>
              </p:cNvPr>
              <p:cNvSpPr txBox="1"/>
              <p:nvPr/>
            </p:nvSpPr>
            <p:spPr>
              <a:xfrm rot="16200000">
                <a:off x="4778628" y="6688543"/>
                <a:ext cx="1749688" cy="450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Custom_conv_block</a:t>
                </a:r>
              </a:p>
            </p:txBody>
          </p:sp>
        </p:grpSp>
        <p:grpSp>
          <p:nvGrpSpPr>
            <p:cNvPr id="1914" name="Group 1913">
              <a:extLst>
                <a:ext uri="{FF2B5EF4-FFF2-40B4-BE49-F238E27FC236}">
                  <a16:creationId xmlns:a16="http://schemas.microsoft.com/office/drawing/2014/main" id="{29B69011-E48D-09B2-32EA-3E5AABD844FF}"/>
                </a:ext>
              </a:extLst>
            </p:cNvPr>
            <p:cNvGrpSpPr/>
            <p:nvPr/>
          </p:nvGrpSpPr>
          <p:grpSpPr>
            <a:xfrm>
              <a:off x="4904055" y="3462913"/>
              <a:ext cx="387722" cy="1542310"/>
              <a:chOff x="5406346" y="5930516"/>
              <a:chExt cx="516057" cy="1905000"/>
            </a:xfrm>
            <a:solidFill>
              <a:srgbClr val="C9A6E4"/>
            </a:solidFill>
          </p:grpSpPr>
          <p:sp>
            <p:nvSpPr>
              <p:cNvPr id="1915" name="Rectangle 1914">
                <a:extLst>
                  <a:ext uri="{FF2B5EF4-FFF2-40B4-BE49-F238E27FC236}">
                    <a16:creationId xmlns:a16="http://schemas.microsoft.com/office/drawing/2014/main" id="{CD182590-4EBA-C588-1B62-7DFDE4321F7A}"/>
                  </a:ext>
                </a:extLst>
              </p:cNvPr>
              <p:cNvSpPr/>
              <p:nvPr/>
            </p:nvSpPr>
            <p:spPr>
              <a:xfrm>
                <a:off x="5406346" y="5930516"/>
                <a:ext cx="516057" cy="1905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6" name="TextBox 1915">
                <a:extLst>
                  <a:ext uri="{FF2B5EF4-FFF2-40B4-BE49-F238E27FC236}">
                    <a16:creationId xmlns:a16="http://schemas.microsoft.com/office/drawing/2014/main" id="{E1FE30D6-74CC-FD18-4AC0-DFBFA5A1A443}"/>
                  </a:ext>
                </a:extLst>
              </p:cNvPr>
              <p:cNvSpPr txBox="1"/>
              <p:nvPr/>
            </p:nvSpPr>
            <p:spPr>
              <a:xfrm rot="16200000">
                <a:off x="5033004" y="6853252"/>
                <a:ext cx="1240938" cy="450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Max_pool_2d</a:t>
                </a:r>
              </a:p>
            </p:txBody>
          </p:sp>
        </p:grpSp>
        <p:cxnSp>
          <p:nvCxnSpPr>
            <p:cNvPr id="1918" name="Straight Arrow Connector 1917">
              <a:extLst>
                <a:ext uri="{FF2B5EF4-FFF2-40B4-BE49-F238E27FC236}">
                  <a16:creationId xmlns:a16="http://schemas.microsoft.com/office/drawing/2014/main" id="{8E9D3884-BDDB-3D0F-E993-BE9C0E0691F4}"/>
                </a:ext>
              </a:extLst>
            </p:cNvPr>
            <p:cNvCxnSpPr>
              <a:stCxn id="1904" idx="2"/>
            </p:cNvCxnSpPr>
            <p:nvPr/>
          </p:nvCxnSpPr>
          <p:spPr>
            <a:xfrm flipV="1">
              <a:off x="4592252" y="4238625"/>
              <a:ext cx="305503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83" name="Connector: Curved 1982">
              <a:extLst>
                <a:ext uri="{FF2B5EF4-FFF2-40B4-BE49-F238E27FC236}">
                  <a16:creationId xmlns:a16="http://schemas.microsoft.com/office/drawing/2014/main" id="{4B86943C-25FF-F325-2F56-EC09CBE0846B}"/>
                </a:ext>
              </a:extLst>
            </p:cNvPr>
            <p:cNvCxnSpPr>
              <a:stCxn id="1915" idx="2"/>
            </p:cNvCxnSpPr>
            <p:nvPr/>
          </p:nvCxnSpPr>
          <p:spPr>
            <a:xfrm rot="16200000" flipH="1">
              <a:off x="5109672" y="4993467"/>
              <a:ext cx="605002" cy="628514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97" name="Connector: Curved 1996">
              <a:extLst>
                <a:ext uri="{FF2B5EF4-FFF2-40B4-BE49-F238E27FC236}">
                  <a16:creationId xmlns:a16="http://schemas.microsoft.com/office/drawing/2014/main" id="{4BC88C2A-44C2-4AE5-3E89-F27D46519C21}"/>
                </a:ext>
              </a:extLst>
            </p:cNvPr>
            <p:cNvCxnSpPr/>
            <p:nvPr/>
          </p:nvCxnSpPr>
          <p:spPr>
            <a:xfrm rot="16200000" flipH="1">
              <a:off x="8114144" y="7746192"/>
              <a:ext cx="605002" cy="628514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98" name="Connector: Curved 1997">
              <a:extLst>
                <a:ext uri="{FF2B5EF4-FFF2-40B4-BE49-F238E27FC236}">
                  <a16:creationId xmlns:a16="http://schemas.microsoft.com/office/drawing/2014/main" id="{B4C970E9-2FAF-E7A6-4A84-7E55FEDD1210}"/>
                </a:ext>
              </a:extLst>
            </p:cNvPr>
            <p:cNvCxnSpPr/>
            <p:nvPr/>
          </p:nvCxnSpPr>
          <p:spPr>
            <a:xfrm rot="16200000" flipH="1">
              <a:off x="6609143" y="6403167"/>
              <a:ext cx="605002" cy="628514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000" name="Group 1999">
              <a:extLst>
                <a:ext uri="{FF2B5EF4-FFF2-40B4-BE49-F238E27FC236}">
                  <a16:creationId xmlns:a16="http://schemas.microsoft.com/office/drawing/2014/main" id="{E6F61B77-ECB2-96E6-EDA8-31A4DEFBE8A2}"/>
                </a:ext>
              </a:extLst>
            </p:cNvPr>
            <p:cNvGrpSpPr/>
            <p:nvPr/>
          </p:nvGrpSpPr>
          <p:grpSpPr>
            <a:xfrm rot="5400000">
              <a:off x="10914586" y="8589439"/>
              <a:ext cx="387722" cy="2052815"/>
              <a:chOff x="5406346" y="5930516"/>
              <a:chExt cx="516057" cy="1905000"/>
            </a:xfrm>
            <a:solidFill>
              <a:srgbClr val="C9A6E4"/>
            </a:solidFill>
          </p:grpSpPr>
          <p:sp>
            <p:nvSpPr>
              <p:cNvPr id="2001" name="Rectangle 2000">
                <a:extLst>
                  <a:ext uri="{FF2B5EF4-FFF2-40B4-BE49-F238E27FC236}">
                    <a16:creationId xmlns:a16="http://schemas.microsoft.com/office/drawing/2014/main" id="{CE6215D5-DF84-D274-91B8-A084D6E1DC38}"/>
                  </a:ext>
                </a:extLst>
              </p:cNvPr>
              <p:cNvSpPr/>
              <p:nvPr/>
            </p:nvSpPr>
            <p:spPr>
              <a:xfrm>
                <a:off x="5406346" y="5930516"/>
                <a:ext cx="516057" cy="1905000"/>
              </a:xfrm>
              <a:prstGeom prst="rect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02" name="TextBox 2001">
                <a:extLst>
                  <a:ext uri="{FF2B5EF4-FFF2-40B4-BE49-F238E27FC236}">
                    <a16:creationId xmlns:a16="http://schemas.microsoft.com/office/drawing/2014/main" id="{997505AF-AE39-ED24-488C-57F16F773B7B}"/>
                  </a:ext>
                </a:extLst>
              </p:cNvPr>
              <p:cNvSpPr txBox="1"/>
              <p:nvPr/>
            </p:nvSpPr>
            <p:spPr>
              <a:xfrm rot="16200000">
                <a:off x="4778628" y="6688543"/>
                <a:ext cx="1749688" cy="450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Custom_conv_block</a:t>
                </a:r>
              </a:p>
            </p:txBody>
          </p:sp>
        </p:grpSp>
        <p:cxnSp>
          <p:nvCxnSpPr>
            <p:cNvPr id="2004" name="Connector: Curved 2003">
              <a:extLst>
                <a:ext uri="{FF2B5EF4-FFF2-40B4-BE49-F238E27FC236}">
                  <a16:creationId xmlns:a16="http://schemas.microsoft.com/office/drawing/2014/main" id="{19AF8BE5-EE57-3510-5325-66D12D0C9978}"/>
                </a:ext>
              </a:extLst>
            </p:cNvPr>
            <p:cNvCxnSpPr>
              <a:cxnSpLocks/>
              <a:endCxn id="2001" idx="2"/>
            </p:cNvCxnSpPr>
            <p:nvPr/>
          </p:nvCxnSpPr>
          <p:spPr>
            <a:xfrm rot="16200000" flipH="1">
              <a:off x="9599491" y="9133298"/>
              <a:ext cx="495824" cy="469274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38" name="Rectangle 2037">
              <a:extLst>
                <a:ext uri="{FF2B5EF4-FFF2-40B4-BE49-F238E27FC236}">
                  <a16:creationId xmlns:a16="http://schemas.microsoft.com/office/drawing/2014/main" id="{BD243170-C896-F290-FFD2-D493448364AA}"/>
                </a:ext>
              </a:extLst>
            </p:cNvPr>
            <p:cNvSpPr/>
            <p:nvPr/>
          </p:nvSpPr>
          <p:spPr>
            <a:xfrm>
              <a:off x="18283223" y="1464724"/>
              <a:ext cx="387720" cy="230505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9" name="TextBox 2038">
              <a:extLst>
                <a:ext uri="{FF2B5EF4-FFF2-40B4-BE49-F238E27FC236}">
                  <a16:creationId xmlns:a16="http://schemas.microsoft.com/office/drawing/2014/main" id="{C5450BC7-1A3F-A1EF-FE18-A518F3AF3412}"/>
                </a:ext>
              </a:extLst>
            </p:cNvPr>
            <p:cNvSpPr txBox="1"/>
            <p:nvPr/>
          </p:nvSpPr>
          <p:spPr>
            <a:xfrm rot="16200000">
              <a:off x="17437787" y="2467021"/>
              <a:ext cx="20585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Conv2d, act = sigmoid</a:t>
              </a:r>
            </a:p>
          </p:txBody>
        </p:sp>
        <p:cxnSp>
          <p:nvCxnSpPr>
            <p:cNvPr id="2043" name="Straight Arrow Connector 2042">
              <a:extLst>
                <a:ext uri="{FF2B5EF4-FFF2-40B4-BE49-F238E27FC236}">
                  <a16:creationId xmlns:a16="http://schemas.microsoft.com/office/drawing/2014/main" id="{BF5F6485-C7E3-74EE-938E-87C3A167934A}"/>
                </a:ext>
              </a:extLst>
            </p:cNvPr>
            <p:cNvCxnSpPr>
              <a:cxnSpLocks/>
              <a:stCxn id="1903" idx="0"/>
            </p:cNvCxnSpPr>
            <p:nvPr/>
          </p:nvCxnSpPr>
          <p:spPr>
            <a:xfrm>
              <a:off x="4431166" y="3188611"/>
              <a:ext cx="12763500" cy="7620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45" name="Straight Arrow Connector 2044">
              <a:extLst>
                <a:ext uri="{FF2B5EF4-FFF2-40B4-BE49-F238E27FC236}">
                  <a16:creationId xmlns:a16="http://schemas.microsoft.com/office/drawing/2014/main" id="{4879AD90-31A7-218E-F669-E2F98C504089}"/>
                </a:ext>
              </a:extLst>
            </p:cNvPr>
            <p:cNvCxnSpPr>
              <a:cxnSpLocks/>
            </p:cNvCxnSpPr>
            <p:nvPr/>
          </p:nvCxnSpPr>
          <p:spPr>
            <a:xfrm>
              <a:off x="5936116" y="4560211"/>
              <a:ext cx="9753600" cy="5715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47" name="Straight Arrow Connector 2046">
              <a:extLst>
                <a:ext uri="{FF2B5EF4-FFF2-40B4-BE49-F238E27FC236}">
                  <a16:creationId xmlns:a16="http://schemas.microsoft.com/office/drawing/2014/main" id="{35DB8D75-93E4-A66F-4BBF-BAAADE66DB76}"/>
                </a:ext>
              </a:extLst>
            </p:cNvPr>
            <p:cNvCxnSpPr>
              <a:cxnSpLocks/>
            </p:cNvCxnSpPr>
            <p:nvPr/>
          </p:nvCxnSpPr>
          <p:spPr>
            <a:xfrm>
              <a:off x="7441066" y="5931811"/>
              <a:ext cx="6904786" cy="1178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54" name="Straight Arrow Connector 2053">
              <a:extLst>
                <a:ext uri="{FF2B5EF4-FFF2-40B4-BE49-F238E27FC236}">
                  <a16:creationId xmlns:a16="http://schemas.microsoft.com/office/drawing/2014/main" id="{E532FFF7-5097-AB5D-307E-27854CE47A16}"/>
                </a:ext>
              </a:extLst>
            </p:cNvPr>
            <p:cNvCxnSpPr>
              <a:cxnSpLocks/>
            </p:cNvCxnSpPr>
            <p:nvPr/>
          </p:nvCxnSpPr>
          <p:spPr>
            <a:xfrm>
              <a:off x="8946016" y="7303411"/>
              <a:ext cx="3829050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9F70243C-A31C-D595-26ED-205D8AFB0604}"/>
                </a:ext>
              </a:extLst>
            </p:cNvPr>
            <p:cNvSpPr txBox="1"/>
            <p:nvPr/>
          </p:nvSpPr>
          <p:spPr>
            <a:xfrm>
              <a:off x="10424704" y="7100768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E38C9E00-216B-8228-41B1-DDF8775FB77E}"/>
                </a:ext>
              </a:extLst>
            </p:cNvPr>
            <p:cNvSpPr txBox="1"/>
            <p:nvPr/>
          </p:nvSpPr>
          <p:spPr>
            <a:xfrm>
              <a:off x="10377643" y="5777716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sp>
          <p:nvSpPr>
            <p:cNvPr id="2057" name="TextBox 2056">
              <a:extLst>
                <a:ext uri="{FF2B5EF4-FFF2-40B4-BE49-F238E27FC236}">
                  <a16:creationId xmlns:a16="http://schemas.microsoft.com/office/drawing/2014/main" id="{61D0F2BB-5043-CEB0-A867-97BD348C0283}"/>
                </a:ext>
              </a:extLst>
            </p:cNvPr>
            <p:cNvSpPr txBox="1"/>
            <p:nvPr/>
          </p:nvSpPr>
          <p:spPr>
            <a:xfrm>
              <a:off x="10330582" y="4425167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sp>
          <p:nvSpPr>
            <p:cNvPr id="2058" name="TextBox 2057">
              <a:extLst>
                <a:ext uri="{FF2B5EF4-FFF2-40B4-BE49-F238E27FC236}">
                  <a16:creationId xmlns:a16="http://schemas.microsoft.com/office/drawing/2014/main" id="{1256FCFF-4B79-8759-CC48-38D2D110C662}"/>
                </a:ext>
              </a:extLst>
            </p:cNvPr>
            <p:cNvSpPr txBox="1"/>
            <p:nvPr/>
          </p:nvSpPr>
          <p:spPr>
            <a:xfrm>
              <a:off x="10283521" y="3013624"/>
              <a:ext cx="1252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Concatenate </a:t>
              </a:r>
            </a:p>
          </p:txBody>
        </p:sp>
        <p:sp>
          <p:nvSpPr>
            <p:cNvPr id="2059" name="Rectangle: Rounded Corners 2058">
              <a:extLst>
                <a:ext uri="{FF2B5EF4-FFF2-40B4-BE49-F238E27FC236}">
                  <a16:creationId xmlns:a16="http://schemas.microsoft.com/office/drawing/2014/main" id="{B6510B58-384D-E421-EBC7-48588117BF69}"/>
                </a:ext>
              </a:extLst>
            </p:cNvPr>
            <p:cNvSpPr/>
            <p:nvPr/>
          </p:nvSpPr>
          <p:spPr>
            <a:xfrm>
              <a:off x="3616454" y="7011930"/>
              <a:ext cx="2786251" cy="222567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62" name="Group 2061">
              <a:extLst>
                <a:ext uri="{FF2B5EF4-FFF2-40B4-BE49-F238E27FC236}">
                  <a16:creationId xmlns:a16="http://schemas.microsoft.com/office/drawing/2014/main" id="{CFA3F3D4-EB96-D650-CA95-011122F0DBE3}"/>
                </a:ext>
              </a:extLst>
            </p:cNvPr>
            <p:cNvGrpSpPr/>
            <p:nvPr/>
          </p:nvGrpSpPr>
          <p:grpSpPr>
            <a:xfrm>
              <a:off x="3702113" y="7277932"/>
              <a:ext cx="2608509" cy="387720"/>
              <a:chOff x="17564100" y="18995328"/>
              <a:chExt cx="2608509" cy="387720"/>
            </a:xfrm>
          </p:grpSpPr>
          <p:sp>
            <p:nvSpPr>
              <p:cNvPr id="2060" name="Rectangle 2059">
                <a:extLst>
                  <a:ext uri="{FF2B5EF4-FFF2-40B4-BE49-F238E27FC236}">
                    <a16:creationId xmlns:a16="http://schemas.microsoft.com/office/drawing/2014/main" id="{270B2B6E-5AA2-F843-FD65-190181A712CA}"/>
                  </a:ext>
                </a:extLst>
              </p:cNvPr>
              <p:cNvSpPr/>
              <p:nvPr/>
            </p:nvSpPr>
            <p:spPr>
              <a:xfrm rot="5400000">
                <a:off x="18674495" y="17884933"/>
                <a:ext cx="387720" cy="2608509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1" name="TextBox 2060">
                <a:extLst>
                  <a:ext uri="{FF2B5EF4-FFF2-40B4-BE49-F238E27FC236}">
                    <a16:creationId xmlns:a16="http://schemas.microsoft.com/office/drawing/2014/main" id="{DC84B12D-469C-BDFB-857E-8615CFB97F9C}"/>
                  </a:ext>
                </a:extLst>
              </p:cNvPr>
              <p:cNvSpPr txBox="1"/>
              <p:nvPr/>
            </p:nvSpPr>
            <p:spPr>
              <a:xfrm>
                <a:off x="17637888" y="19000860"/>
                <a:ext cx="24945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Conv2d, act =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stride=5</a:t>
                </a:r>
              </a:p>
            </p:txBody>
          </p:sp>
        </p:grpSp>
        <p:grpSp>
          <p:nvGrpSpPr>
            <p:cNvPr id="2063" name="Group 2062">
              <a:extLst>
                <a:ext uri="{FF2B5EF4-FFF2-40B4-BE49-F238E27FC236}">
                  <a16:creationId xmlns:a16="http://schemas.microsoft.com/office/drawing/2014/main" id="{A918E605-6638-2BA2-6184-417A8E35A69C}"/>
                </a:ext>
              </a:extLst>
            </p:cNvPr>
            <p:cNvGrpSpPr/>
            <p:nvPr/>
          </p:nvGrpSpPr>
          <p:grpSpPr>
            <a:xfrm>
              <a:off x="3702113" y="8624132"/>
              <a:ext cx="2608509" cy="387720"/>
              <a:chOff x="17564100" y="18995328"/>
              <a:chExt cx="2608509" cy="387720"/>
            </a:xfrm>
          </p:grpSpPr>
          <p:sp>
            <p:nvSpPr>
              <p:cNvPr id="2064" name="Rectangle 2063">
                <a:extLst>
                  <a:ext uri="{FF2B5EF4-FFF2-40B4-BE49-F238E27FC236}">
                    <a16:creationId xmlns:a16="http://schemas.microsoft.com/office/drawing/2014/main" id="{040ECC08-FC48-BFCE-5249-5A190DF09BE8}"/>
                  </a:ext>
                </a:extLst>
              </p:cNvPr>
              <p:cNvSpPr/>
              <p:nvPr/>
            </p:nvSpPr>
            <p:spPr>
              <a:xfrm rot="5400000">
                <a:off x="18674495" y="17884933"/>
                <a:ext cx="387720" cy="2608509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5" name="TextBox 2064">
                <a:extLst>
                  <a:ext uri="{FF2B5EF4-FFF2-40B4-BE49-F238E27FC236}">
                    <a16:creationId xmlns:a16="http://schemas.microsoft.com/office/drawing/2014/main" id="{A43736AB-2188-8916-6CA8-235F375CFCE4}"/>
                  </a:ext>
                </a:extLst>
              </p:cNvPr>
              <p:cNvSpPr txBox="1"/>
              <p:nvPr/>
            </p:nvSpPr>
            <p:spPr>
              <a:xfrm>
                <a:off x="18079812" y="19003672"/>
                <a:ext cx="17155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Conv2d, act =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66" name="Group 2065">
              <a:extLst>
                <a:ext uri="{FF2B5EF4-FFF2-40B4-BE49-F238E27FC236}">
                  <a16:creationId xmlns:a16="http://schemas.microsoft.com/office/drawing/2014/main" id="{3306FBB3-EBED-8721-A46A-BF998B9165F8}"/>
                </a:ext>
              </a:extLst>
            </p:cNvPr>
            <p:cNvGrpSpPr/>
            <p:nvPr/>
          </p:nvGrpSpPr>
          <p:grpSpPr>
            <a:xfrm rot="5400000">
              <a:off x="4838422" y="7407236"/>
              <a:ext cx="387722" cy="1542310"/>
              <a:chOff x="5406346" y="5930516"/>
              <a:chExt cx="516057" cy="190500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6F85E1BC-5EA4-E12C-E6C8-B669B0CAE92B}"/>
                  </a:ext>
                </a:extLst>
              </p:cNvPr>
              <p:cNvSpPr/>
              <p:nvPr/>
            </p:nvSpPr>
            <p:spPr>
              <a:xfrm>
                <a:off x="5406346" y="5930516"/>
                <a:ext cx="516057" cy="1905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8" name="TextBox 2067">
                <a:extLst>
                  <a:ext uri="{FF2B5EF4-FFF2-40B4-BE49-F238E27FC236}">
                    <a16:creationId xmlns:a16="http://schemas.microsoft.com/office/drawing/2014/main" id="{7F2BF707-53AB-B25C-7022-5CF27326F588}"/>
                  </a:ext>
                </a:extLst>
              </p:cNvPr>
              <p:cNvSpPr txBox="1"/>
              <p:nvPr/>
            </p:nvSpPr>
            <p:spPr>
              <a:xfrm rot="16200000">
                <a:off x="4887028" y="6660220"/>
                <a:ext cx="1532889" cy="450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Dropout=0.1</a:t>
                </a:r>
              </a:p>
            </p:txBody>
          </p:sp>
        </p:grpSp>
        <p:cxnSp>
          <p:nvCxnSpPr>
            <p:cNvPr id="2070" name="Straight Arrow Connector 2069">
              <a:extLst>
                <a:ext uri="{FF2B5EF4-FFF2-40B4-BE49-F238E27FC236}">
                  <a16:creationId xmlns:a16="http://schemas.microsoft.com/office/drawing/2014/main" id="{048B2ADA-0A40-C73D-09DD-8C29F6328BF9}"/>
                </a:ext>
              </a:extLst>
            </p:cNvPr>
            <p:cNvCxnSpPr>
              <a:stCxn id="2061" idx="2"/>
              <a:endCxn id="2068" idx="0"/>
            </p:cNvCxnSpPr>
            <p:nvPr/>
          </p:nvCxnSpPr>
          <p:spPr>
            <a:xfrm>
              <a:off x="5023198" y="7622018"/>
              <a:ext cx="7052" cy="37890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72" name="Straight Arrow Connector 2071">
              <a:extLst>
                <a:ext uri="{FF2B5EF4-FFF2-40B4-BE49-F238E27FC236}">
                  <a16:creationId xmlns:a16="http://schemas.microsoft.com/office/drawing/2014/main" id="{67F51EF3-680A-6352-0820-4DD75806EEED}"/>
                </a:ext>
              </a:extLst>
            </p:cNvPr>
            <p:cNvCxnSpPr>
              <a:stCxn id="2067" idx="3"/>
              <a:endCxn id="2065" idx="0"/>
            </p:cNvCxnSpPr>
            <p:nvPr/>
          </p:nvCxnSpPr>
          <p:spPr>
            <a:xfrm>
              <a:off x="5032282" y="8372252"/>
              <a:ext cx="0" cy="26022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82" name="Straight Arrow Connector 2081">
              <a:extLst>
                <a:ext uri="{FF2B5EF4-FFF2-40B4-BE49-F238E27FC236}">
                  <a16:creationId xmlns:a16="http://schemas.microsoft.com/office/drawing/2014/main" id="{8DE8274B-BEC6-5A9E-89C9-4F97D2E06B00}"/>
                </a:ext>
              </a:extLst>
            </p:cNvPr>
            <p:cNvCxnSpPr>
              <a:stCxn id="2039" idx="2"/>
            </p:cNvCxnSpPr>
            <p:nvPr/>
          </p:nvCxnSpPr>
          <p:spPr>
            <a:xfrm flipV="1">
              <a:off x="18636353" y="2617249"/>
              <a:ext cx="45449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83" name="TextBox 2082">
              <a:extLst>
                <a:ext uri="{FF2B5EF4-FFF2-40B4-BE49-F238E27FC236}">
                  <a16:creationId xmlns:a16="http://schemas.microsoft.com/office/drawing/2014/main" id="{CDFC7355-87C3-3E0F-028E-BCDD40556265}"/>
                </a:ext>
              </a:extLst>
            </p:cNvPr>
            <p:cNvSpPr txBox="1"/>
            <p:nvPr/>
          </p:nvSpPr>
          <p:spPr>
            <a:xfrm rot="16200000">
              <a:off x="18188569" y="2390821"/>
              <a:ext cx="20810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 Segmented Mask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DBFAB97-9F08-80CE-2660-CAFC22FC851B}"/>
                </a:ext>
              </a:extLst>
            </p:cNvPr>
            <p:cNvSpPr txBox="1"/>
            <p:nvPr/>
          </p:nvSpPr>
          <p:spPr>
            <a:xfrm rot="16200000">
              <a:off x="4555665" y="4152255"/>
              <a:ext cx="16802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128, 128, 32)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743F5BA-9C28-E18E-D5A9-15247961FDEC}"/>
                </a:ext>
              </a:extLst>
            </p:cNvPr>
            <p:cNvSpPr txBox="1"/>
            <p:nvPr/>
          </p:nvSpPr>
          <p:spPr>
            <a:xfrm rot="16200000">
              <a:off x="6150383" y="5485755"/>
              <a:ext cx="15007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64, 64, 64)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C3C6FE-8530-7564-CDC8-5C5A98415B76}"/>
                </a:ext>
              </a:extLst>
            </p:cNvPr>
            <p:cNvSpPr txBox="1"/>
            <p:nvPr/>
          </p:nvSpPr>
          <p:spPr>
            <a:xfrm rot="16200000">
              <a:off x="7604967" y="6876405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32, 32, 128)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233285-8A6D-BD70-8C60-F9B2AF34591A}"/>
                </a:ext>
              </a:extLst>
            </p:cNvPr>
            <p:cNvSpPr txBox="1"/>
            <p:nvPr/>
          </p:nvSpPr>
          <p:spPr>
            <a:xfrm rot="16200000">
              <a:off x="9116701" y="8209905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16, 16, 256)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9CF740-BE7A-9761-1EBB-B92211460318}"/>
                </a:ext>
              </a:extLst>
            </p:cNvPr>
            <p:cNvSpPr txBox="1"/>
            <p:nvPr/>
          </p:nvSpPr>
          <p:spPr>
            <a:xfrm>
              <a:off x="10274022" y="9159044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16, 16, 512)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9F13E9-9AC3-AFA8-47EA-7BC3E01135CB}"/>
                </a:ext>
              </a:extLst>
            </p:cNvPr>
            <p:cNvSpPr txBox="1"/>
            <p:nvPr/>
          </p:nvSpPr>
          <p:spPr>
            <a:xfrm rot="16200000">
              <a:off x="12955344" y="8228954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32, 32, 256)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F9FED7-C50C-BE2A-9042-FA58FA05674D}"/>
                </a:ext>
              </a:extLst>
            </p:cNvPr>
            <p:cNvSpPr txBox="1"/>
            <p:nvPr/>
          </p:nvSpPr>
          <p:spPr>
            <a:xfrm rot="16200000">
              <a:off x="14345994" y="6819254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64, 64, 128)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069893F-A927-FA00-9A1E-212F9A519E84}"/>
                </a:ext>
              </a:extLst>
            </p:cNvPr>
            <p:cNvSpPr txBox="1"/>
            <p:nvPr/>
          </p:nvSpPr>
          <p:spPr>
            <a:xfrm rot="16200000">
              <a:off x="15806061" y="5466704"/>
              <a:ext cx="16802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128, 128, 64)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9505AC-17A3-D95B-1647-295C76AD6416}"/>
                </a:ext>
              </a:extLst>
            </p:cNvPr>
            <p:cNvSpPr txBox="1"/>
            <p:nvPr/>
          </p:nvSpPr>
          <p:spPr>
            <a:xfrm rot="16200000">
              <a:off x="17251340" y="4097826"/>
              <a:ext cx="17299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256, 256, 32)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E37471-81BC-B1C0-78EB-3DFC444030B1}"/>
                </a:ext>
              </a:extLst>
            </p:cNvPr>
            <p:cNvSpPr txBox="1"/>
            <p:nvPr/>
          </p:nvSpPr>
          <p:spPr>
            <a:xfrm rot="16200000">
              <a:off x="18016848" y="2627346"/>
              <a:ext cx="15905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(None, 256, 256, 1)</a:t>
              </a:r>
            </a:p>
          </p:txBody>
        </p: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1E8A2D27-113F-52C8-87F9-4F3BA006C62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3206744" y="8207342"/>
              <a:ext cx="1204902" cy="734759"/>
            </a:xfrm>
            <a:prstGeom prst="curvedConnector3">
              <a:avLst>
                <a:gd name="adj1" fmla="val -18972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05C6D00B-4C41-FB21-AB43-1186C7CB04E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4683119" y="6788117"/>
              <a:ext cx="1166802" cy="830009"/>
            </a:xfrm>
            <a:prstGeom prst="curvedConnector3">
              <a:avLst>
                <a:gd name="adj1" fmla="val -19592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70700BEC-20E4-EBA9-885E-B783E3EDEB7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6188069" y="5435567"/>
              <a:ext cx="1166802" cy="830009"/>
            </a:xfrm>
            <a:prstGeom prst="curvedConnector3">
              <a:avLst>
                <a:gd name="adj1" fmla="val -19592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5C1A9B60-A4BD-FB54-7DD4-837DD5BACCA5}"/>
                </a:ext>
              </a:extLst>
            </p:cNvPr>
            <p:cNvCxnSpPr>
              <a:cxnSpLocks/>
              <a:endCxn id="2038" idx="2"/>
            </p:cNvCxnSpPr>
            <p:nvPr/>
          </p:nvCxnSpPr>
          <p:spPr>
            <a:xfrm rot="5400000" flipH="1" flipV="1">
              <a:off x="17484396" y="4088737"/>
              <a:ext cx="1311649" cy="673723"/>
            </a:xfrm>
            <a:prstGeom prst="curvedConnector3">
              <a:avLst>
                <a:gd name="adj1" fmla="val -17428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FC9885-903C-22B9-DA25-ED1B5CAACAFA}"/>
                </a:ext>
              </a:extLst>
            </p:cNvPr>
            <p:cNvGrpSpPr/>
            <p:nvPr/>
          </p:nvGrpSpPr>
          <p:grpSpPr>
            <a:xfrm>
              <a:off x="5741200" y="4562831"/>
              <a:ext cx="1054472" cy="2052815"/>
              <a:chOff x="5770228" y="4330602"/>
              <a:chExt cx="1054472" cy="205281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58870F9-42A8-C098-5852-FF6806930DA2}"/>
                  </a:ext>
                </a:extLst>
              </p:cNvPr>
              <p:cNvGrpSpPr/>
              <p:nvPr/>
            </p:nvGrpSpPr>
            <p:grpSpPr>
              <a:xfrm>
                <a:off x="5770228" y="4330602"/>
                <a:ext cx="387722" cy="2052815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BC64312-4510-FEA3-F920-504E6FA1D981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784FC99-3608-5D4F-182B-A54C0B0921D8}"/>
                    </a:ext>
                  </a:extLst>
                </p:cNvPr>
                <p:cNvSpPr txBox="1"/>
                <p:nvPr/>
              </p:nvSpPr>
              <p:spPr>
                <a:xfrm rot="16200000">
                  <a:off x="4778628" y="6688543"/>
                  <a:ext cx="174968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Custom_conv_block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A5CE01C-367E-4CF3-E929-66F0E2E6292A}"/>
                  </a:ext>
                </a:extLst>
              </p:cNvPr>
              <p:cNvGrpSpPr/>
              <p:nvPr/>
            </p:nvGrpSpPr>
            <p:grpSpPr>
              <a:xfrm>
                <a:off x="6436978" y="4604904"/>
                <a:ext cx="387722" cy="1542310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FF9C1D4-5A8B-CBD7-338C-35E3F9CEDB56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A4FFACC-6B5F-2887-7B86-951D58241714}"/>
                    </a:ext>
                  </a:extLst>
                </p:cNvPr>
                <p:cNvSpPr txBox="1"/>
                <p:nvPr/>
              </p:nvSpPr>
              <p:spPr>
                <a:xfrm rot="16200000">
                  <a:off x="5033004" y="6853252"/>
                  <a:ext cx="124093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Max_pool_2d</a:t>
                  </a:r>
                </a:p>
              </p:txBody>
            </p: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A6249AA-E438-191D-7800-AC1662581B20}"/>
                  </a:ext>
                </a:extLst>
              </p:cNvPr>
              <p:cNvCxnSpPr>
                <a:stCxn id="15" idx="2"/>
              </p:cNvCxnSpPr>
              <p:nvPr/>
            </p:nvCxnSpPr>
            <p:spPr>
              <a:xfrm flipV="1">
                <a:off x="6125175" y="5380616"/>
                <a:ext cx="305503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806A606-DAB7-8242-A6F3-B6F4B6DC22CC}"/>
                </a:ext>
              </a:extLst>
            </p:cNvPr>
            <p:cNvGrpSpPr/>
            <p:nvPr/>
          </p:nvGrpSpPr>
          <p:grpSpPr>
            <a:xfrm>
              <a:off x="7213798" y="5941980"/>
              <a:ext cx="1054472" cy="2052815"/>
              <a:chOff x="5770228" y="4330602"/>
              <a:chExt cx="1054472" cy="2052815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89F18D14-2B23-8D5A-D67A-61725735BC94}"/>
                  </a:ext>
                </a:extLst>
              </p:cNvPr>
              <p:cNvGrpSpPr/>
              <p:nvPr/>
            </p:nvGrpSpPr>
            <p:grpSpPr>
              <a:xfrm>
                <a:off x="5770228" y="4330602"/>
                <a:ext cx="387722" cy="2052815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7E38A75-4510-5CFB-318A-45F20D01097D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3A4DDDF-807B-0AC9-2F84-9CEF421D7D83}"/>
                    </a:ext>
                  </a:extLst>
                </p:cNvPr>
                <p:cNvSpPr txBox="1"/>
                <p:nvPr/>
              </p:nvSpPr>
              <p:spPr>
                <a:xfrm rot="16200000">
                  <a:off x="4778628" y="6688543"/>
                  <a:ext cx="174968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Custom_conv_block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7136037-524D-B1C7-ACE6-9512E757CE42}"/>
                  </a:ext>
                </a:extLst>
              </p:cNvPr>
              <p:cNvGrpSpPr/>
              <p:nvPr/>
            </p:nvGrpSpPr>
            <p:grpSpPr>
              <a:xfrm>
                <a:off x="6436978" y="4604904"/>
                <a:ext cx="387722" cy="1542310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70B8CD71-06D4-87F4-2455-06739E06CFDA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847681F-6598-BDCE-6E2B-6FAB20B9E445}"/>
                    </a:ext>
                  </a:extLst>
                </p:cNvPr>
                <p:cNvSpPr txBox="1"/>
                <p:nvPr/>
              </p:nvSpPr>
              <p:spPr>
                <a:xfrm rot="16200000">
                  <a:off x="5033004" y="6853252"/>
                  <a:ext cx="124093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Max_pool_2d</a:t>
                  </a:r>
                </a:p>
              </p:txBody>
            </p:sp>
          </p:grp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CABD9DD-9FFE-8187-D51E-4B3147AF17BA}"/>
                  </a:ext>
                </a:extLst>
              </p:cNvPr>
              <p:cNvCxnSpPr>
                <a:stCxn id="31" idx="2"/>
              </p:cNvCxnSpPr>
              <p:nvPr/>
            </p:nvCxnSpPr>
            <p:spPr>
              <a:xfrm flipV="1">
                <a:off x="6125175" y="5380616"/>
                <a:ext cx="305503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E46A781-AD72-8B56-B5E0-150BEE7C0067}"/>
                </a:ext>
              </a:extLst>
            </p:cNvPr>
            <p:cNvGrpSpPr/>
            <p:nvPr/>
          </p:nvGrpSpPr>
          <p:grpSpPr>
            <a:xfrm>
              <a:off x="8729675" y="7326152"/>
              <a:ext cx="1054472" cy="2052815"/>
              <a:chOff x="5770228" y="4330602"/>
              <a:chExt cx="1054472" cy="205281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9198187-24B9-148D-2207-EDB1674D83E1}"/>
                  </a:ext>
                </a:extLst>
              </p:cNvPr>
              <p:cNvGrpSpPr/>
              <p:nvPr/>
            </p:nvGrpSpPr>
            <p:grpSpPr>
              <a:xfrm>
                <a:off x="5770228" y="4330602"/>
                <a:ext cx="387722" cy="2052815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A905E041-6F69-0E00-F4F2-B8389EE42671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4D9AA98-4D7A-6116-27B4-3CF846AF74D2}"/>
                    </a:ext>
                  </a:extLst>
                </p:cNvPr>
                <p:cNvSpPr txBox="1"/>
                <p:nvPr/>
              </p:nvSpPr>
              <p:spPr>
                <a:xfrm rot="16200000">
                  <a:off x="4778628" y="6688543"/>
                  <a:ext cx="174968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Custom_conv_block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91A5E7A-02C0-C539-84BA-F76D40927ACD}"/>
                  </a:ext>
                </a:extLst>
              </p:cNvPr>
              <p:cNvGrpSpPr/>
              <p:nvPr/>
            </p:nvGrpSpPr>
            <p:grpSpPr>
              <a:xfrm>
                <a:off x="6436978" y="4604904"/>
                <a:ext cx="387722" cy="1542310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E21DED5-34EF-6886-84B3-8F592D94CB96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BFE5809-053A-C781-C6BC-B5F40EAE777E}"/>
                    </a:ext>
                  </a:extLst>
                </p:cNvPr>
                <p:cNvSpPr txBox="1"/>
                <p:nvPr/>
              </p:nvSpPr>
              <p:spPr>
                <a:xfrm rot="16200000">
                  <a:off x="5033004" y="6853252"/>
                  <a:ext cx="124093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Max_pool_2d</a:t>
                  </a:r>
                </a:p>
              </p:txBody>
            </p:sp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79F07F15-D366-FD5A-0F9F-31086A95317A}"/>
                  </a:ext>
                </a:extLst>
              </p:cNvPr>
              <p:cNvCxnSpPr>
                <a:stCxn id="39" idx="2"/>
              </p:cNvCxnSpPr>
              <p:nvPr/>
            </p:nvCxnSpPr>
            <p:spPr>
              <a:xfrm flipV="1">
                <a:off x="6125175" y="5380616"/>
                <a:ext cx="305503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3C67870-B147-F480-EDA6-1D5D0270CB87}"/>
                </a:ext>
              </a:extLst>
            </p:cNvPr>
            <p:cNvGrpSpPr/>
            <p:nvPr/>
          </p:nvGrpSpPr>
          <p:grpSpPr>
            <a:xfrm>
              <a:off x="12577775" y="7345202"/>
              <a:ext cx="1054472" cy="2052815"/>
              <a:chOff x="5770228" y="4330602"/>
              <a:chExt cx="1054472" cy="2052815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77A72E8-DC2D-155D-2C3D-0F482FEABA04}"/>
                  </a:ext>
                </a:extLst>
              </p:cNvPr>
              <p:cNvGrpSpPr/>
              <p:nvPr/>
            </p:nvGrpSpPr>
            <p:grpSpPr>
              <a:xfrm>
                <a:off x="5770228" y="4330602"/>
                <a:ext cx="387722" cy="2052815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F48A6C5C-E995-35B2-E14F-5B74EEA9D6BE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CA0BF2E-E56D-A7DC-FD36-DB54478B2A89}"/>
                    </a:ext>
                  </a:extLst>
                </p:cNvPr>
                <p:cNvSpPr txBox="1"/>
                <p:nvPr/>
              </p:nvSpPr>
              <p:spPr>
                <a:xfrm rot="16200000">
                  <a:off x="4778628" y="6688543"/>
                  <a:ext cx="174968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Custom_conv_block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16F6D6F-3B6C-BBFB-9B4F-CC507BB864B4}"/>
                  </a:ext>
                </a:extLst>
              </p:cNvPr>
              <p:cNvGrpSpPr/>
              <p:nvPr/>
            </p:nvGrpSpPr>
            <p:grpSpPr>
              <a:xfrm>
                <a:off x="6436978" y="4604904"/>
                <a:ext cx="387722" cy="1542310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CBC0F8E-A174-EEE1-C2FD-5537D5E3F046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9659F53-2B17-67E1-F218-52422F3F7E71}"/>
                    </a:ext>
                  </a:extLst>
                </p:cNvPr>
                <p:cNvSpPr txBox="1"/>
                <p:nvPr/>
              </p:nvSpPr>
              <p:spPr>
                <a:xfrm rot="16200000">
                  <a:off x="5033004" y="6853252"/>
                  <a:ext cx="124093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Max_pool_2d</a:t>
                  </a:r>
                </a:p>
              </p:txBody>
            </p:sp>
          </p:grp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8E52219A-8B69-EB6B-8B40-BA9C2EA2A2C6}"/>
                  </a:ext>
                </a:extLst>
              </p:cNvPr>
              <p:cNvCxnSpPr>
                <a:stCxn id="47" idx="2"/>
              </p:cNvCxnSpPr>
              <p:nvPr/>
            </p:nvCxnSpPr>
            <p:spPr>
              <a:xfrm flipV="1">
                <a:off x="6125175" y="5380616"/>
                <a:ext cx="305503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A64EE4C-B6DD-DED6-FCB6-A152C4568B2E}"/>
                </a:ext>
              </a:extLst>
            </p:cNvPr>
            <p:cNvGrpSpPr/>
            <p:nvPr/>
          </p:nvGrpSpPr>
          <p:grpSpPr>
            <a:xfrm>
              <a:off x="13968425" y="5954552"/>
              <a:ext cx="1054472" cy="2052815"/>
              <a:chOff x="5770228" y="4330602"/>
              <a:chExt cx="1054472" cy="2052815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BDE5C56-C73C-0F99-5DE9-BD470EA168CB}"/>
                  </a:ext>
                </a:extLst>
              </p:cNvPr>
              <p:cNvGrpSpPr/>
              <p:nvPr/>
            </p:nvGrpSpPr>
            <p:grpSpPr>
              <a:xfrm>
                <a:off x="5770228" y="4330602"/>
                <a:ext cx="387722" cy="2052815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0515C96-4861-586E-5073-B3C63F7BF9DE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E41D588-5BA4-A6C8-5892-A6C914DF33D7}"/>
                    </a:ext>
                  </a:extLst>
                </p:cNvPr>
                <p:cNvSpPr txBox="1"/>
                <p:nvPr/>
              </p:nvSpPr>
              <p:spPr>
                <a:xfrm rot="16200000">
                  <a:off x="4778628" y="6688543"/>
                  <a:ext cx="174968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Custom_conv_block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2873D8E-E678-853A-AE4D-8648BD74245D}"/>
                  </a:ext>
                </a:extLst>
              </p:cNvPr>
              <p:cNvGrpSpPr/>
              <p:nvPr/>
            </p:nvGrpSpPr>
            <p:grpSpPr>
              <a:xfrm>
                <a:off x="6436978" y="4604904"/>
                <a:ext cx="387722" cy="1542310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58293B6D-75DD-DFC3-5A7C-51F30CEB87AF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70D34AC-4B8C-4252-0AAB-7D523BF6E867}"/>
                    </a:ext>
                  </a:extLst>
                </p:cNvPr>
                <p:cNvSpPr txBox="1"/>
                <p:nvPr/>
              </p:nvSpPr>
              <p:spPr>
                <a:xfrm rot="16200000">
                  <a:off x="5033004" y="6853252"/>
                  <a:ext cx="124093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Max_pool_2d</a:t>
                  </a:r>
                </a:p>
              </p:txBody>
            </p:sp>
          </p:grp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515D691-2DA4-D8B5-CF74-4029985EBF2F}"/>
                  </a:ext>
                </a:extLst>
              </p:cNvPr>
              <p:cNvCxnSpPr>
                <a:stCxn id="55" idx="2"/>
              </p:cNvCxnSpPr>
              <p:nvPr/>
            </p:nvCxnSpPr>
            <p:spPr>
              <a:xfrm flipV="1">
                <a:off x="6125175" y="5380616"/>
                <a:ext cx="305503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7542C5F-6316-5CD7-4234-214F7235DDB3}"/>
                </a:ext>
              </a:extLst>
            </p:cNvPr>
            <p:cNvGrpSpPr/>
            <p:nvPr/>
          </p:nvGrpSpPr>
          <p:grpSpPr>
            <a:xfrm>
              <a:off x="15454325" y="4602002"/>
              <a:ext cx="1054472" cy="2052815"/>
              <a:chOff x="5770228" y="4330602"/>
              <a:chExt cx="1054472" cy="2052815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CD1C53F-6F06-EA54-7347-1FE5250F73A2}"/>
                  </a:ext>
                </a:extLst>
              </p:cNvPr>
              <p:cNvGrpSpPr/>
              <p:nvPr/>
            </p:nvGrpSpPr>
            <p:grpSpPr>
              <a:xfrm>
                <a:off x="5770228" y="4330602"/>
                <a:ext cx="387722" cy="2052815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E6A0A1CE-6810-86CD-5DAC-6B85C49A7738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4A085EC-B3EB-81AE-683E-591F6091FE7F}"/>
                    </a:ext>
                  </a:extLst>
                </p:cNvPr>
                <p:cNvSpPr txBox="1"/>
                <p:nvPr/>
              </p:nvSpPr>
              <p:spPr>
                <a:xfrm rot="16200000">
                  <a:off x="4778628" y="6688543"/>
                  <a:ext cx="174968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Custom_conv_block</a:t>
                  </a: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949CB9B-ADE1-504F-EA60-46DBE0CEE77A}"/>
                  </a:ext>
                </a:extLst>
              </p:cNvPr>
              <p:cNvGrpSpPr/>
              <p:nvPr/>
            </p:nvGrpSpPr>
            <p:grpSpPr>
              <a:xfrm>
                <a:off x="6436978" y="4604904"/>
                <a:ext cx="387722" cy="1542310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D828C814-3B0B-23E7-BC84-4CD98293C21A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3CA7E06-2D50-2814-BC53-644441F2A8E4}"/>
                    </a:ext>
                  </a:extLst>
                </p:cNvPr>
                <p:cNvSpPr txBox="1"/>
                <p:nvPr/>
              </p:nvSpPr>
              <p:spPr>
                <a:xfrm rot="16200000">
                  <a:off x="5033004" y="6853252"/>
                  <a:ext cx="124093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Max_pool_2d</a:t>
                  </a:r>
                </a:p>
              </p:txBody>
            </p:sp>
          </p:grp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0F6E9B69-DC5E-ACFA-56BD-FB70C76299CE}"/>
                  </a:ext>
                </a:extLst>
              </p:cNvPr>
              <p:cNvCxnSpPr>
                <a:stCxn id="63" idx="2"/>
              </p:cNvCxnSpPr>
              <p:nvPr/>
            </p:nvCxnSpPr>
            <p:spPr>
              <a:xfrm flipV="1">
                <a:off x="6125175" y="5380616"/>
                <a:ext cx="305503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856" name="Group 1855">
              <a:extLst>
                <a:ext uri="{FF2B5EF4-FFF2-40B4-BE49-F238E27FC236}">
                  <a16:creationId xmlns:a16="http://schemas.microsoft.com/office/drawing/2014/main" id="{D088C288-C8D3-1360-0CBB-FDA82DAC44E8}"/>
                </a:ext>
              </a:extLst>
            </p:cNvPr>
            <p:cNvGrpSpPr/>
            <p:nvPr/>
          </p:nvGrpSpPr>
          <p:grpSpPr>
            <a:xfrm>
              <a:off x="16940225" y="3249452"/>
              <a:ext cx="1054472" cy="2052815"/>
              <a:chOff x="5770228" y="4330602"/>
              <a:chExt cx="1054472" cy="2052815"/>
            </a:xfrm>
          </p:grpSpPr>
          <p:grpSp>
            <p:nvGrpSpPr>
              <p:cNvPr id="1857" name="Group 1856">
                <a:extLst>
                  <a:ext uri="{FF2B5EF4-FFF2-40B4-BE49-F238E27FC236}">
                    <a16:creationId xmlns:a16="http://schemas.microsoft.com/office/drawing/2014/main" id="{C7114FA5-745B-D1DE-8870-50CD42FAE701}"/>
                  </a:ext>
                </a:extLst>
              </p:cNvPr>
              <p:cNvGrpSpPr/>
              <p:nvPr/>
            </p:nvGrpSpPr>
            <p:grpSpPr>
              <a:xfrm>
                <a:off x="5770228" y="4330602"/>
                <a:ext cx="387722" cy="2052815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1862" name="Rectangle 1861">
                  <a:extLst>
                    <a:ext uri="{FF2B5EF4-FFF2-40B4-BE49-F238E27FC236}">
                      <a16:creationId xmlns:a16="http://schemas.microsoft.com/office/drawing/2014/main" id="{592CABD5-54D9-121B-0CD6-62181DE39CC6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00206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63" name="TextBox 1862">
                  <a:extLst>
                    <a:ext uri="{FF2B5EF4-FFF2-40B4-BE49-F238E27FC236}">
                      <a16:creationId xmlns:a16="http://schemas.microsoft.com/office/drawing/2014/main" id="{C4A515E5-BD40-8F52-9A3F-B30FBE080BDD}"/>
                    </a:ext>
                  </a:extLst>
                </p:cNvPr>
                <p:cNvSpPr txBox="1"/>
                <p:nvPr/>
              </p:nvSpPr>
              <p:spPr>
                <a:xfrm rot="16200000">
                  <a:off x="4778628" y="6688543"/>
                  <a:ext cx="174968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Custom_conv_block</a:t>
                  </a:r>
                </a:p>
              </p:txBody>
            </p:sp>
          </p:grpSp>
          <p:grpSp>
            <p:nvGrpSpPr>
              <p:cNvPr id="1858" name="Group 1857">
                <a:extLst>
                  <a:ext uri="{FF2B5EF4-FFF2-40B4-BE49-F238E27FC236}">
                    <a16:creationId xmlns:a16="http://schemas.microsoft.com/office/drawing/2014/main" id="{720FE48F-6977-070D-CA57-D0D6491F0785}"/>
                  </a:ext>
                </a:extLst>
              </p:cNvPr>
              <p:cNvGrpSpPr/>
              <p:nvPr/>
            </p:nvGrpSpPr>
            <p:grpSpPr>
              <a:xfrm>
                <a:off x="6436978" y="4604904"/>
                <a:ext cx="387722" cy="1542310"/>
                <a:chOff x="5406346" y="5930516"/>
                <a:chExt cx="516057" cy="1905000"/>
              </a:xfrm>
              <a:solidFill>
                <a:srgbClr val="C9A6E4"/>
              </a:solidFill>
            </p:grpSpPr>
            <p:sp>
              <p:nvSpPr>
                <p:cNvPr id="1860" name="Rectangle 1859">
                  <a:extLst>
                    <a:ext uri="{FF2B5EF4-FFF2-40B4-BE49-F238E27FC236}">
                      <a16:creationId xmlns:a16="http://schemas.microsoft.com/office/drawing/2014/main" id="{AF9F9233-4E25-6382-3F7C-4DACE58F3926}"/>
                    </a:ext>
                  </a:extLst>
                </p:cNvPr>
                <p:cNvSpPr/>
                <p:nvPr/>
              </p:nvSpPr>
              <p:spPr>
                <a:xfrm>
                  <a:off x="5406346" y="5930516"/>
                  <a:ext cx="516057" cy="19050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61" name="TextBox 1860">
                  <a:extLst>
                    <a:ext uri="{FF2B5EF4-FFF2-40B4-BE49-F238E27FC236}">
                      <a16:creationId xmlns:a16="http://schemas.microsoft.com/office/drawing/2014/main" id="{9EC2BCF8-3952-C9FA-A299-55E88F8018D3}"/>
                    </a:ext>
                  </a:extLst>
                </p:cNvPr>
                <p:cNvSpPr txBox="1"/>
                <p:nvPr/>
              </p:nvSpPr>
              <p:spPr>
                <a:xfrm rot="16200000">
                  <a:off x="5033004" y="6853252"/>
                  <a:ext cx="1240938" cy="4506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Max_pool_2d</a:t>
                  </a:r>
                </a:p>
              </p:txBody>
            </p:sp>
          </p:grpSp>
          <p:cxnSp>
            <p:nvCxnSpPr>
              <p:cNvPr id="1859" name="Straight Arrow Connector 1858">
                <a:extLst>
                  <a:ext uri="{FF2B5EF4-FFF2-40B4-BE49-F238E27FC236}">
                    <a16:creationId xmlns:a16="http://schemas.microsoft.com/office/drawing/2014/main" id="{8344A6D3-B57C-7AA0-6F3D-B39C2B4B3E17}"/>
                  </a:ext>
                </a:extLst>
              </p:cNvPr>
              <p:cNvCxnSpPr>
                <a:stCxn id="1863" idx="2"/>
              </p:cNvCxnSpPr>
              <p:nvPr/>
            </p:nvCxnSpPr>
            <p:spPr>
              <a:xfrm flipV="1">
                <a:off x="6125175" y="5380616"/>
                <a:ext cx="305503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1867" name="Connector: Elbow 1866">
              <a:extLst>
                <a:ext uri="{FF2B5EF4-FFF2-40B4-BE49-F238E27FC236}">
                  <a16:creationId xmlns:a16="http://schemas.microsoft.com/office/drawing/2014/main" id="{71CEB482-233E-FC6D-F573-775CF0D2C093}"/>
                </a:ext>
              </a:extLst>
            </p:cNvPr>
            <p:cNvCxnSpPr>
              <a:stCxn id="1900" idx="3"/>
              <a:endCxn id="1904" idx="0"/>
            </p:cNvCxnSpPr>
            <p:nvPr/>
          </p:nvCxnSpPr>
          <p:spPr>
            <a:xfrm>
              <a:off x="3670094" y="2928470"/>
              <a:ext cx="583604" cy="1319775"/>
            </a:xfrm>
            <a:prstGeom prst="bentConnector5">
              <a:avLst>
                <a:gd name="adj1" fmla="val 39170"/>
                <a:gd name="adj2" fmla="val 100187"/>
                <a:gd name="adj3" fmla="val 40429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73" name="Connector: Curved 1872">
              <a:extLst>
                <a:ext uri="{FF2B5EF4-FFF2-40B4-BE49-F238E27FC236}">
                  <a16:creationId xmlns:a16="http://schemas.microsoft.com/office/drawing/2014/main" id="{B3AC2549-6B44-B3A6-CF59-22CD9F543E8C}"/>
                </a:ext>
              </a:extLst>
            </p:cNvPr>
            <p:cNvCxnSpPr>
              <a:endCxn id="46" idx="2"/>
            </p:cNvCxnSpPr>
            <p:nvPr/>
          </p:nvCxnSpPr>
          <p:spPr>
            <a:xfrm flipV="1">
              <a:off x="12134855" y="9398017"/>
              <a:ext cx="636781" cy="217830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311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8902E547-660F-0995-2448-FBAD4CE0ABB0}"/>
              </a:ext>
            </a:extLst>
          </p:cNvPr>
          <p:cNvGrpSpPr/>
          <p:nvPr/>
        </p:nvGrpSpPr>
        <p:grpSpPr>
          <a:xfrm>
            <a:off x="3408422" y="1200107"/>
            <a:ext cx="11323159" cy="5540793"/>
            <a:chOff x="3408422" y="1200107"/>
            <a:chExt cx="11323159" cy="5540793"/>
          </a:xfrm>
        </p:grpSpPr>
        <p:cxnSp>
          <p:nvCxnSpPr>
            <p:cNvPr id="1056" name="Straight Arrow Connector 1055">
              <a:extLst>
                <a:ext uri="{FF2B5EF4-FFF2-40B4-BE49-F238E27FC236}">
                  <a16:creationId xmlns:a16="http://schemas.microsoft.com/office/drawing/2014/main" id="{93DA5CC4-FDE3-5086-45FF-3046795EC9D3}"/>
                </a:ext>
              </a:extLst>
            </p:cNvPr>
            <p:cNvCxnSpPr/>
            <p:nvPr/>
          </p:nvCxnSpPr>
          <p:spPr>
            <a:xfrm>
              <a:off x="5618943" y="2411647"/>
              <a:ext cx="68660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7" name="Group 1076">
              <a:extLst>
                <a:ext uri="{FF2B5EF4-FFF2-40B4-BE49-F238E27FC236}">
                  <a16:creationId xmlns:a16="http://schemas.microsoft.com/office/drawing/2014/main" id="{33D01276-70FB-EDC0-CA5C-43C6C821F756}"/>
                </a:ext>
              </a:extLst>
            </p:cNvPr>
            <p:cNvGrpSpPr/>
            <p:nvPr/>
          </p:nvGrpSpPr>
          <p:grpSpPr>
            <a:xfrm rot="16200000">
              <a:off x="2917323" y="2143636"/>
              <a:ext cx="1579368" cy="597168"/>
              <a:chOff x="1604798" y="3747003"/>
              <a:chExt cx="1737305" cy="597168"/>
            </a:xfrm>
            <a:effectLst/>
          </p:grpSpPr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386E1927-13A8-A8FF-FB84-6860962BE948}"/>
                  </a:ext>
                </a:extLst>
              </p:cNvPr>
              <p:cNvSpPr/>
              <p:nvPr/>
            </p:nvSpPr>
            <p:spPr>
              <a:xfrm rot="16200000">
                <a:off x="2184954" y="3166847"/>
                <a:ext cx="576993" cy="1737305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41D05F-210A-B361-30FD-75D5B2B98323}"/>
                  </a:ext>
                </a:extLst>
              </p:cNvPr>
              <p:cNvSpPr txBox="1"/>
              <p:nvPr/>
            </p:nvSpPr>
            <p:spPr>
              <a:xfrm>
                <a:off x="1710936" y="3759396"/>
                <a:ext cx="15408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CLAHE</a:t>
                </a:r>
              </a:p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Clip Limit = 2%</a:t>
                </a:r>
              </a:p>
            </p:txBody>
          </p:sp>
        </p:grp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43055559-0B64-B6BA-872F-0EF0D95C02B5}"/>
                </a:ext>
              </a:extLst>
            </p:cNvPr>
            <p:cNvGrpSpPr/>
            <p:nvPr/>
          </p:nvGrpSpPr>
          <p:grpSpPr>
            <a:xfrm>
              <a:off x="6282402" y="1747727"/>
              <a:ext cx="523220" cy="1453466"/>
              <a:chOff x="6626592" y="1777315"/>
              <a:chExt cx="523220" cy="1201212"/>
            </a:xfrm>
          </p:grpSpPr>
          <p:sp>
            <p:nvSpPr>
              <p:cNvPr id="295" name="Rectangle: Rounded Corners 294">
                <a:extLst>
                  <a:ext uri="{FF2B5EF4-FFF2-40B4-BE49-F238E27FC236}">
                    <a16:creationId xmlns:a16="http://schemas.microsoft.com/office/drawing/2014/main" id="{C74EF3C9-47C3-8A8F-8F08-2C0602D9BDCA}"/>
                  </a:ext>
                </a:extLst>
              </p:cNvPr>
              <p:cNvSpPr/>
              <p:nvPr/>
            </p:nvSpPr>
            <p:spPr>
              <a:xfrm rot="16200000">
                <a:off x="6292843" y="2236709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6B14EDB9-BCBD-793F-8968-53A78C242E5B}"/>
                  </a:ext>
                </a:extLst>
              </p:cNvPr>
              <p:cNvSpPr txBox="1"/>
              <p:nvPr/>
            </p:nvSpPr>
            <p:spPr>
              <a:xfrm rot="16200000">
                <a:off x="6287596" y="2116311"/>
                <a:ext cx="1201212" cy="523220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Normalization</a:t>
                </a:r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809161D4-3BE0-A140-C970-2C3F02410CEA}"/>
                </a:ext>
              </a:extLst>
            </p:cNvPr>
            <p:cNvGrpSpPr/>
            <p:nvPr/>
          </p:nvGrpSpPr>
          <p:grpSpPr>
            <a:xfrm>
              <a:off x="7340126" y="1739707"/>
              <a:ext cx="471141" cy="1453466"/>
              <a:chOff x="8512388" y="1252983"/>
              <a:chExt cx="276972" cy="1201212"/>
            </a:xfrm>
          </p:grpSpPr>
          <p:sp>
            <p:nvSpPr>
              <p:cNvPr id="298" name="Rectangle: Rounded Corners 297">
                <a:extLst>
                  <a:ext uri="{FF2B5EF4-FFF2-40B4-BE49-F238E27FC236}">
                    <a16:creationId xmlns:a16="http://schemas.microsoft.com/office/drawing/2014/main" id="{62F17B87-DFA6-A86A-BA27-3BDF5C989ABE}"/>
                  </a:ext>
                </a:extLst>
              </p:cNvPr>
              <p:cNvSpPr/>
              <p:nvPr/>
            </p:nvSpPr>
            <p:spPr>
              <a:xfrm rot="16200000">
                <a:off x="8143416" y="1715104"/>
                <a:ext cx="1014916" cy="276972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F3D89A1D-CD14-853B-8328-89FA010094E1}"/>
                  </a:ext>
                </a:extLst>
              </p:cNvPr>
              <p:cNvSpPr txBox="1"/>
              <p:nvPr/>
            </p:nvSpPr>
            <p:spPr>
              <a:xfrm rot="16200000">
                <a:off x="8038364" y="1737115"/>
                <a:ext cx="1201212" cy="232948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ConvNeXt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</a:t>
                </a:r>
              </a:p>
            </p:txBody>
          </p:sp>
        </p:grpSp>
        <p:sp>
          <p:nvSpPr>
            <p:cNvPr id="303" name="Rectangle: Rounded Corners 302">
              <a:extLst>
                <a:ext uri="{FF2B5EF4-FFF2-40B4-BE49-F238E27FC236}">
                  <a16:creationId xmlns:a16="http://schemas.microsoft.com/office/drawing/2014/main" id="{1AE60027-C689-4885-D80B-3CC6CA489CEC}"/>
                </a:ext>
              </a:extLst>
            </p:cNvPr>
            <p:cNvSpPr/>
            <p:nvPr/>
          </p:nvSpPr>
          <p:spPr>
            <a:xfrm rot="16200000">
              <a:off x="6321182" y="2342971"/>
              <a:ext cx="1228049" cy="27697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Steam</a:t>
              </a:r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7A13525B-8CE6-A767-87E3-E888CB69A667}"/>
                </a:ext>
              </a:extLst>
            </p:cNvPr>
            <p:cNvSpPr/>
            <p:nvPr/>
          </p:nvSpPr>
          <p:spPr>
            <a:xfrm rot="16200000">
              <a:off x="3824755" y="2121869"/>
              <a:ext cx="1610870" cy="595477"/>
            </a:xfrm>
            <a:prstGeom prst="roundRect">
              <a:avLst/>
            </a:prstGeom>
            <a:solidFill>
              <a:srgbClr val="BAF0E7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ConvNext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Preprocessing</a:t>
              </a:r>
            </a:p>
          </p:txBody>
        </p:sp>
        <p:grpSp>
          <p:nvGrpSpPr>
            <p:cNvPr id="1087" name="Group 1086">
              <a:extLst>
                <a:ext uri="{FF2B5EF4-FFF2-40B4-BE49-F238E27FC236}">
                  <a16:creationId xmlns:a16="http://schemas.microsoft.com/office/drawing/2014/main" id="{849453C9-4F4B-9DC9-CDD0-39F83001674E}"/>
                </a:ext>
              </a:extLst>
            </p:cNvPr>
            <p:cNvGrpSpPr/>
            <p:nvPr/>
          </p:nvGrpSpPr>
          <p:grpSpPr>
            <a:xfrm>
              <a:off x="6390937" y="3805374"/>
              <a:ext cx="4690503" cy="2935526"/>
              <a:chOff x="7215747" y="11647652"/>
              <a:chExt cx="4690503" cy="2935526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EB734DC4-A120-6EF7-5E6F-82046C06A68B}"/>
                  </a:ext>
                </a:extLst>
              </p:cNvPr>
              <p:cNvGrpSpPr/>
              <p:nvPr/>
            </p:nvGrpSpPr>
            <p:grpSpPr>
              <a:xfrm>
                <a:off x="9585863" y="11921333"/>
                <a:ext cx="369332" cy="1858099"/>
                <a:chOff x="10941671" y="12162247"/>
                <a:chExt cx="369332" cy="1858099"/>
              </a:xfrm>
            </p:grpSpPr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8B078ACB-880B-AC64-1327-E768C2BDDA4D}"/>
                    </a:ext>
                  </a:extLst>
                </p:cNvPr>
                <p:cNvSpPr/>
                <p:nvPr/>
              </p:nvSpPr>
              <p:spPr>
                <a:xfrm>
                  <a:off x="10947529" y="12162247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E5102406-0BB4-34CE-B060-0B4CCC2C9056}"/>
                    </a:ext>
                  </a:extLst>
                </p:cNvPr>
                <p:cNvSpPr/>
                <p:nvPr/>
              </p:nvSpPr>
              <p:spPr>
                <a:xfrm>
                  <a:off x="10947529" y="13791746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3C98B1F9-141E-50E8-E26B-EF86DF8AC2D9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26845067-1887-48D0-1F73-E5AB25BE767D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2CBB68A-FEFB-DAE9-3053-AC94CBF1D874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AE1AFA21-B7A6-3211-876B-C2F7D80BD0AE}"/>
                  </a:ext>
                </a:extLst>
              </p:cNvPr>
              <p:cNvGrpSpPr/>
              <p:nvPr/>
            </p:nvGrpSpPr>
            <p:grpSpPr>
              <a:xfrm>
                <a:off x="11262951" y="12063142"/>
                <a:ext cx="415636" cy="1635360"/>
                <a:chOff x="12595277" y="11881520"/>
                <a:chExt cx="415636" cy="1635360"/>
              </a:xfrm>
            </p:grpSpPr>
            <p:sp>
              <p:nvSpPr>
                <p:cNvPr id="118" name="Cube 117">
                  <a:extLst>
                    <a:ext uri="{FF2B5EF4-FFF2-40B4-BE49-F238E27FC236}">
                      <a16:creationId xmlns:a16="http://schemas.microsoft.com/office/drawing/2014/main" id="{710FA16D-B8B6-9A19-C90C-40C7C178C373}"/>
                    </a:ext>
                  </a:extLst>
                </p:cNvPr>
                <p:cNvSpPr/>
                <p:nvPr/>
              </p:nvSpPr>
              <p:spPr>
                <a:xfrm rot="16200000">
                  <a:off x="12012001" y="12464796"/>
                  <a:ext cx="1582187" cy="415636"/>
                </a:xfrm>
                <a:prstGeom prst="cube">
                  <a:avLst/>
                </a:prstGeom>
                <a:solidFill>
                  <a:srgbClr val="B5EDBD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67646EA-A8C1-840D-639D-67AFFF90698D}"/>
                    </a:ext>
                  </a:extLst>
                </p:cNvPr>
                <p:cNvSpPr txBox="1"/>
                <p:nvPr/>
              </p:nvSpPr>
              <p:spPr>
                <a:xfrm rot="16200000">
                  <a:off x="12063546" y="12577359"/>
                  <a:ext cx="15712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Global avg pooling</a:t>
                  </a:r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0AF5A61-85CE-ECAE-A8EB-E8BDDA2A9236}"/>
                  </a:ext>
                </a:extLst>
              </p:cNvPr>
              <p:cNvGrpSpPr/>
              <p:nvPr/>
            </p:nvGrpSpPr>
            <p:grpSpPr>
              <a:xfrm>
                <a:off x="10421764" y="12236498"/>
                <a:ext cx="307777" cy="1298566"/>
                <a:chOff x="10421764" y="12236498"/>
                <a:chExt cx="307777" cy="1298566"/>
              </a:xfrm>
            </p:grpSpPr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CC7C64EC-DF2D-A500-C47D-986E8410E0DF}"/>
                    </a:ext>
                  </a:extLst>
                </p:cNvPr>
                <p:cNvSpPr/>
                <p:nvPr/>
              </p:nvSpPr>
              <p:spPr>
                <a:xfrm>
                  <a:off x="10425497" y="12236498"/>
                  <a:ext cx="300313" cy="129856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6413433E-6925-8BA3-A04D-943A018205A4}"/>
                    </a:ext>
                  </a:extLst>
                </p:cNvPr>
                <p:cNvSpPr txBox="1"/>
                <p:nvPr/>
              </p:nvSpPr>
              <p:spPr>
                <a:xfrm rot="16200000">
                  <a:off x="9976771" y="12728244"/>
                  <a:ext cx="119776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0.3</a:t>
                  </a: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E707FDB1-CDD9-6A1D-78B6-4A0827DC7C5B}"/>
                  </a:ext>
                </a:extLst>
              </p:cNvPr>
              <p:cNvGrpSpPr/>
              <p:nvPr/>
            </p:nvGrpSpPr>
            <p:grpSpPr>
              <a:xfrm>
                <a:off x="7906655" y="12485331"/>
                <a:ext cx="369332" cy="958703"/>
                <a:chOff x="10941671" y="12611945"/>
                <a:chExt cx="369332" cy="958703"/>
              </a:xfrm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ACDD4426-164D-DF39-B629-92A7233F38EC}"/>
                    </a:ext>
                  </a:extLst>
                </p:cNvPr>
                <p:cNvSpPr/>
                <p:nvPr/>
              </p:nvSpPr>
              <p:spPr>
                <a:xfrm>
                  <a:off x="10941671" y="12611945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E7E5B8B8-29F6-5591-B03A-034689C44C0A}"/>
                    </a:ext>
                  </a:extLst>
                </p:cNvPr>
                <p:cNvSpPr/>
                <p:nvPr/>
              </p:nvSpPr>
              <p:spPr>
                <a:xfrm>
                  <a:off x="10941671" y="13342048"/>
                  <a:ext cx="228600" cy="2286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FA21CBF6-2845-96E4-CD0A-C64BA6C09F58}"/>
                    </a:ext>
                  </a:extLst>
                </p:cNvPr>
                <p:cNvSpPr txBox="1"/>
                <p:nvPr/>
              </p:nvSpPr>
              <p:spPr>
                <a:xfrm rot="5400000">
                  <a:off x="10883322" y="12936242"/>
                  <a:ext cx="4860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…. </a:t>
                  </a:r>
                </a:p>
              </p:txBody>
            </p:sp>
          </p:grp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F226160-6B88-2C32-43D4-F54D8C02F4C9}"/>
                  </a:ext>
                </a:extLst>
              </p:cNvPr>
              <p:cNvCxnSpPr>
                <a:stCxn id="120" idx="2"/>
                <a:endCxn id="113" idx="6"/>
              </p:cNvCxnSpPr>
              <p:nvPr/>
            </p:nvCxnSpPr>
            <p:spPr>
              <a:xfrm flipH="1">
                <a:off x="8135255" y="12035633"/>
                <a:ext cx="1456466" cy="5639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44E6154C-31D6-A2DF-4172-B639C54FE3BF}"/>
                  </a:ext>
                </a:extLst>
              </p:cNvPr>
              <p:cNvCxnSpPr>
                <a:stCxn id="120" idx="2"/>
                <a:endCxn id="114" idx="6"/>
              </p:cNvCxnSpPr>
              <p:nvPr/>
            </p:nvCxnSpPr>
            <p:spPr>
              <a:xfrm flipH="1">
                <a:off x="8135255" y="12035633"/>
                <a:ext cx="1456466" cy="12941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7E69D0E-3BE2-588E-EE95-EB98D0720E23}"/>
                  </a:ext>
                </a:extLst>
              </p:cNvPr>
              <p:cNvCxnSpPr>
                <a:stCxn id="122" idx="2"/>
                <a:endCxn id="113" idx="6"/>
              </p:cNvCxnSpPr>
              <p:nvPr/>
            </p:nvCxnSpPr>
            <p:spPr>
              <a:xfrm flipH="1">
                <a:off x="8135255" y="12485331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CF783D55-E8B1-B8A7-FA54-41FE761FB188}"/>
                  </a:ext>
                </a:extLst>
              </p:cNvPr>
              <p:cNvCxnSpPr>
                <a:stCxn id="122" idx="2"/>
                <a:endCxn id="114" idx="6"/>
              </p:cNvCxnSpPr>
              <p:nvPr/>
            </p:nvCxnSpPr>
            <p:spPr>
              <a:xfrm flipH="1">
                <a:off x="8135255" y="12485331"/>
                <a:ext cx="1450608" cy="8444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492184E-B19C-8F70-51E4-F7AC6C8E8F8F}"/>
                  </a:ext>
                </a:extLst>
              </p:cNvPr>
              <p:cNvCxnSpPr>
                <a:stCxn id="123" idx="2"/>
                <a:endCxn id="114" idx="6"/>
              </p:cNvCxnSpPr>
              <p:nvPr/>
            </p:nvCxnSpPr>
            <p:spPr>
              <a:xfrm flipH="1">
                <a:off x="8135255" y="13215434"/>
                <a:ext cx="1450608" cy="1143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EBA00CD-84CE-38F1-D2A3-4AC236FA1DFA}"/>
                  </a:ext>
                </a:extLst>
              </p:cNvPr>
              <p:cNvCxnSpPr>
                <a:stCxn id="123" idx="2"/>
                <a:endCxn id="113" idx="6"/>
              </p:cNvCxnSpPr>
              <p:nvPr/>
            </p:nvCxnSpPr>
            <p:spPr>
              <a:xfrm flipH="1" flipV="1">
                <a:off x="8135255" y="12599631"/>
                <a:ext cx="1450608" cy="61580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2D9D67FA-D6D5-67F1-4B11-D19CFE3CB2B4}"/>
                  </a:ext>
                </a:extLst>
              </p:cNvPr>
              <p:cNvCxnSpPr>
                <a:stCxn id="121" idx="2"/>
                <a:endCxn id="114" idx="6"/>
              </p:cNvCxnSpPr>
              <p:nvPr/>
            </p:nvCxnSpPr>
            <p:spPr>
              <a:xfrm flipH="1" flipV="1">
                <a:off x="8135255" y="13329734"/>
                <a:ext cx="1456466" cy="3353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213594BF-6221-69EA-9584-B6ACBAAF98EB}"/>
                  </a:ext>
                </a:extLst>
              </p:cNvPr>
              <p:cNvCxnSpPr>
                <a:stCxn id="121" idx="2"/>
                <a:endCxn id="113" idx="6"/>
              </p:cNvCxnSpPr>
              <p:nvPr/>
            </p:nvCxnSpPr>
            <p:spPr>
              <a:xfrm flipH="1" flipV="1">
                <a:off x="8135255" y="12599631"/>
                <a:ext cx="1456466" cy="106550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211EA076-3304-4414-ABEB-451328DBA5B7}"/>
                  </a:ext>
                </a:extLst>
              </p:cNvPr>
              <p:cNvGrpSpPr/>
              <p:nvPr/>
            </p:nvGrpSpPr>
            <p:grpSpPr>
              <a:xfrm>
                <a:off x="8623148" y="12259768"/>
                <a:ext cx="307777" cy="1298566"/>
                <a:chOff x="10421765" y="12236498"/>
                <a:chExt cx="307777" cy="1298566"/>
              </a:xfrm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4AACEEC3-D488-3239-CC97-D9286B9980DA}"/>
                    </a:ext>
                  </a:extLst>
                </p:cNvPr>
                <p:cNvSpPr/>
                <p:nvPr/>
              </p:nvSpPr>
              <p:spPr>
                <a:xfrm>
                  <a:off x="10425497" y="12236498"/>
                  <a:ext cx="300313" cy="129856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D2865A2E-FAEC-9F0E-60E5-5AF3CD9D37A6}"/>
                    </a:ext>
                  </a:extLst>
                </p:cNvPr>
                <p:cNvSpPr txBox="1"/>
                <p:nvPr/>
              </p:nvSpPr>
              <p:spPr>
                <a:xfrm rot="16200000">
                  <a:off x="9931888" y="12728244"/>
                  <a:ext cx="1287532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Dropout = 0.25</a:t>
                  </a:r>
                </a:p>
              </p:txBody>
            </p:sp>
          </p:grpSp>
          <p:sp>
            <p:nvSpPr>
              <p:cNvPr id="86" name="Left Brace 85">
                <a:extLst>
                  <a:ext uri="{FF2B5EF4-FFF2-40B4-BE49-F238E27FC236}">
                    <a16:creationId xmlns:a16="http://schemas.microsoft.com/office/drawing/2014/main" id="{05135EDD-46AD-646F-ACA5-EFC04C019BE5}"/>
                  </a:ext>
                </a:extLst>
              </p:cNvPr>
              <p:cNvSpPr/>
              <p:nvPr/>
            </p:nvSpPr>
            <p:spPr>
              <a:xfrm rot="5400000">
                <a:off x="7879908" y="12081340"/>
                <a:ext cx="170493" cy="560850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11C7A5F-CD90-F851-3DEF-162E394ED935}"/>
                  </a:ext>
                </a:extLst>
              </p:cNvPr>
              <p:cNvSpPr txBox="1"/>
              <p:nvPr/>
            </p:nvSpPr>
            <p:spPr>
              <a:xfrm>
                <a:off x="7407806" y="12009602"/>
                <a:ext cx="12554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 Layer</a:t>
                </a:r>
              </a:p>
            </p:txBody>
          </p: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9A0E6FDD-7251-B309-B98C-1AA65FF1F0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25810" y="12878482"/>
                <a:ext cx="5371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52EA5193-DF68-1470-DB06-5BFEDC611D0F}"/>
                  </a:ext>
                </a:extLst>
              </p:cNvPr>
              <p:cNvCxnSpPr>
                <a:stCxn id="117" idx="0"/>
                <a:endCxn id="120" idx="6"/>
              </p:cNvCxnSpPr>
              <p:nvPr/>
            </p:nvCxnSpPr>
            <p:spPr>
              <a:xfrm flipH="1" flipV="1">
                <a:off x="9820321" y="12035633"/>
                <a:ext cx="601444" cy="8465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0A009E0-F222-6FD4-E19E-52B755F4093E}"/>
                  </a:ext>
                </a:extLst>
              </p:cNvPr>
              <p:cNvCxnSpPr>
                <a:stCxn id="116" idx="2"/>
                <a:endCxn id="122" idx="6"/>
              </p:cNvCxnSpPr>
              <p:nvPr/>
            </p:nvCxnSpPr>
            <p:spPr>
              <a:xfrm flipH="1" flipV="1">
                <a:off x="9814463" y="12485331"/>
                <a:ext cx="611034" cy="4004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5E8B771-3099-6F1D-2D1F-C6A33CA3E9AE}"/>
                  </a:ext>
                </a:extLst>
              </p:cNvPr>
              <p:cNvCxnSpPr>
                <a:stCxn id="117" idx="0"/>
                <a:endCxn id="123" idx="6"/>
              </p:cNvCxnSpPr>
              <p:nvPr/>
            </p:nvCxnSpPr>
            <p:spPr>
              <a:xfrm flipH="1">
                <a:off x="9814463" y="12882133"/>
                <a:ext cx="607302" cy="3333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A56ECB3D-6DA6-01AE-ED85-6C70B9092230}"/>
                  </a:ext>
                </a:extLst>
              </p:cNvPr>
              <p:cNvCxnSpPr>
                <a:stCxn id="117" idx="0"/>
                <a:endCxn id="121" idx="6"/>
              </p:cNvCxnSpPr>
              <p:nvPr/>
            </p:nvCxnSpPr>
            <p:spPr>
              <a:xfrm flipH="1">
                <a:off x="9820321" y="12882133"/>
                <a:ext cx="601444" cy="7829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2FA338B-368A-5FCB-C3C5-8658C48B6847}"/>
                      </a:ext>
                    </a:extLst>
                  </p:cNvPr>
                  <p:cNvSpPr txBox="1"/>
                  <p:nvPr/>
                </p:nvSpPr>
                <p:spPr>
                  <a:xfrm>
                    <a:off x="7701153" y="13394591"/>
                    <a:ext cx="77662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unit</a:t>
                    </a:r>
                    <a:endPara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42FA338B-368A-5FCB-C3C5-8658C48B68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1153" y="13394591"/>
                    <a:ext cx="776623" cy="3385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5455" r="-787" b="-2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5DA5D0B4-B47B-E32A-AA50-095C6EF6791F}"/>
                      </a:ext>
                    </a:extLst>
                  </p:cNvPr>
                  <p:cNvSpPr txBox="1"/>
                  <p:nvPr/>
                </p:nvSpPr>
                <p:spPr>
                  <a:xfrm>
                    <a:off x="8943973" y="13723152"/>
                    <a:ext cx="16503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28 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L1=1e-4, L2=1e-3</a:t>
                    </a: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5DA5D0B4-B47B-E32A-AA50-095C6EF679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43973" y="13723152"/>
                    <a:ext cx="1650388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07" b="-104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499D430-1EA0-8590-F46C-52859A8FD149}"/>
                  </a:ext>
                </a:extLst>
              </p:cNvPr>
              <p:cNvSpPr txBox="1"/>
              <p:nvPr/>
            </p:nvSpPr>
            <p:spPr>
              <a:xfrm>
                <a:off x="9438097" y="11647652"/>
                <a:ext cx="6238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</a:p>
            </p:txBody>
          </p: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5CC4C225-F47F-FECC-7BE0-2A094F3BA6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15747" y="12990991"/>
                <a:ext cx="707214" cy="33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2C6D1B98-C76B-EF95-C86E-6BFBEB4B844A}"/>
                  </a:ext>
                </a:extLst>
              </p:cNvPr>
              <p:cNvSpPr/>
              <p:nvPr/>
            </p:nvSpPr>
            <p:spPr>
              <a:xfrm>
                <a:off x="7407806" y="11647653"/>
                <a:ext cx="4498444" cy="2598719"/>
              </a:xfrm>
              <a:prstGeom prst="roundRect">
                <a:avLst/>
              </a:prstGeom>
              <a:noFill/>
              <a:ln>
                <a:solidFill>
                  <a:srgbClr val="002060"/>
                </a:solidFill>
                <a:prstDash val="dash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B091025-1302-F288-9C99-4C0646D51F92}"/>
                  </a:ext>
                </a:extLst>
              </p:cNvPr>
              <p:cNvSpPr txBox="1"/>
              <p:nvPr/>
            </p:nvSpPr>
            <p:spPr>
              <a:xfrm>
                <a:off x="8514945" y="14244624"/>
                <a:ext cx="207941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Fully Connected Layer</a:t>
                </a:r>
              </a:p>
            </p:txBody>
          </p:sp>
        </p:grp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51498534-E3B7-3E71-FC8F-E1397BBF47F5}"/>
                </a:ext>
              </a:extLst>
            </p:cNvPr>
            <p:cNvCxnSpPr>
              <a:endCxn id="299" idx="2"/>
            </p:cNvCxnSpPr>
            <p:nvPr/>
          </p:nvCxnSpPr>
          <p:spPr>
            <a:xfrm flipV="1">
              <a:off x="6560457" y="2474460"/>
              <a:ext cx="2451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Arrow Connector 371">
              <a:extLst>
                <a:ext uri="{FF2B5EF4-FFF2-40B4-BE49-F238E27FC236}">
                  <a16:creationId xmlns:a16="http://schemas.microsoft.com/office/drawing/2014/main" id="{2FB80E7D-D5F0-AC38-B097-2EF79EBEA434}"/>
                </a:ext>
              </a:extLst>
            </p:cNvPr>
            <p:cNvCxnSpPr>
              <a:stCxn id="303" idx="2"/>
              <a:endCxn id="301" idx="0"/>
            </p:cNvCxnSpPr>
            <p:nvPr/>
          </p:nvCxnSpPr>
          <p:spPr>
            <a:xfrm flipV="1">
              <a:off x="7073693" y="2466440"/>
              <a:ext cx="283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36533FFD-4188-ABF5-0232-DEF0BBC58331}"/>
                </a:ext>
              </a:extLst>
            </p:cNvPr>
            <p:cNvGrpSpPr/>
            <p:nvPr/>
          </p:nvGrpSpPr>
          <p:grpSpPr>
            <a:xfrm>
              <a:off x="8234960" y="1746964"/>
              <a:ext cx="950629" cy="1453466"/>
              <a:chOff x="8234960" y="1651714"/>
              <a:chExt cx="950629" cy="1453466"/>
            </a:xfrm>
          </p:grpSpPr>
          <p:sp>
            <p:nvSpPr>
              <p:cNvPr id="311" name="Rectangle: Rounded Corners 310">
                <a:extLst>
                  <a:ext uri="{FF2B5EF4-FFF2-40B4-BE49-F238E27FC236}">
                    <a16:creationId xmlns:a16="http://schemas.microsoft.com/office/drawing/2014/main" id="{85A2E3EC-E1B3-5F11-A69B-CAAB05E97236}"/>
                  </a:ext>
                </a:extLst>
              </p:cNvPr>
              <p:cNvSpPr/>
              <p:nvPr/>
            </p:nvSpPr>
            <p:spPr>
              <a:xfrm rot="16200000">
                <a:off x="7773270" y="2214863"/>
                <a:ext cx="1228049" cy="304669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Downsample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3" name="Group 372">
                <a:extLst>
                  <a:ext uri="{FF2B5EF4-FFF2-40B4-BE49-F238E27FC236}">
                    <a16:creationId xmlns:a16="http://schemas.microsoft.com/office/drawing/2014/main" id="{CBEF0FCB-C718-A973-28AF-65385A95B1A2}"/>
                  </a:ext>
                </a:extLst>
              </p:cNvPr>
              <p:cNvGrpSpPr/>
              <p:nvPr/>
            </p:nvGrpSpPr>
            <p:grpSpPr>
              <a:xfrm>
                <a:off x="8714448" y="1651714"/>
                <a:ext cx="471141" cy="1453466"/>
                <a:chOff x="8512388" y="1252983"/>
                <a:chExt cx="276972" cy="1201212"/>
              </a:xfrm>
            </p:grpSpPr>
            <p:sp>
              <p:nvSpPr>
                <p:cNvPr id="374" name="Rectangle: Rounded Corners 373">
                  <a:extLst>
                    <a:ext uri="{FF2B5EF4-FFF2-40B4-BE49-F238E27FC236}">
                      <a16:creationId xmlns:a16="http://schemas.microsoft.com/office/drawing/2014/main" id="{31A5D54C-0384-1475-8C95-966BDA880F3E}"/>
                    </a:ext>
                  </a:extLst>
                </p:cNvPr>
                <p:cNvSpPr/>
                <p:nvPr/>
              </p:nvSpPr>
              <p:spPr>
                <a:xfrm rot="16200000">
                  <a:off x="8143416" y="1715104"/>
                  <a:ext cx="1014916" cy="276972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579C04D7-C89B-0848-836E-1678AEA3392E}"/>
                    </a:ext>
                  </a:extLst>
                </p:cNvPr>
                <p:cNvSpPr txBox="1"/>
                <p:nvPr/>
              </p:nvSpPr>
              <p:spPr>
                <a:xfrm rot="16200000">
                  <a:off x="8038364" y="1737115"/>
                  <a:ext cx="1201212" cy="2329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ontrasting" dir="t">
                    <a:rot lat="0" lon="0" rev="7800000"/>
                  </a:lightRig>
                </a:scene3d>
                <a:sp3d>
                  <a:bevelT w="139700" h="1397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ConvNeXt</a:t>
                  </a:r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Block</a:t>
                  </a:r>
                </a:p>
              </p:txBody>
            </p:sp>
          </p:grpSp>
          <p:cxnSp>
            <p:nvCxnSpPr>
              <p:cNvPr id="377" name="Straight Arrow Connector 376">
                <a:extLst>
                  <a:ext uri="{FF2B5EF4-FFF2-40B4-BE49-F238E27FC236}">
                    <a16:creationId xmlns:a16="http://schemas.microsoft.com/office/drawing/2014/main" id="{D96FE666-31D2-A14C-C89D-B95F58202DBB}"/>
                  </a:ext>
                </a:extLst>
              </p:cNvPr>
              <p:cNvCxnSpPr>
                <a:stCxn id="311" idx="2"/>
                <a:endCxn id="375" idx="0"/>
              </p:cNvCxnSpPr>
              <p:nvPr/>
            </p:nvCxnSpPr>
            <p:spPr>
              <a:xfrm>
                <a:off x="8539629" y="2367197"/>
                <a:ext cx="1920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E204C799-2240-C414-40BD-2AA1849A087B}"/>
                </a:ext>
              </a:extLst>
            </p:cNvPr>
            <p:cNvGrpSpPr/>
            <p:nvPr/>
          </p:nvGrpSpPr>
          <p:grpSpPr>
            <a:xfrm>
              <a:off x="9619260" y="1721564"/>
              <a:ext cx="950629" cy="1453466"/>
              <a:chOff x="8234960" y="1651714"/>
              <a:chExt cx="950629" cy="1453466"/>
            </a:xfrm>
          </p:grpSpPr>
          <p:sp>
            <p:nvSpPr>
              <p:cNvPr id="380" name="Rectangle: Rounded Corners 379">
                <a:extLst>
                  <a:ext uri="{FF2B5EF4-FFF2-40B4-BE49-F238E27FC236}">
                    <a16:creationId xmlns:a16="http://schemas.microsoft.com/office/drawing/2014/main" id="{33682A60-362C-47B5-2891-A63495D48F5C}"/>
                  </a:ext>
                </a:extLst>
              </p:cNvPr>
              <p:cNvSpPr/>
              <p:nvPr/>
            </p:nvSpPr>
            <p:spPr>
              <a:xfrm rot="16200000">
                <a:off x="7773270" y="2214863"/>
                <a:ext cx="1228049" cy="304669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Downsample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08556E20-7F23-8BEA-4613-D71A76DC40FB}"/>
                  </a:ext>
                </a:extLst>
              </p:cNvPr>
              <p:cNvGrpSpPr/>
              <p:nvPr/>
            </p:nvGrpSpPr>
            <p:grpSpPr>
              <a:xfrm>
                <a:off x="8714448" y="1651714"/>
                <a:ext cx="471141" cy="1453466"/>
                <a:chOff x="8512388" y="1252983"/>
                <a:chExt cx="276972" cy="1201212"/>
              </a:xfrm>
            </p:grpSpPr>
            <p:sp>
              <p:nvSpPr>
                <p:cNvPr id="383" name="Rectangle: Rounded Corners 382">
                  <a:extLst>
                    <a:ext uri="{FF2B5EF4-FFF2-40B4-BE49-F238E27FC236}">
                      <a16:creationId xmlns:a16="http://schemas.microsoft.com/office/drawing/2014/main" id="{FA3B8783-4BE7-7D9A-0CC9-26A1A58B3AD9}"/>
                    </a:ext>
                  </a:extLst>
                </p:cNvPr>
                <p:cNvSpPr/>
                <p:nvPr/>
              </p:nvSpPr>
              <p:spPr>
                <a:xfrm rot="16200000">
                  <a:off x="8143416" y="1715104"/>
                  <a:ext cx="1014916" cy="276972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024" name="TextBox 1023">
                  <a:extLst>
                    <a:ext uri="{FF2B5EF4-FFF2-40B4-BE49-F238E27FC236}">
                      <a16:creationId xmlns:a16="http://schemas.microsoft.com/office/drawing/2014/main" id="{87C2C0C2-8527-CA67-64DB-01E4B2E54BBF}"/>
                    </a:ext>
                  </a:extLst>
                </p:cNvPr>
                <p:cNvSpPr txBox="1"/>
                <p:nvPr/>
              </p:nvSpPr>
              <p:spPr>
                <a:xfrm rot="16200000">
                  <a:off x="8038364" y="1737115"/>
                  <a:ext cx="1201212" cy="2329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ontrasting" dir="t">
                    <a:rot lat="0" lon="0" rev="7800000"/>
                  </a:lightRig>
                </a:scene3d>
                <a:sp3d>
                  <a:bevelT w="139700" h="1397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ConvNeXt</a:t>
                  </a:r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Block</a:t>
                  </a:r>
                </a:p>
              </p:txBody>
            </p:sp>
          </p:grpSp>
          <p:cxnSp>
            <p:nvCxnSpPr>
              <p:cNvPr id="382" name="Straight Arrow Connector 381">
                <a:extLst>
                  <a:ext uri="{FF2B5EF4-FFF2-40B4-BE49-F238E27FC236}">
                    <a16:creationId xmlns:a16="http://schemas.microsoft.com/office/drawing/2014/main" id="{52BC70FC-4794-57EB-2EE8-A8FDA5C30F5B}"/>
                  </a:ext>
                </a:extLst>
              </p:cNvPr>
              <p:cNvCxnSpPr>
                <a:stCxn id="380" idx="2"/>
                <a:endCxn id="1024" idx="0"/>
              </p:cNvCxnSpPr>
              <p:nvPr/>
            </p:nvCxnSpPr>
            <p:spPr>
              <a:xfrm>
                <a:off x="8539629" y="2367197"/>
                <a:ext cx="1920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B4CAE785-86F1-2DF1-31EF-5CEB1359EF53}"/>
                </a:ext>
              </a:extLst>
            </p:cNvPr>
            <p:cNvGrpSpPr/>
            <p:nvPr/>
          </p:nvGrpSpPr>
          <p:grpSpPr>
            <a:xfrm>
              <a:off x="11003560" y="1696164"/>
              <a:ext cx="950629" cy="1453466"/>
              <a:chOff x="8234960" y="1651714"/>
              <a:chExt cx="950629" cy="1453466"/>
            </a:xfrm>
          </p:grpSpPr>
          <p:sp>
            <p:nvSpPr>
              <p:cNvPr id="1027" name="Rectangle: Rounded Corners 1026">
                <a:extLst>
                  <a:ext uri="{FF2B5EF4-FFF2-40B4-BE49-F238E27FC236}">
                    <a16:creationId xmlns:a16="http://schemas.microsoft.com/office/drawing/2014/main" id="{DDC6A813-B7FF-DBB5-4FF8-504CC8F92AE7}"/>
                  </a:ext>
                </a:extLst>
              </p:cNvPr>
              <p:cNvSpPr/>
              <p:nvPr/>
            </p:nvSpPr>
            <p:spPr>
              <a:xfrm rot="16200000">
                <a:off x="7773270" y="2214863"/>
                <a:ext cx="1228049" cy="304669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Downsample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28" name="Group 1027">
                <a:extLst>
                  <a:ext uri="{FF2B5EF4-FFF2-40B4-BE49-F238E27FC236}">
                    <a16:creationId xmlns:a16="http://schemas.microsoft.com/office/drawing/2014/main" id="{6D4D2FC3-7707-5087-BAE1-B46FC79FADB7}"/>
                  </a:ext>
                </a:extLst>
              </p:cNvPr>
              <p:cNvGrpSpPr/>
              <p:nvPr/>
            </p:nvGrpSpPr>
            <p:grpSpPr>
              <a:xfrm>
                <a:off x="8714448" y="1651714"/>
                <a:ext cx="471141" cy="1453466"/>
                <a:chOff x="8512388" y="1252983"/>
                <a:chExt cx="276972" cy="1201212"/>
              </a:xfrm>
            </p:grpSpPr>
            <p:sp>
              <p:nvSpPr>
                <p:cNvPr id="1030" name="Rectangle: Rounded Corners 1029">
                  <a:extLst>
                    <a:ext uri="{FF2B5EF4-FFF2-40B4-BE49-F238E27FC236}">
                      <a16:creationId xmlns:a16="http://schemas.microsoft.com/office/drawing/2014/main" id="{191F4760-ACC9-8C23-0415-7B38031EE781}"/>
                    </a:ext>
                  </a:extLst>
                </p:cNvPr>
                <p:cNvSpPr/>
                <p:nvPr/>
              </p:nvSpPr>
              <p:spPr>
                <a:xfrm rot="16200000">
                  <a:off x="8143416" y="1715104"/>
                  <a:ext cx="1014916" cy="276972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031" name="TextBox 1030">
                  <a:extLst>
                    <a:ext uri="{FF2B5EF4-FFF2-40B4-BE49-F238E27FC236}">
                      <a16:creationId xmlns:a16="http://schemas.microsoft.com/office/drawing/2014/main" id="{65DE53FD-9E8C-31AC-271D-19D529B3A952}"/>
                    </a:ext>
                  </a:extLst>
                </p:cNvPr>
                <p:cNvSpPr txBox="1"/>
                <p:nvPr/>
              </p:nvSpPr>
              <p:spPr>
                <a:xfrm rot="16200000">
                  <a:off x="8038364" y="1737115"/>
                  <a:ext cx="1201212" cy="2329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ontrasting" dir="t">
                    <a:rot lat="0" lon="0" rev="7800000"/>
                  </a:lightRig>
                </a:scene3d>
                <a:sp3d>
                  <a:bevelT w="139700" h="1397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ConvNeXt</a:t>
                  </a:r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Block</a:t>
                  </a:r>
                </a:p>
              </p:txBody>
            </p:sp>
          </p:grpSp>
          <p:cxnSp>
            <p:nvCxnSpPr>
              <p:cNvPr id="1029" name="Straight Arrow Connector 1028">
                <a:extLst>
                  <a:ext uri="{FF2B5EF4-FFF2-40B4-BE49-F238E27FC236}">
                    <a16:creationId xmlns:a16="http://schemas.microsoft.com/office/drawing/2014/main" id="{FFAD6C8A-7FBA-8FB4-586B-301C79FC3A43}"/>
                  </a:ext>
                </a:extLst>
              </p:cNvPr>
              <p:cNvCxnSpPr>
                <a:stCxn id="1027" idx="2"/>
                <a:endCxn id="1031" idx="0"/>
              </p:cNvCxnSpPr>
              <p:nvPr/>
            </p:nvCxnSpPr>
            <p:spPr>
              <a:xfrm>
                <a:off x="8539629" y="2367197"/>
                <a:ext cx="19201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3" name="Straight Arrow Connector 1032">
              <a:extLst>
                <a:ext uri="{FF2B5EF4-FFF2-40B4-BE49-F238E27FC236}">
                  <a16:creationId xmlns:a16="http://schemas.microsoft.com/office/drawing/2014/main" id="{8AD063BF-537D-D845-059B-496280FD6D41}"/>
                </a:ext>
              </a:extLst>
            </p:cNvPr>
            <p:cNvCxnSpPr>
              <a:stCxn id="301" idx="2"/>
              <a:endCxn id="311" idx="0"/>
            </p:cNvCxnSpPr>
            <p:nvPr/>
          </p:nvCxnSpPr>
          <p:spPr>
            <a:xfrm flipV="1">
              <a:off x="7753574" y="2462447"/>
              <a:ext cx="481386" cy="39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Arrow Connector 1034">
              <a:extLst>
                <a:ext uri="{FF2B5EF4-FFF2-40B4-BE49-F238E27FC236}">
                  <a16:creationId xmlns:a16="http://schemas.microsoft.com/office/drawing/2014/main" id="{C658E99F-E9C6-A661-6470-721DF4FB34AB}"/>
                </a:ext>
              </a:extLst>
            </p:cNvPr>
            <p:cNvCxnSpPr>
              <a:stCxn id="375" idx="2"/>
              <a:endCxn id="380" idx="0"/>
            </p:cNvCxnSpPr>
            <p:nvPr/>
          </p:nvCxnSpPr>
          <p:spPr>
            <a:xfrm flipV="1">
              <a:off x="9127896" y="2437047"/>
              <a:ext cx="491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365521F4-693F-6F92-1CB9-09C0FF0A4309}"/>
                </a:ext>
              </a:extLst>
            </p:cNvPr>
            <p:cNvCxnSpPr>
              <a:stCxn id="1024" idx="2"/>
              <a:endCxn id="1027" idx="0"/>
            </p:cNvCxnSpPr>
            <p:nvPr/>
          </p:nvCxnSpPr>
          <p:spPr>
            <a:xfrm flipV="1">
              <a:off x="10512196" y="2411647"/>
              <a:ext cx="4913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9" name="Rectangle: Rounded Corners 1038">
              <a:extLst>
                <a:ext uri="{FF2B5EF4-FFF2-40B4-BE49-F238E27FC236}">
                  <a16:creationId xmlns:a16="http://schemas.microsoft.com/office/drawing/2014/main" id="{764F4010-576A-3423-382F-52FF123CA9B2}"/>
                </a:ext>
              </a:extLst>
            </p:cNvPr>
            <p:cNvSpPr/>
            <p:nvPr/>
          </p:nvSpPr>
          <p:spPr>
            <a:xfrm>
              <a:off x="6134100" y="1528967"/>
              <a:ext cx="1788861" cy="182155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2D5CCF0F-B8F1-6799-5915-99E6BD25305E}"/>
                </a:ext>
              </a:extLst>
            </p:cNvPr>
            <p:cNvSpPr txBox="1"/>
            <p:nvPr/>
          </p:nvSpPr>
          <p:spPr>
            <a:xfrm>
              <a:off x="7397045" y="3010419"/>
              <a:ext cx="402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E5125BCC-CC23-45E6-514D-14C94BAD5EA6}"/>
                </a:ext>
              </a:extLst>
            </p:cNvPr>
            <p:cNvSpPr txBox="1"/>
            <p:nvPr/>
          </p:nvSpPr>
          <p:spPr>
            <a:xfrm>
              <a:off x="8783159" y="3017677"/>
              <a:ext cx="402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A27CC675-F1BB-0D78-4B2E-5C416E1A1AD5}"/>
                </a:ext>
              </a:extLst>
            </p:cNvPr>
            <p:cNvSpPr txBox="1"/>
            <p:nvPr/>
          </p:nvSpPr>
          <p:spPr>
            <a:xfrm>
              <a:off x="10064045" y="2995907"/>
              <a:ext cx="5052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×27</a:t>
              </a:r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2D34418D-EC3B-C77B-EBED-E35DC279770E}"/>
                </a:ext>
              </a:extLst>
            </p:cNvPr>
            <p:cNvSpPr txBox="1"/>
            <p:nvPr/>
          </p:nvSpPr>
          <p:spPr>
            <a:xfrm>
              <a:off x="11555387" y="2988651"/>
              <a:ext cx="402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0074617B-B9AF-F95B-8B2C-CA8373A79B5F}"/>
                </a:ext>
              </a:extLst>
            </p:cNvPr>
            <p:cNvSpPr txBox="1"/>
            <p:nvPr/>
          </p:nvSpPr>
          <p:spPr>
            <a:xfrm>
              <a:off x="6578440" y="1548017"/>
              <a:ext cx="818605" cy="30542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</a:p>
          </p:txBody>
        </p:sp>
        <p:sp>
          <p:nvSpPr>
            <p:cNvPr id="1045" name="Rectangle: Rounded Corners 1044">
              <a:extLst>
                <a:ext uri="{FF2B5EF4-FFF2-40B4-BE49-F238E27FC236}">
                  <a16:creationId xmlns:a16="http://schemas.microsoft.com/office/drawing/2014/main" id="{2C2A1CA3-0336-BC2A-B830-0847A63AFA3C}"/>
                </a:ext>
              </a:extLst>
            </p:cNvPr>
            <p:cNvSpPr/>
            <p:nvPr/>
          </p:nvSpPr>
          <p:spPr>
            <a:xfrm>
              <a:off x="8159224" y="1548017"/>
              <a:ext cx="1154387" cy="17864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39645143-36E6-829F-B8F8-66570A5BF9B8}"/>
                </a:ext>
              </a:extLst>
            </p:cNvPr>
            <p:cNvSpPr txBox="1"/>
            <p:nvPr/>
          </p:nvSpPr>
          <p:spPr>
            <a:xfrm>
              <a:off x="8331040" y="1528967"/>
              <a:ext cx="818605" cy="30542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</a:p>
          </p:txBody>
        </p:sp>
        <p:sp>
          <p:nvSpPr>
            <p:cNvPr id="1047" name="Rectangle: Rounded Corners 1046">
              <a:extLst>
                <a:ext uri="{FF2B5EF4-FFF2-40B4-BE49-F238E27FC236}">
                  <a16:creationId xmlns:a16="http://schemas.microsoft.com/office/drawing/2014/main" id="{F4B99C51-7898-104A-730E-851983AC76D9}"/>
                </a:ext>
              </a:extLst>
            </p:cNvPr>
            <p:cNvSpPr/>
            <p:nvPr/>
          </p:nvSpPr>
          <p:spPr>
            <a:xfrm>
              <a:off x="9511774" y="1548017"/>
              <a:ext cx="1154387" cy="17864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19AEDCFC-8455-46B6-D37E-83C7F078CAF9}"/>
                </a:ext>
              </a:extLst>
            </p:cNvPr>
            <p:cNvSpPr txBox="1"/>
            <p:nvPr/>
          </p:nvSpPr>
          <p:spPr>
            <a:xfrm>
              <a:off x="9683590" y="1528967"/>
              <a:ext cx="818605" cy="30542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3</a:t>
              </a:r>
            </a:p>
          </p:txBody>
        </p:sp>
        <p:sp>
          <p:nvSpPr>
            <p:cNvPr id="1049" name="Rectangle: Rounded Corners 1048">
              <a:extLst>
                <a:ext uri="{FF2B5EF4-FFF2-40B4-BE49-F238E27FC236}">
                  <a16:creationId xmlns:a16="http://schemas.microsoft.com/office/drawing/2014/main" id="{230799C0-F537-29C8-7DA1-C5C4C6B82211}"/>
                </a:ext>
              </a:extLst>
            </p:cNvPr>
            <p:cNvSpPr/>
            <p:nvPr/>
          </p:nvSpPr>
          <p:spPr>
            <a:xfrm>
              <a:off x="10864324" y="1548017"/>
              <a:ext cx="1154387" cy="178644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518B3A50-5401-2943-BA9B-BF08B4DB2667}"/>
                </a:ext>
              </a:extLst>
            </p:cNvPr>
            <p:cNvSpPr txBox="1"/>
            <p:nvPr/>
          </p:nvSpPr>
          <p:spPr>
            <a:xfrm>
              <a:off x="11036140" y="1528967"/>
              <a:ext cx="818605" cy="30542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4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4719B181-9BCD-34C5-C116-0301A9481434}"/>
                </a:ext>
              </a:extLst>
            </p:cNvPr>
            <p:cNvSpPr txBox="1"/>
            <p:nvPr/>
          </p:nvSpPr>
          <p:spPr>
            <a:xfrm>
              <a:off x="6463462" y="1200107"/>
              <a:ext cx="114506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56×56×96</a:t>
              </a: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D6BB547D-D806-7425-A2DC-4179AF1A9AE7}"/>
                </a:ext>
              </a:extLst>
            </p:cNvPr>
            <p:cNvSpPr txBox="1"/>
            <p:nvPr/>
          </p:nvSpPr>
          <p:spPr>
            <a:xfrm>
              <a:off x="8158912" y="1200107"/>
              <a:ext cx="114506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28×28×192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177D86E2-A03D-F059-36CE-0BC441545910}"/>
                </a:ext>
              </a:extLst>
            </p:cNvPr>
            <p:cNvSpPr txBox="1"/>
            <p:nvPr/>
          </p:nvSpPr>
          <p:spPr>
            <a:xfrm>
              <a:off x="9530512" y="1200107"/>
              <a:ext cx="114506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14×14×384</a:t>
              </a: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DA263FC2-46EE-9634-9869-48C30C816D9D}"/>
                </a:ext>
              </a:extLst>
            </p:cNvPr>
            <p:cNvSpPr txBox="1"/>
            <p:nvPr/>
          </p:nvSpPr>
          <p:spPr>
            <a:xfrm>
              <a:off x="10902112" y="1200107"/>
              <a:ext cx="114506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7×7×768</a:t>
              </a:r>
            </a:p>
          </p:txBody>
        </p:sp>
        <p:grpSp>
          <p:nvGrpSpPr>
            <p:cNvPr id="1082" name="Group 1081">
              <a:extLst>
                <a:ext uri="{FF2B5EF4-FFF2-40B4-BE49-F238E27FC236}">
                  <a16:creationId xmlns:a16="http://schemas.microsoft.com/office/drawing/2014/main" id="{E35448F3-AC21-091B-A94D-83DCFFA8C6FD}"/>
                </a:ext>
              </a:extLst>
            </p:cNvPr>
            <p:cNvGrpSpPr/>
            <p:nvPr/>
          </p:nvGrpSpPr>
          <p:grpSpPr>
            <a:xfrm>
              <a:off x="12333608" y="1769796"/>
              <a:ext cx="2397973" cy="4277770"/>
              <a:chOff x="12384828" y="1107030"/>
              <a:chExt cx="2397973" cy="4277770"/>
            </a:xfrm>
          </p:grpSpPr>
          <p:grpSp>
            <p:nvGrpSpPr>
              <p:cNvPr id="1075" name="Group 1074">
                <a:extLst>
                  <a:ext uri="{FF2B5EF4-FFF2-40B4-BE49-F238E27FC236}">
                    <a16:creationId xmlns:a16="http://schemas.microsoft.com/office/drawing/2014/main" id="{BDCFE119-E3E6-421F-3D85-E2471B5ABAE9}"/>
                  </a:ext>
                </a:extLst>
              </p:cNvPr>
              <p:cNvGrpSpPr/>
              <p:nvPr/>
            </p:nvGrpSpPr>
            <p:grpSpPr>
              <a:xfrm>
                <a:off x="12384828" y="1458322"/>
                <a:ext cx="2397973" cy="3926478"/>
                <a:chOff x="12384828" y="1458322"/>
                <a:chExt cx="2397973" cy="3926478"/>
              </a:xfrm>
            </p:grpSpPr>
            <p:sp>
              <p:nvSpPr>
                <p:cNvPr id="277" name="Rectangle: Rounded Corners 276">
                  <a:extLst>
                    <a:ext uri="{FF2B5EF4-FFF2-40B4-BE49-F238E27FC236}">
                      <a16:creationId xmlns:a16="http://schemas.microsoft.com/office/drawing/2014/main" id="{55A88B68-7020-65D7-65CA-BA5F1517A8B9}"/>
                    </a:ext>
                  </a:extLst>
                </p:cNvPr>
                <p:cNvSpPr/>
                <p:nvPr/>
              </p:nvSpPr>
              <p:spPr>
                <a:xfrm>
                  <a:off x="12757296" y="2159780"/>
                  <a:ext cx="1794344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LayerNormalization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8" name="Rectangle: Rounded Corners 277">
                  <a:extLst>
                    <a:ext uri="{FF2B5EF4-FFF2-40B4-BE49-F238E27FC236}">
                      <a16:creationId xmlns:a16="http://schemas.microsoft.com/office/drawing/2014/main" id="{31850708-C3A8-C6A3-7C8E-9B3FE0844DDB}"/>
                    </a:ext>
                  </a:extLst>
                </p:cNvPr>
                <p:cNvSpPr/>
                <p:nvPr/>
              </p:nvSpPr>
              <p:spPr>
                <a:xfrm>
                  <a:off x="12748588" y="1698712"/>
                  <a:ext cx="1803054" cy="30866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DepthwiseConv2D</a:t>
                  </a:r>
                </a:p>
              </p:txBody>
            </p:sp>
            <p:sp>
              <p:nvSpPr>
                <p:cNvPr id="279" name="Rectangle: Rounded Corners 278">
                  <a:extLst>
                    <a:ext uri="{FF2B5EF4-FFF2-40B4-BE49-F238E27FC236}">
                      <a16:creationId xmlns:a16="http://schemas.microsoft.com/office/drawing/2014/main" id="{75A19D6D-B093-8ACC-E9D0-F5EFCC9DC516}"/>
                    </a:ext>
                  </a:extLst>
                </p:cNvPr>
                <p:cNvSpPr/>
                <p:nvPr/>
              </p:nvSpPr>
              <p:spPr>
                <a:xfrm rot="16200000">
                  <a:off x="11620576" y="2222574"/>
                  <a:ext cx="3926478" cy="2397973"/>
                </a:xfrm>
                <a:prstGeom prst="round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Rectangle: Rounded Corners 292">
                  <a:extLst>
                    <a:ext uri="{FF2B5EF4-FFF2-40B4-BE49-F238E27FC236}">
                      <a16:creationId xmlns:a16="http://schemas.microsoft.com/office/drawing/2014/main" id="{A10AFD99-5076-B5F2-3FD3-49D7F6BF6352}"/>
                    </a:ext>
                  </a:extLst>
                </p:cNvPr>
                <p:cNvSpPr/>
                <p:nvPr/>
              </p:nvSpPr>
              <p:spPr>
                <a:xfrm>
                  <a:off x="12769705" y="2632162"/>
                  <a:ext cx="1812305" cy="308667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Dense</a:t>
                  </a:r>
                </a:p>
              </p:txBody>
            </p:sp>
            <p:sp>
              <p:nvSpPr>
                <p:cNvPr id="290" name="Rectangle: Rounded Corners 289">
                  <a:extLst>
                    <a:ext uri="{FF2B5EF4-FFF2-40B4-BE49-F238E27FC236}">
                      <a16:creationId xmlns:a16="http://schemas.microsoft.com/office/drawing/2014/main" id="{130D977D-EFA8-2EEA-3B7C-DA67EE37EDA3}"/>
                    </a:ext>
                  </a:extLst>
                </p:cNvPr>
                <p:cNvSpPr/>
                <p:nvPr/>
              </p:nvSpPr>
              <p:spPr>
                <a:xfrm>
                  <a:off x="12803515" y="4537400"/>
                  <a:ext cx="1794345" cy="308666"/>
                </a:xfrm>
                <a:prstGeom prst="round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DropPath</a:t>
                  </a:r>
                  <a:endPara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1" name="Rectangle: Rounded Corners 290">
                  <a:extLst>
                    <a:ext uri="{FF2B5EF4-FFF2-40B4-BE49-F238E27FC236}">
                      <a16:creationId xmlns:a16="http://schemas.microsoft.com/office/drawing/2014/main" id="{857F3C88-5335-F741-0506-CE48D89C465F}"/>
                    </a:ext>
                  </a:extLst>
                </p:cNvPr>
                <p:cNvSpPr/>
                <p:nvPr/>
              </p:nvSpPr>
              <p:spPr>
                <a:xfrm>
                  <a:off x="12771044" y="3089362"/>
                  <a:ext cx="1812305" cy="308667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GELU Activation</a:t>
                  </a:r>
                </a:p>
              </p:txBody>
            </p:sp>
            <p:grpSp>
              <p:nvGrpSpPr>
                <p:cNvPr id="282" name="Group 281">
                  <a:extLst>
                    <a:ext uri="{FF2B5EF4-FFF2-40B4-BE49-F238E27FC236}">
                      <a16:creationId xmlns:a16="http://schemas.microsoft.com/office/drawing/2014/main" id="{9967577D-6129-4D50-70B6-92E748074E1C}"/>
                    </a:ext>
                  </a:extLst>
                </p:cNvPr>
                <p:cNvGrpSpPr/>
                <p:nvPr/>
              </p:nvGrpSpPr>
              <p:grpSpPr>
                <a:xfrm>
                  <a:off x="13517794" y="4959032"/>
                  <a:ext cx="364379" cy="228600"/>
                  <a:chOff x="14707731" y="1877887"/>
                  <a:chExt cx="228600" cy="228600"/>
                </a:xfrm>
              </p:grpSpPr>
              <p:sp>
                <p:nvSpPr>
                  <p:cNvPr id="288" name="Cross 287">
                    <a:extLst>
                      <a:ext uri="{FF2B5EF4-FFF2-40B4-BE49-F238E27FC236}">
                        <a16:creationId xmlns:a16="http://schemas.microsoft.com/office/drawing/2014/main" id="{C0F6D395-C7DA-6235-025B-77046C4D89B5}"/>
                      </a:ext>
                    </a:extLst>
                  </p:cNvPr>
                  <p:cNvSpPr/>
                  <p:nvPr/>
                </p:nvSpPr>
                <p:spPr>
                  <a:xfrm>
                    <a:off x="14753770" y="1923927"/>
                    <a:ext cx="137160" cy="137160"/>
                  </a:xfrm>
                  <a:prstGeom prst="plus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9" name="Oval 288">
                    <a:extLst>
                      <a:ext uri="{FF2B5EF4-FFF2-40B4-BE49-F238E27FC236}">
                        <a16:creationId xmlns:a16="http://schemas.microsoft.com/office/drawing/2014/main" id="{09352BB9-151D-E88B-0D2D-209E68C33754}"/>
                      </a:ext>
                    </a:extLst>
                  </p:cNvPr>
                  <p:cNvSpPr/>
                  <p:nvPr/>
                </p:nvSpPr>
                <p:spPr>
                  <a:xfrm>
                    <a:off x="14707731" y="1877887"/>
                    <a:ext cx="228600" cy="22860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578F30D4-25F3-4A3D-70EB-FBB36255CE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683590" y="1559852"/>
                  <a:ext cx="0" cy="13886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1A7366CD-F045-EF44-C350-F31E9A705172}"/>
                    </a:ext>
                  </a:extLst>
                </p:cNvPr>
                <p:cNvCxnSpPr>
                  <a:cxnSpLocks/>
                  <a:stCxn id="289" idx="2"/>
                </p:cNvCxnSpPr>
                <p:nvPr/>
              </p:nvCxnSpPr>
              <p:spPr>
                <a:xfrm flipH="1" flipV="1">
                  <a:off x="12625004" y="5066193"/>
                  <a:ext cx="89279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A7B8DBB2-8398-A4C3-6CD1-9F647B104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610694" y="1621990"/>
                  <a:ext cx="107457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17A977E0-1074-2AB0-2A1D-EAD7C5D099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25004" y="1621990"/>
                  <a:ext cx="0" cy="344658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57593C48-191C-6E96-5BA3-9A812F3691A7}"/>
                    </a:ext>
                  </a:extLst>
                </p:cNvPr>
                <p:cNvCxnSpPr>
                  <a:cxnSpLocks/>
                  <a:stCxn id="289" idx="0"/>
                  <a:endCxn id="290" idx="2"/>
                </p:cNvCxnSpPr>
                <p:nvPr/>
              </p:nvCxnSpPr>
              <p:spPr>
                <a:xfrm flipV="1">
                  <a:off x="13699984" y="4846066"/>
                  <a:ext cx="704" cy="11296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7" name="Rectangle: Rounded Corners 1056">
                  <a:extLst>
                    <a:ext uri="{FF2B5EF4-FFF2-40B4-BE49-F238E27FC236}">
                      <a16:creationId xmlns:a16="http://schemas.microsoft.com/office/drawing/2014/main" id="{17FE58A2-D589-1398-BA77-DF84297A44B2}"/>
                    </a:ext>
                  </a:extLst>
                </p:cNvPr>
                <p:cNvSpPr/>
                <p:nvPr/>
              </p:nvSpPr>
              <p:spPr>
                <a:xfrm>
                  <a:off x="12776965" y="3563343"/>
                  <a:ext cx="1812305" cy="308667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Dense</a:t>
                  </a:r>
                </a:p>
              </p:txBody>
            </p:sp>
            <p:sp>
              <p:nvSpPr>
                <p:cNvPr id="1058" name="Rectangle: Rounded Corners 1057">
                  <a:extLst>
                    <a:ext uri="{FF2B5EF4-FFF2-40B4-BE49-F238E27FC236}">
                      <a16:creationId xmlns:a16="http://schemas.microsoft.com/office/drawing/2014/main" id="{85F132F3-4ECF-6151-AD61-846C11857808}"/>
                    </a:ext>
                  </a:extLst>
                </p:cNvPr>
                <p:cNvSpPr/>
                <p:nvPr/>
              </p:nvSpPr>
              <p:spPr>
                <a:xfrm>
                  <a:off x="12798738" y="4069074"/>
                  <a:ext cx="1812305" cy="308667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  <a:effectLst/>
                <a:scene3d>
                  <a:camera prst="orthographicFront">
                    <a:rot lat="0" lon="0" rev="0"/>
                  </a:camera>
                  <a:lightRig rig="chilly" dir="t">
                    <a:rot lat="0" lon="0" rev="18480000"/>
                  </a:lightRig>
                </a:scene3d>
                <a:sp3d prstMaterial="clear">
                  <a:bevelT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Layer Scale</a:t>
                  </a:r>
                </a:p>
              </p:txBody>
            </p:sp>
            <p:cxnSp>
              <p:nvCxnSpPr>
                <p:cNvPr id="1064" name="Straight Arrow Connector 1063">
                  <a:extLst>
                    <a:ext uri="{FF2B5EF4-FFF2-40B4-BE49-F238E27FC236}">
                      <a16:creationId xmlns:a16="http://schemas.microsoft.com/office/drawing/2014/main" id="{249EC6A0-E99C-FC73-84A2-B05290AE33BB}"/>
                    </a:ext>
                  </a:extLst>
                </p:cNvPr>
                <p:cNvCxnSpPr>
                  <a:stCxn id="278" idx="2"/>
                  <a:endCxn id="277" idx="0"/>
                </p:cNvCxnSpPr>
                <p:nvPr/>
              </p:nvCxnSpPr>
              <p:spPr>
                <a:xfrm>
                  <a:off x="13650115" y="2007379"/>
                  <a:ext cx="0" cy="15240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6" name="Straight Arrow Connector 1065">
                  <a:extLst>
                    <a:ext uri="{FF2B5EF4-FFF2-40B4-BE49-F238E27FC236}">
                      <a16:creationId xmlns:a16="http://schemas.microsoft.com/office/drawing/2014/main" id="{8C7CA53B-3569-D798-7A1A-479001DC6C4E}"/>
                    </a:ext>
                  </a:extLst>
                </p:cNvPr>
                <p:cNvCxnSpPr>
                  <a:stCxn id="277" idx="2"/>
                  <a:endCxn id="293" idx="0"/>
                </p:cNvCxnSpPr>
                <p:nvPr/>
              </p:nvCxnSpPr>
              <p:spPr>
                <a:xfrm>
                  <a:off x="13654468" y="2468446"/>
                  <a:ext cx="0" cy="16371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8" name="Straight Arrow Connector 1067">
                  <a:extLst>
                    <a:ext uri="{FF2B5EF4-FFF2-40B4-BE49-F238E27FC236}">
                      <a16:creationId xmlns:a16="http://schemas.microsoft.com/office/drawing/2014/main" id="{1A7E71ED-F3B7-496A-1928-9D6148EBA4DA}"/>
                    </a:ext>
                  </a:extLst>
                </p:cNvPr>
                <p:cNvCxnSpPr>
                  <a:stCxn id="293" idx="2"/>
                  <a:endCxn id="291" idx="0"/>
                </p:cNvCxnSpPr>
                <p:nvPr/>
              </p:nvCxnSpPr>
              <p:spPr>
                <a:xfrm>
                  <a:off x="13675858" y="2940829"/>
                  <a:ext cx="1339" cy="14853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0" name="Straight Arrow Connector 1069">
                  <a:extLst>
                    <a:ext uri="{FF2B5EF4-FFF2-40B4-BE49-F238E27FC236}">
                      <a16:creationId xmlns:a16="http://schemas.microsoft.com/office/drawing/2014/main" id="{044632AF-A2AB-3FBC-980D-FC13F92E6946}"/>
                    </a:ext>
                  </a:extLst>
                </p:cNvPr>
                <p:cNvCxnSpPr>
                  <a:stCxn id="291" idx="2"/>
                  <a:endCxn id="1057" idx="0"/>
                </p:cNvCxnSpPr>
                <p:nvPr/>
              </p:nvCxnSpPr>
              <p:spPr>
                <a:xfrm>
                  <a:off x="13677197" y="3398029"/>
                  <a:ext cx="0" cy="1653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2" name="Straight Arrow Connector 1071">
                  <a:extLst>
                    <a:ext uri="{FF2B5EF4-FFF2-40B4-BE49-F238E27FC236}">
                      <a16:creationId xmlns:a16="http://schemas.microsoft.com/office/drawing/2014/main" id="{57AFFD74-9257-D102-EDE1-E92BEC9BF590}"/>
                    </a:ext>
                  </a:extLst>
                </p:cNvPr>
                <p:cNvCxnSpPr>
                  <a:stCxn id="1057" idx="2"/>
                  <a:endCxn id="1058" idx="0"/>
                </p:cNvCxnSpPr>
                <p:nvPr/>
              </p:nvCxnSpPr>
              <p:spPr>
                <a:xfrm>
                  <a:off x="13683118" y="3872010"/>
                  <a:ext cx="0" cy="19706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4" name="Straight Arrow Connector 1073">
                  <a:extLst>
                    <a:ext uri="{FF2B5EF4-FFF2-40B4-BE49-F238E27FC236}">
                      <a16:creationId xmlns:a16="http://schemas.microsoft.com/office/drawing/2014/main" id="{37C6FCA1-0FA2-C22A-B781-3F8CF8A86783}"/>
                    </a:ext>
                  </a:extLst>
                </p:cNvPr>
                <p:cNvCxnSpPr>
                  <a:stCxn id="1058" idx="2"/>
                  <a:endCxn id="290" idx="0"/>
                </p:cNvCxnSpPr>
                <p:nvPr/>
              </p:nvCxnSpPr>
              <p:spPr>
                <a:xfrm flipH="1">
                  <a:off x="13700688" y="4377741"/>
                  <a:ext cx="0" cy="1596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6" name="TextBox 1075">
                <a:extLst>
                  <a:ext uri="{FF2B5EF4-FFF2-40B4-BE49-F238E27FC236}">
                    <a16:creationId xmlns:a16="http://schemas.microsoft.com/office/drawing/2014/main" id="{71B1E42B-8613-9734-759B-036F0A6F9407}"/>
                  </a:ext>
                </a:extLst>
              </p:cNvPr>
              <p:cNvSpPr txBox="1"/>
              <p:nvPr/>
            </p:nvSpPr>
            <p:spPr>
              <a:xfrm>
                <a:off x="12807112" y="1107030"/>
                <a:ext cx="1694696" cy="3385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ConvNeXt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Block</a:t>
                </a:r>
              </a:p>
            </p:txBody>
          </p:sp>
        </p:grpSp>
        <p:cxnSp>
          <p:nvCxnSpPr>
            <p:cNvPr id="1079" name="Straight Arrow Connector 1078">
              <a:extLst>
                <a:ext uri="{FF2B5EF4-FFF2-40B4-BE49-F238E27FC236}">
                  <a16:creationId xmlns:a16="http://schemas.microsoft.com/office/drawing/2014/main" id="{F5B45360-36CD-B82B-F68B-F71294870405}"/>
                </a:ext>
              </a:extLst>
            </p:cNvPr>
            <p:cNvCxnSpPr>
              <a:stCxn id="129" idx="2"/>
              <a:endCxn id="158" idx="0"/>
            </p:cNvCxnSpPr>
            <p:nvPr/>
          </p:nvCxnSpPr>
          <p:spPr>
            <a:xfrm flipV="1">
              <a:off x="4005591" y="2419608"/>
              <a:ext cx="3268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0" name="Rectangle: Rounded Corners 1079">
              <a:extLst>
                <a:ext uri="{FF2B5EF4-FFF2-40B4-BE49-F238E27FC236}">
                  <a16:creationId xmlns:a16="http://schemas.microsoft.com/office/drawing/2014/main" id="{20F7C9D1-EDAE-A7E6-4862-9879973803FD}"/>
                </a:ext>
              </a:extLst>
            </p:cNvPr>
            <p:cNvSpPr/>
            <p:nvPr/>
          </p:nvSpPr>
          <p:spPr>
            <a:xfrm rot="16200000">
              <a:off x="4701055" y="2121869"/>
              <a:ext cx="1610870" cy="59547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Input: 224×2224×3</a:t>
              </a:r>
            </a:p>
          </p:txBody>
        </p:sp>
        <p:cxnSp>
          <p:nvCxnSpPr>
            <p:cNvPr id="1084" name="Straight Arrow Connector 1083">
              <a:extLst>
                <a:ext uri="{FF2B5EF4-FFF2-40B4-BE49-F238E27FC236}">
                  <a16:creationId xmlns:a16="http://schemas.microsoft.com/office/drawing/2014/main" id="{0DFA6BA5-3118-3FCB-4B13-0C505F4B0EE4}"/>
                </a:ext>
              </a:extLst>
            </p:cNvPr>
            <p:cNvCxnSpPr>
              <a:stCxn id="158" idx="2"/>
              <a:endCxn id="1080" idx="0"/>
            </p:cNvCxnSpPr>
            <p:nvPr/>
          </p:nvCxnSpPr>
          <p:spPr>
            <a:xfrm>
              <a:off x="4927929" y="2419608"/>
              <a:ext cx="2808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0" name="Group 1089">
              <a:extLst>
                <a:ext uri="{FF2B5EF4-FFF2-40B4-BE49-F238E27FC236}">
                  <a16:creationId xmlns:a16="http://schemas.microsoft.com/office/drawing/2014/main" id="{F63FCA3B-3522-1326-A573-CEF6FEEC9909}"/>
                </a:ext>
              </a:extLst>
            </p:cNvPr>
            <p:cNvGrpSpPr/>
            <p:nvPr/>
          </p:nvGrpSpPr>
          <p:grpSpPr>
            <a:xfrm>
              <a:off x="11503706" y="4117660"/>
              <a:ext cx="415636" cy="1762853"/>
              <a:chOff x="11065556" y="4117660"/>
              <a:chExt cx="415636" cy="1762853"/>
            </a:xfrm>
          </p:grpSpPr>
          <p:sp>
            <p:nvSpPr>
              <p:cNvPr id="1088" name="Cube 1087">
                <a:extLst>
                  <a:ext uri="{FF2B5EF4-FFF2-40B4-BE49-F238E27FC236}">
                    <a16:creationId xmlns:a16="http://schemas.microsoft.com/office/drawing/2014/main" id="{6F5676C1-31BB-AAC7-E996-9D52E5FE7929}"/>
                  </a:ext>
                </a:extLst>
              </p:cNvPr>
              <p:cNvSpPr/>
              <p:nvPr/>
            </p:nvSpPr>
            <p:spPr>
              <a:xfrm rot="16200000">
                <a:off x="10403171" y="4780045"/>
                <a:ext cx="1740406" cy="415636"/>
              </a:xfrm>
              <a:prstGeom prst="cub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9FE2E751-D122-36D5-6882-77B445F645D9}"/>
                  </a:ext>
                </a:extLst>
              </p:cNvPr>
              <p:cNvSpPr txBox="1"/>
              <p:nvPr/>
            </p:nvSpPr>
            <p:spPr>
              <a:xfrm rot="16200000">
                <a:off x="10453624" y="4878603"/>
                <a:ext cx="16960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Coordinate Attention</a:t>
                </a:r>
              </a:p>
            </p:txBody>
          </p:sp>
        </p:grpSp>
        <p:cxnSp>
          <p:nvCxnSpPr>
            <p:cNvPr id="1092" name="Connector: Elbow 1091">
              <a:extLst>
                <a:ext uri="{FF2B5EF4-FFF2-40B4-BE49-F238E27FC236}">
                  <a16:creationId xmlns:a16="http://schemas.microsoft.com/office/drawing/2014/main" id="{F142ABDF-B6A3-E1FF-A4DD-F1105C64DFDD}"/>
                </a:ext>
              </a:extLst>
            </p:cNvPr>
            <p:cNvCxnSpPr>
              <a:stCxn id="1049" idx="3"/>
              <a:endCxn id="1088" idx="3"/>
            </p:cNvCxnSpPr>
            <p:nvPr/>
          </p:nvCxnSpPr>
          <p:spPr>
            <a:xfrm flipH="1">
              <a:off x="11919342" y="2441239"/>
              <a:ext cx="99369" cy="2598578"/>
            </a:xfrm>
            <a:prstGeom prst="bentConnector3">
              <a:avLst>
                <a:gd name="adj1" fmla="val -18317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Arrow Connector 1094">
              <a:extLst>
                <a:ext uri="{FF2B5EF4-FFF2-40B4-BE49-F238E27FC236}">
                  <a16:creationId xmlns:a16="http://schemas.microsoft.com/office/drawing/2014/main" id="{0C2EA49F-E36D-FDB5-10F0-1BB02ED1CD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5931" y="5031158"/>
              <a:ext cx="657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7" name="Group 1096">
              <a:extLst>
                <a:ext uri="{FF2B5EF4-FFF2-40B4-BE49-F238E27FC236}">
                  <a16:creationId xmlns:a16="http://schemas.microsoft.com/office/drawing/2014/main" id="{40074A91-DB47-C1C9-D922-41B06CE2E95F}"/>
                </a:ext>
              </a:extLst>
            </p:cNvPr>
            <p:cNvGrpSpPr/>
            <p:nvPr/>
          </p:nvGrpSpPr>
          <p:grpSpPr>
            <a:xfrm>
              <a:off x="3408422" y="3980656"/>
              <a:ext cx="1798320" cy="1798320"/>
              <a:chOff x="3408422" y="3980656"/>
              <a:chExt cx="1798320" cy="1798320"/>
            </a:xfrm>
          </p:grpSpPr>
          <p:pic>
            <p:nvPicPr>
              <p:cNvPr id="1086" name="Picture 1085" descr="A close-up of a red cell&#10;&#10;AI-generated content may be incorrect.">
                <a:extLst>
                  <a:ext uri="{FF2B5EF4-FFF2-40B4-BE49-F238E27FC236}">
                    <a16:creationId xmlns:a16="http://schemas.microsoft.com/office/drawing/2014/main" id="{C94A94EA-60FA-939E-110A-FD782C893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8422" y="3980656"/>
                <a:ext cx="1645920" cy="1645920"/>
              </a:xfrm>
              <a:prstGeom prst="rect">
                <a:avLst/>
              </a:prstGeom>
            </p:spPr>
          </p:pic>
          <p:pic>
            <p:nvPicPr>
              <p:cNvPr id="1096" name="Picture 1095" descr="A close-up of a red cell&#10;&#10;AI-generated content may be incorrect.">
                <a:extLst>
                  <a:ext uri="{FF2B5EF4-FFF2-40B4-BE49-F238E27FC236}">
                    <a16:creationId xmlns:a16="http://schemas.microsoft.com/office/drawing/2014/main" id="{12C6C3D4-7DEC-C0C6-BD22-320C80565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60822" y="4133056"/>
                <a:ext cx="1645920" cy="1645920"/>
              </a:xfrm>
              <a:prstGeom prst="rect">
                <a:avLst/>
              </a:prstGeom>
            </p:spPr>
          </p:pic>
        </p:grpSp>
        <p:sp>
          <p:nvSpPr>
            <p:cNvPr id="1098" name="TextBox 1097">
              <a:extLst>
                <a:ext uri="{FF2B5EF4-FFF2-40B4-BE49-F238E27FC236}">
                  <a16:creationId xmlns:a16="http://schemas.microsoft.com/office/drawing/2014/main" id="{4617BC79-56F4-673D-FDE6-205F8E1A363E}"/>
                </a:ext>
              </a:extLst>
            </p:cNvPr>
            <p:cNvSpPr txBox="1"/>
            <p:nvPr/>
          </p:nvSpPr>
          <p:spPr>
            <a:xfrm>
              <a:off x="3445957" y="5781866"/>
              <a:ext cx="16642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Segmented Image</a:t>
              </a:r>
            </a:p>
          </p:txBody>
        </p:sp>
        <p:cxnSp>
          <p:nvCxnSpPr>
            <p:cNvPr id="1100" name="Connector: Elbow 1099">
              <a:extLst>
                <a:ext uri="{FF2B5EF4-FFF2-40B4-BE49-F238E27FC236}">
                  <a16:creationId xmlns:a16="http://schemas.microsoft.com/office/drawing/2014/main" id="{3E837374-279D-2315-CF13-2796A34C138A}"/>
                </a:ext>
              </a:extLst>
            </p:cNvPr>
            <p:cNvCxnSpPr>
              <a:stCxn id="1086" idx="0"/>
              <a:endCxn id="128" idx="0"/>
            </p:cNvCxnSpPr>
            <p:nvPr/>
          </p:nvCxnSpPr>
          <p:spPr>
            <a:xfrm rot="16200000" flipV="1">
              <a:off x="3589775" y="3339048"/>
              <a:ext cx="748752" cy="534463"/>
            </a:xfrm>
            <a:prstGeom prst="bentConnector3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01" name="TextBox 1100">
              <a:extLst>
                <a:ext uri="{FF2B5EF4-FFF2-40B4-BE49-F238E27FC236}">
                  <a16:creationId xmlns:a16="http://schemas.microsoft.com/office/drawing/2014/main" id="{1ECCACA5-AC63-0194-A8B0-C18B74FE7FAC}"/>
                </a:ext>
              </a:extLst>
            </p:cNvPr>
            <p:cNvSpPr txBox="1"/>
            <p:nvPr/>
          </p:nvSpPr>
          <p:spPr>
            <a:xfrm rot="16200000">
              <a:off x="5485864" y="4979435"/>
              <a:ext cx="16305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Classified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43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E9D2187-0B49-992F-759F-A5EE83BD9851}"/>
              </a:ext>
            </a:extLst>
          </p:cNvPr>
          <p:cNvGrpSpPr/>
          <p:nvPr/>
        </p:nvGrpSpPr>
        <p:grpSpPr>
          <a:xfrm>
            <a:off x="1353149" y="7185448"/>
            <a:ext cx="11793465" cy="4213116"/>
            <a:chOff x="1353149" y="7185448"/>
            <a:chExt cx="11793465" cy="421311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5AED411-28A7-FE7D-92A4-394D70D956A5}"/>
                </a:ext>
              </a:extLst>
            </p:cNvPr>
            <p:cNvSpPr/>
            <p:nvPr/>
          </p:nvSpPr>
          <p:spPr>
            <a:xfrm>
              <a:off x="1353149" y="8255746"/>
              <a:ext cx="1828801" cy="182880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FA8544BB-5043-555E-0661-8A4B27FFF7FF}"/>
                </a:ext>
              </a:extLst>
            </p:cNvPr>
            <p:cNvSpPr/>
            <p:nvPr/>
          </p:nvSpPr>
          <p:spPr>
            <a:xfrm>
              <a:off x="2870139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99A1355A-F487-A2C7-0E71-A7C6FC9B20BE}"/>
                </a:ext>
              </a:extLst>
            </p:cNvPr>
            <p:cNvSpPr/>
            <p:nvPr/>
          </p:nvSpPr>
          <p:spPr>
            <a:xfrm>
              <a:off x="2870525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DA1317DE-5687-44BA-5D89-CDC7D12EEE81}"/>
                </a:ext>
              </a:extLst>
            </p:cNvPr>
            <p:cNvSpPr/>
            <p:nvPr/>
          </p:nvSpPr>
          <p:spPr>
            <a:xfrm>
              <a:off x="4662182" y="8011366"/>
              <a:ext cx="286557" cy="2012743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10ED9462-0AD4-C771-0E98-A7B3C6C9E9AA}"/>
                </a:ext>
              </a:extLst>
            </p:cNvPr>
            <p:cNvSpPr/>
            <p:nvPr/>
          </p:nvSpPr>
          <p:spPr>
            <a:xfrm>
              <a:off x="5339567" y="8011366"/>
              <a:ext cx="286557" cy="2012743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E5DF8BA-215B-0B89-52B8-AF977705E0E6}"/>
                </a:ext>
              </a:extLst>
            </p:cNvPr>
            <p:cNvSpPr txBox="1"/>
            <p:nvPr/>
          </p:nvSpPr>
          <p:spPr>
            <a:xfrm rot="19669010">
              <a:off x="1403642" y="7998619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 H×W×C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300BF6C-AFCA-9F3E-FC53-CD97F19C2682}"/>
                </a:ext>
              </a:extLst>
            </p:cNvPr>
            <p:cNvSpPr txBox="1"/>
            <p:nvPr/>
          </p:nvSpPr>
          <p:spPr>
            <a:xfrm>
              <a:off x="2843346" y="7929159"/>
              <a:ext cx="16209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max pooling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D663AEB-A55D-F57F-7A44-A85C9C64A37D}"/>
                </a:ext>
              </a:extLst>
            </p:cNvPr>
            <p:cNvSpPr txBox="1"/>
            <p:nvPr/>
          </p:nvSpPr>
          <p:spPr>
            <a:xfrm>
              <a:off x="2843346" y="9072159"/>
              <a:ext cx="157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avg pooling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6C99BEE-DB89-45A2-55B8-DFF7171C6402}"/>
                </a:ext>
              </a:extLst>
            </p:cNvPr>
            <p:cNvSpPr txBox="1"/>
            <p:nvPr/>
          </p:nvSpPr>
          <p:spPr>
            <a:xfrm>
              <a:off x="4564878" y="9970247"/>
              <a:ext cx="11785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Dense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Layer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51ED983-43EF-1640-478B-7A2CB9ECC538}"/>
                </a:ext>
              </a:extLst>
            </p:cNvPr>
            <p:cNvSpPr txBox="1"/>
            <p:nvPr/>
          </p:nvSpPr>
          <p:spPr>
            <a:xfrm>
              <a:off x="4579392" y="7745296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C/16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E7849B-410C-4092-3590-B9CF4C00F3D1}"/>
                </a:ext>
              </a:extLst>
            </p:cNvPr>
            <p:cNvSpPr txBox="1"/>
            <p:nvPr/>
          </p:nvSpPr>
          <p:spPr>
            <a:xfrm>
              <a:off x="5357536" y="7748306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BC9D48F6-3A9F-F627-2A4D-23E3744BD6C1}"/>
                </a:ext>
              </a:extLst>
            </p:cNvPr>
            <p:cNvSpPr/>
            <p:nvPr/>
          </p:nvSpPr>
          <p:spPr>
            <a:xfrm>
              <a:off x="5912798" y="8233883"/>
              <a:ext cx="1442799" cy="4572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E9D1DBB9-4950-8B3C-D9A5-84B88217AA67}"/>
                </a:ext>
              </a:extLst>
            </p:cNvPr>
            <p:cNvSpPr/>
            <p:nvPr/>
          </p:nvSpPr>
          <p:spPr>
            <a:xfrm>
              <a:off x="5913184" y="9355802"/>
              <a:ext cx="1438352" cy="457200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1×1×C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2CD7CFA-3B82-D846-75BA-4C7B28AC965C}"/>
                </a:ext>
              </a:extLst>
            </p:cNvPr>
            <p:cNvSpPr txBox="1"/>
            <p:nvPr/>
          </p:nvSpPr>
          <p:spPr>
            <a:xfrm>
              <a:off x="5852178" y="7938296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max pooling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5B75F1D-36B6-3F89-E76F-7BCB13B93C53}"/>
                </a:ext>
              </a:extLst>
            </p:cNvPr>
            <p:cNvSpPr txBox="1"/>
            <p:nvPr/>
          </p:nvSpPr>
          <p:spPr>
            <a:xfrm>
              <a:off x="5886005" y="9072159"/>
              <a:ext cx="15712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avg pooling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9EAE88B-3209-5235-94FF-E5F687643945}"/>
                </a:ext>
              </a:extLst>
            </p:cNvPr>
            <p:cNvGrpSpPr/>
            <p:nvPr/>
          </p:nvGrpSpPr>
          <p:grpSpPr>
            <a:xfrm>
              <a:off x="7523568" y="8843559"/>
              <a:ext cx="230190" cy="236032"/>
              <a:chOff x="13004673" y="6375891"/>
              <a:chExt cx="247005" cy="236032"/>
            </a:xfrm>
          </p:grpSpPr>
          <p:sp>
            <p:nvSpPr>
              <p:cNvPr id="143" name="Cross 142">
                <a:extLst>
                  <a:ext uri="{FF2B5EF4-FFF2-40B4-BE49-F238E27FC236}">
                    <a16:creationId xmlns:a16="http://schemas.microsoft.com/office/drawing/2014/main" id="{FF9D462C-66ED-0F92-5097-8DB2CC53C981}"/>
                  </a:ext>
                </a:extLst>
              </p:cNvPr>
              <p:cNvSpPr/>
              <p:nvPr/>
            </p:nvSpPr>
            <p:spPr>
              <a:xfrm>
                <a:off x="13006378" y="6383323"/>
                <a:ext cx="245300" cy="228600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77480F92-1658-5CF4-BDBC-8F8D2363269E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0368231-A024-9D2F-8B7A-3AF907EC0CF7}"/>
                </a:ext>
              </a:extLst>
            </p:cNvPr>
            <p:cNvGrpSpPr/>
            <p:nvPr/>
          </p:nvGrpSpPr>
          <p:grpSpPr>
            <a:xfrm rot="20705433">
              <a:off x="7947877" y="8857654"/>
              <a:ext cx="228601" cy="228600"/>
              <a:chOff x="8626337" y="8656120"/>
              <a:chExt cx="228601" cy="228600"/>
            </a:xfrm>
          </p:grpSpPr>
          <p:cxnSp>
            <p:nvCxnSpPr>
              <p:cNvPr id="141" name="Connector: Curved 140">
                <a:extLst>
                  <a:ext uri="{FF2B5EF4-FFF2-40B4-BE49-F238E27FC236}">
                    <a16:creationId xmlns:a16="http://schemas.microsoft.com/office/drawing/2014/main" id="{A10B4CC9-DB99-8DA7-099E-54EA3D4739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EA73BAF8-B240-8FD0-69F3-9C6385F0BBAF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2B92073-3B4E-8AAE-B87E-0A5511A1C41A}"/>
                </a:ext>
              </a:extLst>
            </p:cNvPr>
            <p:cNvSpPr txBox="1"/>
            <p:nvPr/>
          </p:nvSpPr>
          <p:spPr>
            <a:xfrm>
              <a:off x="8071767" y="867609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7F111AC-E0C5-22F1-8027-E311125129B5}"/>
                </a:ext>
              </a:extLst>
            </p:cNvPr>
            <p:cNvGrpSpPr/>
            <p:nvPr/>
          </p:nvGrpSpPr>
          <p:grpSpPr>
            <a:xfrm>
              <a:off x="8343624" y="8858982"/>
              <a:ext cx="230190" cy="236033"/>
              <a:chOff x="13004673" y="6375891"/>
              <a:chExt cx="247005" cy="236033"/>
            </a:xfrm>
          </p:grpSpPr>
          <p:sp>
            <p:nvSpPr>
              <p:cNvPr id="139" name="Cross 138">
                <a:extLst>
                  <a:ext uri="{FF2B5EF4-FFF2-40B4-BE49-F238E27FC236}">
                    <a16:creationId xmlns:a16="http://schemas.microsoft.com/office/drawing/2014/main" id="{744415FE-CB71-501A-3D84-F42AE6B45B0D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325B3EC8-769A-34CC-E55D-0D3B300934F7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39A31F55-8DC2-FB4E-F75F-40DAE267404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870200" y="8519632"/>
              <a:ext cx="264" cy="1121919"/>
            </a:xfrm>
            <a:prstGeom prst="bentConnector3">
              <a:avLst>
                <a:gd name="adj1" fmla="val -59222798"/>
              </a:avLst>
            </a:prstGeom>
            <a:ln w="190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3D4BA95-2857-9DD5-31E5-A98574B5DC85}"/>
                </a:ext>
              </a:extLst>
            </p:cNvPr>
            <p:cNvCxnSpPr/>
            <p:nvPr/>
          </p:nvCxnSpPr>
          <p:spPr>
            <a:xfrm flipH="1">
              <a:off x="2620363" y="9068546"/>
              <a:ext cx="825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131D148-8C16-3FA6-ED2F-FE18FA54410A}"/>
                </a:ext>
              </a:extLst>
            </p:cNvPr>
            <p:cNvCxnSpPr>
              <a:stCxn id="58" idx="5"/>
            </p:cNvCxnSpPr>
            <p:nvPr/>
          </p:nvCxnSpPr>
          <p:spPr>
            <a:xfrm>
              <a:off x="4312938" y="8405333"/>
              <a:ext cx="349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37E8325-05D4-F771-1CDC-A0206D670A0F}"/>
                </a:ext>
              </a:extLst>
            </p:cNvPr>
            <p:cNvCxnSpPr>
              <a:stCxn id="59" idx="5"/>
            </p:cNvCxnSpPr>
            <p:nvPr/>
          </p:nvCxnSpPr>
          <p:spPr>
            <a:xfrm>
              <a:off x="4308877" y="9527252"/>
              <a:ext cx="353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46FB63DE-F584-0638-81C1-32FACE22C4D8}"/>
                </a:ext>
              </a:extLst>
            </p:cNvPr>
            <p:cNvCxnSpPr/>
            <p:nvPr/>
          </p:nvCxnSpPr>
          <p:spPr>
            <a:xfrm>
              <a:off x="5626124" y="8405333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8E2DAE4-AAC5-1B16-E89E-19822D71D93C}"/>
                </a:ext>
              </a:extLst>
            </p:cNvPr>
            <p:cNvCxnSpPr/>
            <p:nvPr/>
          </p:nvCxnSpPr>
          <p:spPr>
            <a:xfrm>
              <a:off x="5626124" y="9527252"/>
              <a:ext cx="2866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21CF2F7-1AE9-D564-2800-3F283829FDC1}"/>
                </a:ext>
              </a:extLst>
            </p:cNvPr>
            <p:cNvGrpSpPr/>
            <p:nvPr/>
          </p:nvGrpSpPr>
          <p:grpSpPr>
            <a:xfrm>
              <a:off x="4666243" y="8409136"/>
              <a:ext cx="959881" cy="1115525"/>
              <a:chOff x="10505922" y="10616954"/>
              <a:chExt cx="1000612" cy="1115525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F2ABAD98-B9F1-B0AF-5DDC-9D41FE4D364C}"/>
                  </a:ext>
                </a:extLst>
              </p:cNvPr>
              <p:cNvGrpSpPr/>
              <p:nvPr/>
            </p:nvGrpSpPr>
            <p:grpSpPr>
              <a:xfrm>
                <a:off x="10505922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127" name="Isosceles Triangle 126">
                  <a:extLst>
                    <a:ext uri="{FF2B5EF4-FFF2-40B4-BE49-F238E27FC236}">
                      <a16:creationId xmlns:a16="http://schemas.microsoft.com/office/drawing/2014/main" id="{A34DAE01-C30B-DC3C-4D6C-C11600EB5596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3C9235DB-BAE4-9A10-ECAB-F3F34B32053C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C8EB94F0-48F3-57BC-29F0-22786ED4B196}"/>
                    </a:ext>
                  </a:extLst>
                </p:cNvPr>
                <p:cNvCxnSpPr>
                  <a:endCxn id="127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8B7764B5-BE4E-7045-C0EF-FCE8FFB79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3B33B627-6A5D-B596-B7E9-B8460D5CB1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644709BF-0D33-EA75-8380-A568CF6CC3EF}"/>
                    </a:ext>
                  </a:extLst>
                </p:cNvPr>
                <p:cNvCxnSpPr>
                  <a:cxnSpLocks/>
                  <a:endCxn id="127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C37CFB29-E28C-0B21-769D-2BD45DF174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96AF64DB-8E1D-5F75-6472-1EBF2B06FB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121BD7F8-BE6A-3AA1-9A52-11303950B94C}"/>
                    </a:ext>
                  </a:extLst>
                </p:cNvPr>
                <p:cNvCxnSpPr>
                  <a:cxnSpLocks/>
                  <a:endCxn id="127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B01EB8C8-E569-FBB8-B97B-0B1EE6A949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61282868-C46E-CE70-E510-86308E9375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939675DB-EE0B-18EA-A08A-A36B24FA5E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81E7D7A1-7819-1F81-013B-BF09820888BB}"/>
                  </a:ext>
                </a:extLst>
              </p:cNvPr>
              <p:cNvGrpSpPr/>
              <p:nvPr/>
            </p:nvGrpSpPr>
            <p:grpSpPr>
              <a:xfrm flipH="1">
                <a:off x="11018313" y="10616954"/>
                <a:ext cx="488221" cy="1115525"/>
                <a:chOff x="10505922" y="10616954"/>
                <a:chExt cx="488221" cy="1115525"/>
              </a:xfrm>
            </p:grpSpPr>
            <p:sp>
              <p:nvSpPr>
                <p:cNvPr id="115" name="Isosceles Triangle 114">
                  <a:extLst>
                    <a:ext uri="{FF2B5EF4-FFF2-40B4-BE49-F238E27FC236}">
                      <a16:creationId xmlns:a16="http://schemas.microsoft.com/office/drawing/2014/main" id="{A745C3FF-21BD-A443-EBE2-9B4E6A1D59DD}"/>
                    </a:ext>
                  </a:extLst>
                </p:cNvPr>
                <p:cNvSpPr/>
                <p:nvPr/>
              </p:nvSpPr>
              <p:spPr>
                <a:xfrm rot="5400000">
                  <a:off x="10192956" y="10931293"/>
                  <a:ext cx="1115525" cy="486848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E2DC5DEA-84B0-8020-0E69-C7990DF310BF}"/>
                    </a:ext>
                  </a:extLst>
                </p:cNvPr>
                <p:cNvCxnSpPr/>
                <p:nvPr/>
              </p:nvCxnSpPr>
              <p:spPr>
                <a:xfrm>
                  <a:off x="10506075" y="10810875"/>
                  <a:ext cx="1619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8D1EED47-EE5B-998B-9DBB-6C95FC5CA97C}"/>
                    </a:ext>
                  </a:extLst>
                </p:cNvPr>
                <p:cNvCxnSpPr>
                  <a:endCxn id="115" idx="1"/>
                </p:cNvCxnSpPr>
                <p:nvPr/>
              </p:nvCxnSpPr>
              <p:spPr>
                <a:xfrm flipV="1">
                  <a:off x="10507294" y="10895836"/>
                  <a:ext cx="24342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858A9228-F2A8-5622-0E07-B0BFE2FCE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3" y="10991086"/>
                  <a:ext cx="32739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A02AFAAC-5BAF-DA8C-9529-B2A9E0C4E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2" y="11086336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E2528C6A-EE80-78DB-6605-3314E9D7D2E2}"/>
                    </a:ext>
                  </a:extLst>
                </p:cNvPr>
                <p:cNvCxnSpPr>
                  <a:cxnSpLocks/>
                  <a:endCxn id="115" idx="0"/>
                </p:cNvCxnSpPr>
                <p:nvPr/>
              </p:nvCxnSpPr>
              <p:spPr>
                <a:xfrm flipV="1">
                  <a:off x="10507291" y="11174718"/>
                  <a:ext cx="4868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17E927DE-6DBA-9A7C-5285-CDB9A5017B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047" y="11262551"/>
                  <a:ext cx="398833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FD0A3E21-E4B3-7140-1582-386994BED9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291" y="11357800"/>
                  <a:ext cx="32739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5CB29334-BBC7-552B-4AEF-57CB779A242C}"/>
                    </a:ext>
                  </a:extLst>
                </p:cNvPr>
                <p:cNvCxnSpPr>
                  <a:cxnSpLocks/>
                  <a:endCxn id="115" idx="5"/>
                </p:cNvCxnSpPr>
                <p:nvPr/>
              </p:nvCxnSpPr>
              <p:spPr>
                <a:xfrm>
                  <a:off x="10507291" y="11448288"/>
                  <a:ext cx="24342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5728EF60-645D-85EC-CB98-C74F48991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2526" y="11529249"/>
                  <a:ext cx="166265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4EBDD289-B652-D313-EBEC-B007F81A3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10693" y="11610209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D5060098-8FE4-3AE8-E3C7-5D84AAFFB2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5922" y="10729135"/>
                  <a:ext cx="10323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3" name="Connector: Curved 82">
              <a:extLst>
                <a:ext uri="{FF2B5EF4-FFF2-40B4-BE49-F238E27FC236}">
                  <a16:creationId xmlns:a16="http://schemas.microsoft.com/office/drawing/2014/main" id="{89DB5D86-FB50-752A-F3E0-058AD9048C69}"/>
                </a:ext>
              </a:extLst>
            </p:cNvPr>
            <p:cNvCxnSpPr>
              <a:stCxn id="68" idx="5"/>
              <a:endCxn id="144" idx="0"/>
            </p:cNvCxnSpPr>
            <p:nvPr/>
          </p:nvCxnSpPr>
          <p:spPr>
            <a:xfrm>
              <a:off x="7355597" y="8405333"/>
              <a:ext cx="282272" cy="43822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Connector: Curved 83">
              <a:extLst>
                <a:ext uri="{FF2B5EF4-FFF2-40B4-BE49-F238E27FC236}">
                  <a16:creationId xmlns:a16="http://schemas.microsoft.com/office/drawing/2014/main" id="{7AC6414B-AEE2-B9D0-125F-E27550F1869E}"/>
                </a:ext>
              </a:extLst>
            </p:cNvPr>
            <p:cNvCxnSpPr>
              <a:stCxn id="69" idx="5"/>
              <a:endCxn id="144" idx="4"/>
            </p:cNvCxnSpPr>
            <p:nvPr/>
          </p:nvCxnSpPr>
          <p:spPr>
            <a:xfrm flipV="1">
              <a:off x="7351536" y="9072159"/>
              <a:ext cx="286333" cy="45509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EFD2330-36A6-5A7D-F41B-934418939048}"/>
                </a:ext>
              </a:extLst>
            </p:cNvPr>
            <p:cNvCxnSpPr>
              <a:cxnSpLocks/>
              <a:stCxn id="144" idx="6"/>
              <a:endCxn id="142" idx="2"/>
            </p:cNvCxnSpPr>
            <p:nvPr/>
          </p:nvCxnSpPr>
          <p:spPr>
            <a:xfrm>
              <a:off x="7752169" y="89578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D2EC6471-F62B-6B85-8F6F-92F23DD3F116}"/>
                </a:ext>
              </a:extLst>
            </p:cNvPr>
            <p:cNvCxnSpPr>
              <a:stCxn id="74" idx="2"/>
              <a:endCxn id="140" idx="2"/>
            </p:cNvCxnSpPr>
            <p:nvPr/>
          </p:nvCxnSpPr>
          <p:spPr>
            <a:xfrm flipV="1">
              <a:off x="8164133" y="897328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5795677-B660-A60E-757B-1D88038950D5}"/>
                </a:ext>
              </a:extLst>
            </p:cNvPr>
            <p:cNvSpPr/>
            <p:nvPr/>
          </p:nvSpPr>
          <p:spPr>
            <a:xfrm>
              <a:off x="8248969" y="8042785"/>
              <a:ext cx="1828801" cy="1828801"/>
            </a:xfrm>
            <a:prstGeom prst="rect">
              <a:avLst/>
            </a:prstGeom>
            <a:solidFill>
              <a:srgbClr val="BAF0E7"/>
            </a:solidFill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8" name="Picture 87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BCBE0F6F-9FD1-A49F-B2B8-412DAC206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914" y="7623806"/>
              <a:ext cx="1625762" cy="2583727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B6A2C4D-5FEC-BE4D-FBB3-3B94410524E0}"/>
                </a:ext>
              </a:extLst>
            </p:cNvPr>
            <p:cNvSpPr txBox="1"/>
            <p:nvPr/>
          </p:nvSpPr>
          <p:spPr>
            <a:xfrm>
              <a:off x="9811848" y="7185448"/>
              <a:ext cx="11079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 pooling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7E24948-1F34-C6CE-A5AE-B1E5FDFC9605}"/>
                </a:ext>
              </a:extLst>
            </p:cNvPr>
            <p:cNvSpPr txBox="1"/>
            <p:nvPr/>
          </p:nvSpPr>
          <p:spPr>
            <a:xfrm>
              <a:off x="9384229" y="10155539"/>
              <a:ext cx="184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pooling H×W×1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8DAD7AD-D3B2-D293-D315-5A6E6BF5CD3E}"/>
                </a:ext>
              </a:extLst>
            </p:cNvPr>
            <p:cNvSpPr txBox="1"/>
            <p:nvPr/>
          </p:nvSpPr>
          <p:spPr>
            <a:xfrm>
              <a:off x="10835010" y="7680748"/>
              <a:ext cx="7761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concat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H×W×2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450F9BB-0B72-9BEE-1A7D-55078C567591}"/>
                </a:ext>
              </a:extLst>
            </p:cNvPr>
            <p:cNvSpPr txBox="1"/>
            <p:nvPr/>
          </p:nvSpPr>
          <p:spPr>
            <a:xfrm>
              <a:off x="11252835" y="8472779"/>
              <a:ext cx="5341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7×7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5E7DCC97-2379-40C5-8130-A2AD6A861CD2}"/>
                </a:ext>
              </a:extLst>
            </p:cNvPr>
            <p:cNvCxnSpPr>
              <a:cxnSpLocks/>
              <a:endCxn id="94" idx="1"/>
            </p:cNvCxnSpPr>
            <p:nvPr/>
          </p:nvCxnSpPr>
          <p:spPr>
            <a:xfrm flipV="1">
              <a:off x="11351206" y="8721493"/>
              <a:ext cx="39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Picture 93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32312177-8838-9957-5935-2D9457DFC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94" t="23359" r="18920" b="51894"/>
            <a:stretch/>
          </p:blipFill>
          <p:spPr>
            <a:xfrm>
              <a:off x="11747903" y="8023786"/>
              <a:ext cx="352424" cy="1395413"/>
            </a:xfrm>
            <a:prstGeom prst="rect">
              <a:avLst/>
            </a:prstGeom>
          </p:spPr>
        </p:pic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AC0F0DD-0A41-FBB9-0439-780BB9568778}"/>
                </a:ext>
              </a:extLst>
            </p:cNvPr>
            <p:cNvGrpSpPr/>
            <p:nvPr/>
          </p:nvGrpSpPr>
          <p:grpSpPr>
            <a:xfrm rot="20705433">
              <a:off x="12310327" y="8629054"/>
              <a:ext cx="228601" cy="228600"/>
              <a:chOff x="8626337" y="8656120"/>
              <a:chExt cx="228601" cy="228600"/>
            </a:xfrm>
          </p:grpSpPr>
          <p:cxnSp>
            <p:nvCxnSpPr>
              <p:cNvPr id="111" name="Connector: Curved 110">
                <a:extLst>
                  <a:ext uri="{FF2B5EF4-FFF2-40B4-BE49-F238E27FC236}">
                    <a16:creationId xmlns:a16="http://schemas.microsoft.com/office/drawing/2014/main" id="{82C6C9A8-ED5C-476F-3644-CE7ED65CCB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55782" y="8693554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4CEC534D-5CA3-01AF-644C-5C87491B2272}"/>
                  </a:ext>
                </a:extLst>
              </p:cNvPr>
              <p:cNvSpPr/>
              <p:nvPr/>
            </p:nvSpPr>
            <p:spPr>
              <a:xfrm>
                <a:off x="8626337" y="8656120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1F52F9F-3CAD-9513-2245-8316EE307049}"/>
                </a:ext>
              </a:extLst>
            </p:cNvPr>
            <p:cNvSpPr txBox="1"/>
            <p:nvPr/>
          </p:nvSpPr>
          <p:spPr>
            <a:xfrm>
              <a:off x="12434217" y="842844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733DE4C-9A16-BE88-F937-62E18ECF690E}"/>
                </a:ext>
              </a:extLst>
            </p:cNvPr>
            <p:cNvGrpSpPr/>
            <p:nvPr/>
          </p:nvGrpSpPr>
          <p:grpSpPr>
            <a:xfrm>
              <a:off x="12706074" y="8611332"/>
              <a:ext cx="230190" cy="236033"/>
              <a:chOff x="13004673" y="6375891"/>
              <a:chExt cx="247005" cy="236033"/>
            </a:xfrm>
          </p:grpSpPr>
          <p:sp>
            <p:nvSpPr>
              <p:cNvPr id="109" name="Cross 108">
                <a:extLst>
                  <a:ext uri="{FF2B5EF4-FFF2-40B4-BE49-F238E27FC236}">
                    <a16:creationId xmlns:a16="http://schemas.microsoft.com/office/drawing/2014/main" id="{1F4BC29F-4701-E2E9-CCFA-B0DA29C4052A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9EBC607C-BE04-3FDD-1B45-B52FA0C9DC2C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7C872966-130D-D82C-79BD-63970F7012EC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12114619" y="8729259"/>
              <a:ext cx="1995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6BC42C5E-2EC2-2840-05EB-0A8F66B7B6DE}"/>
                </a:ext>
              </a:extLst>
            </p:cNvPr>
            <p:cNvCxnSpPr>
              <a:stCxn id="96" idx="2"/>
              <a:endCxn id="110" idx="2"/>
            </p:cNvCxnSpPr>
            <p:nvPr/>
          </p:nvCxnSpPr>
          <p:spPr>
            <a:xfrm flipV="1">
              <a:off x="12526583" y="8725632"/>
              <a:ext cx="1794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9EB1755-327D-0B77-74EB-C68505911331}"/>
                </a:ext>
              </a:extLst>
            </p:cNvPr>
            <p:cNvSpPr txBox="1"/>
            <p:nvPr/>
          </p:nvSpPr>
          <p:spPr>
            <a:xfrm rot="16200000">
              <a:off x="12047371" y="8113404"/>
              <a:ext cx="7761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H×W×1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A9B89F6-A1A8-51A6-9A16-0193AB0D361F}"/>
                </a:ext>
              </a:extLst>
            </p:cNvPr>
            <p:cNvCxnSpPr>
              <a:cxnSpLocks/>
              <a:stCxn id="140" idx="6"/>
            </p:cNvCxnSpPr>
            <p:nvPr/>
          </p:nvCxnSpPr>
          <p:spPr>
            <a:xfrm>
              <a:off x="8572225" y="8973282"/>
              <a:ext cx="140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DC83A6A-3378-13F4-67C7-144C0AB2940C}"/>
                </a:ext>
              </a:extLst>
            </p:cNvPr>
            <p:cNvCxnSpPr/>
            <p:nvPr/>
          </p:nvCxnSpPr>
          <p:spPr>
            <a:xfrm>
              <a:off x="9548692" y="9030437"/>
              <a:ext cx="2463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A8FF63C4-4700-40C2-8E4C-1B80D6789356}"/>
                </a:ext>
              </a:extLst>
            </p:cNvPr>
            <p:cNvCxnSpPr>
              <a:cxnSpLocks/>
              <a:endCxn id="140" idx="4"/>
            </p:cNvCxnSpPr>
            <p:nvPr/>
          </p:nvCxnSpPr>
          <p:spPr>
            <a:xfrm flipV="1">
              <a:off x="2245713" y="9087582"/>
              <a:ext cx="6212212" cy="1405885"/>
            </a:xfrm>
            <a:prstGeom prst="bentConnector2">
              <a:avLst/>
            </a:prstGeom>
            <a:ln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8EAB489-2C41-D295-5D83-B0C46AD7DBAA}"/>
                </a:ext>
              </a:extLst>
            </p:cNvPr>
            <p:cNvCxnSpPr>
              <a:cxnSpLocks/>
            </p:cNvCxnSpPr>
            <p:nvPr/>
          </p:nvCxnSpPr>
          <p:spPr>
            <a:xfrm>
              <a:off x="2245713" y="9970247"/>
              <a:ext cx="0" cy="523220"/>
            </a:xfrm>
            <a:prstGeom prst="line">
              <a:avLst/>
            </a:prstGeom>
            <a:ln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10A2CCC-54A4-ADAA-3912-89998B4B0865}"/>
                </a:ext>
              </a:extLst>
            </p:cNvPr>
            <p:cNvSpPr txBox="1"/>
            <p:nvPr/>
          </p:nvSpPr>
          <p:spPr>
            <a:xfrm rot="19669010">
              <a:off x="8318792" y="7808119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 H×W×C</a:t>
              </a:r>
            </a:p>
          </p:txBody>
        </p: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D1AED12C-3B63-8A4A-5CE0-5E0CB702AC80}"/>
                </a:ext>
              </a:extLst>
            </p:cNvPr>
            <p:cNvCxnSpPr>
              <a:cxnSpLocks/>
              <a:endCxn id="110" idx="4"/>
            </p:cNvCxnSpPr>
            <p:nvPr/>
          </p:nvCxnSpPr>
          <p:spPr>
            <a:xfrm flipV="1">
              <a:off x="2245713" y="8839932"/>
              <a:ext cx="10574662" cy="1710685"/>
            </a:xfrm>
            <a:prstGeom prst="bentConnector2">
              <a:avLst/>
            </a:prstGeom>
            <a:ln>
              <a:solidFill>
                <a:srgbClr val="7030A0"/>
              </a:solidFill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97A27BC-8134-C75B-0E02-F6785958D5FE}"/>
                </a:ext>
              </a:extLst>
            </p:cNvPr>
            <p:cNvCxnSpPr>
              <a:cxnSpLocks/>
            </p:cNvCxnSpPr>
            <p:nvPr/>
          </p:nvCxnSpPr>
          <p:spPr>
            <a:xfrm>
              <a:off x="2201263" y="10027397"/>
              <a:ext cx="0" cy="523220"/>
            </a:xfrm>
            <a:prstGeom prst="line">
              <a:avLst/>
            </a:prstGeom>
            <a:ln>
              <a:solidFill>
                <a:srgbClr val="7030A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1C594DF-ED43-8E97-B21E-87E5819094D3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545" y="8725632"/>
              <a:ext cx="218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90E3F1D-EAA4-38A8-4E0B-0F295F3335DA}"/>
                </a:ext>
              </a:extLst>
            </p:cNvPr>
            <p:cNvSpPr txBox="1"/>
            <p:nvPr/>
          </p:nvSpPr>
          <p:spPr>
            <a:xfrm>
              <a:off x="3938090" y="10592790"/>
              <a:ext cx="23774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Channel Attention Module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6D8C78-11BB-3552-E4BA-8CA5E73B1CA2}"/>
                </a:ext>
              </a:extLst>
            </p:cNvPr>
            <p:cNvSpPr txBox="1"/>
            <p:nvPr/>
          </p:nvSpPr>
          <p:spPr>
            <a:xfrm rot="16200000">
              <a:off x="12413142" y="8113404"/>
              <a:ext cx="8066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H×W×C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B359F3-B08D-0F1C-954E-29F93B8F4194}"/>
                </a:ext>
              </a:extLst>
            </p:cNvPr>
            <p:cNvSpPr txBox="1"/>
            <p:nvPr/>
          </p:nvSpPr>
          <p:spPr>
            <a:xfrm>
              <a:off x="10206321" y="10609667"/>
              <a:ext cx="22652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Attention Module</a:t>
              </a:r>
            </a:p>
          </p:txBody>
        </p:sp>
        <p:sp>
          <p:nvSpPr>
            <p:cNvPr id="48" name="Flowchart: Summing Junction 47">
              <a:extLst>
                <a:ext uri="{FF2B5EF4-FFF2-40B4-BE49-F238E27FC236}">
                  <a16:creationId xmlns:a16="http://schemas.microsoft.com/office/drawing/2014/main" id="{0FE9B85C-B71C-5AC6-F512-CEDB437735F7}"/>
                </a:ext>
              </a:extLst>
            </p:cNvPr>
            <p:cNvSpPr/>
            <p:nvPr/>
          </p:nvSpPr>
          <p:spPr>
            <a:xfrm>
              <a:off x="8499377" y="11026927"/>
              <a:ext cx="320040" cy="32004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1BC1E11-8F48-96E6-A7BC-0DBF4CFF803F}"/>
                </a:ext>
              </a:extLst>
            </p:cNvPr>
            <p:cNvSpPr txBox="1"/>
            <p:nvPr/>
          </p:nvSpPr>
          <p:spPr>
            <a:xfrm>
              <a:off x="6403714" y="11060010"/>
              <a:ext cx="2087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</a:p>
          </p:txBody>
        </p:sp>
        <p:sp>
          <p:nvSpPr>
            <p:cNvPr id="50" name="Flowchart: Or 49">
              <a:extLst>
                <a:ext uri="{FF2B5EF4-FFF2-40B4-BE49-F238E27FC236}">
                  <a16:creationId xmlns:a16="http://schemas.microsoft.com/office/drawing/2014/main" id="{D95E407F-ECD8-5623-68C2-16208E6BBC05}"/>
                </a:ext>
              </a:extLst>
            </p:cNvPr>
            <p:cNvSpPr/>
            <p:nvPr/>
          </p:nvSpPr>
          <p:spPr>
            <a:xfrm>
              <a:off x="6140824" y="11026927"/>
              <a:ext cx="320040" cy="320040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4E9DEBC-4753-345C-D4ED-42A226F1E8E6}"/>
                </a:ext>
              </a:extLst>
            </p:cNvPr>
            <p:cNvSpPr txBox="1"/>
            <p:nvPr/>
          </p:nvSpPr>
          <p:spPr>
            <a:xfrm>
              <a:off x="8805925" y="11040960"/>
              <a:ext cx="2007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Product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673DF2A-8AEE-1D17-1A0B-AC6317184C95}"/>
                </a:ext>
              </a:extLst>
            </p:cNvPr>
            <p:cNvGrpSpPr/>
            <p:nvPr/>
          </p:nvGrpSpPr>
          <p:grpSpPr>
            <a:xfrm>
              <a:off x="10915360" y="11069267"/>
              <a:ext cx="320040" cy="320040"/>
              <a:chOff x="8100277" y="10048279"/>
              <a:chExt cx="228601" cy="228600"/>
            </a:xfrm>
          </p:grpSpPr>
          <p:cxnSp>
            <p:nvCxnSpPr>
              <p:cNvPr id="55" name="Connector: Curved 54">
                <a:extLst>
                  <a:ext uri="{FF2B5EF4-FFF2-40B4-BE49-F238E27FC236}">
                    <a16:creationId xmlns:a16="http://schemas.microsoft.com/office/drawing/2014/main" id="{68B48D82-C191-28BE-50D2-7958572E9102}"/>
                  </a:ext>
                </a:extLst>
              </p:cNvPr>
              <p:cNvCxnSpPr>
                <a:cxnSpLocks/>
              </p:cNvCxnSpPr>
              <p:nvPr/>
            </p:nvCxnSpPr>
            <p:spPr>
              <a:xfrm rot="20705433" flipV="1">
                <a:off x="8129730" y="10085772"/>
                <a:ext cx="169256" cy="153733"/>
              </a:xfrm>
              <a:prstGeom prst="curvedConnector3">
                <a:avLst>
                  <a:gd name="adj1" fmla="val 5000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E1083ED-7C5F-F8E5-4F78-A4C1D5ABF73D}"/>
                  </a:ext>
                </a:extLst>
              </p:cNvPr>
              <p:cNvSpPr/>
              <p:nvPr/>
            </p:nvSpPr>
            <p:spPr>
              <a:xfrm rot="20705433">
                <a:off x="8100277" y="10048279"/>
                <a:ext cx="228601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6D0DD83-F191-21CF-69AA-DA0FEE0D0487}"/>
                </a:ext>
              </a:extLst>
            </p:cNvPr>
            <p:cNvSpPr txBox="1"/>
            <p:nvPr/>
          </p:nvSpPr>
          <p:spPr>
            <a:xfrm>
              <a:off x="11219245" y="11060010"/>
              <a:ext cx="179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 Activation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91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87BB-0900-FA08-C10A-745F300E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89626B2-A6CB-C49F-070A-93A64001242D}"/>
              </a:ext>
            </a:extLst>
          </p:cNvPr>
          <p:cNvGrpSpPr/>
          <p:nvPr/>
        </p:nvGrpSpPr>
        <p:grpSpPr>
          <a:xfrm>
            <a:off x="6405209" y="1882847"/>
            <a:ext cx="9658111" cy="3461168"/>
            <a:chOff x="804509" y="1558997"/>
            <a:chExt cx="9658111" cy="3461168"/>
          </a:xfrm>
        </p:grpSpPr>
        <p:pic>
          <p:nvPicPr>
            <p:cNvPr id="11" name="Picture 10" descr="A drawing of a rectangular object&#10;&#10;AI-generated content may be incorrect.">
              <a:extLst>
                <a:ext uri="{FF2B5EF4-FFF2-40B4-BE49-F238E27FC236}">
                  <a16:creationId xmlns:a16="http://schemas.microsoft.com/office/drawing/2014/main" id="{93FDAFD3-0F15-DD98-74F7-F0E69E6B3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8286" y="1911316"/>
              <a:ext cx="1077187" cy="2547401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28A8427-2B4E-83E8-E384-5218CA63853C}"/>
                </a:ext>
              </a:extLst>
            </p:cNvPr>
            <p:cNvSpPr/>
            <p:nvPr/>
          </p:nvSpPr>
          <p:spPr>
            <a:xfrm>
              <a:off x="804509" y="2312146"/>
              <a:ext cx="1828801" cy="182880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isometricOffAxis2Righ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BC07D988-BE9A-3838-B412-0F6C612956AF}"/>
                </a:ext>
              </a:extLst>
            </p:cNvPr>
            <p:cNvSpPr/>
            <p:nvPr/>
          </p:nvSpPr>
          <p:spPr>
            <a:xfrm rot="16200000">
              <a:off x="6949656" y="2392075"/>
              <a:ext cx="290191" cy="454561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B74025E5-4006-2310-7DAC-4723D1F852AA}"/>
                </a:ext>
              </a:extLst>
            </p:cNvPr>
            <p:cNvSpPr/>
            <p:nvPr/>
          </p:nvSpPr>
          <p:spPr>
            <a:xfrm>
              <a:off x="5757653" y="3019087"/>
              <a:ext cx="531213" cy="178886"/>
            </a:xfrm>
            <a:prstGeom prst="cube">
              <a:avLst/>
            </a:prstGeom>
            <a:solidFill>
              <a:srgbClr val="B5EDBD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E1294AA4-E781-C7A5-6275-FF2DA0C6B317}"/>
                </a:ext>
              </a:extLst>
            </p:cNvPr>
            <p:cNvSpPr/>
            <p:nvPr/>
          </p:nvSpPr>
          <p:spPr>
            <a:xfrm rot="16200000">
              <a:off x="3854957" y="3463294"/>
              <a:ext cx="211909" cy="469314"/>
            </a:xfrm>
            <a:prstGeom prst="cub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CB316F-2339-958F-CB1A-80C58A507F24}"/>
                </a:ext>
              </a:extLst>
            </p:cNvPr>
            <p:cNvSpPr txBox="1"/>
            <p:nvPr/>
          </p:nvSpPr>
          <p:spPr>
            <a:xfrm rot="19669010">
              <a:off x="855002" y="2055019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Feature: H×W×C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4C11229-0649-D72D-BFA7-57532FEF25D6}"/>
                </a:ext>
              </a:extLst>
            </p:cNvPr>
            <p:cNvSpPr txBox="1"/>
            <p:nvPr/>
          </p:nvSpPr>
          <p:spPr>
            <a:xfrm>
              <a:off x="2862565" y="2166483"/>
              <a:ext cx="760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H×1×C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422F180-CE2A-2F47-0E67-491447C2E918}"/>
                </a:ext>
              </a:extLst>
            </p:cNvPr>
            <p:cNvSpPr txBox="1"/>
            <p:nvPr/>
          </p:nvSpPr>
          <p:spPr>
            <a:xfrm>
              <a:off x="2588306" y="1558997"/>
              <a:ext cx="9973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 height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B36AAA0-2CF1-561D-7E6A-8D23E752ACD2}"/>
                </a:ext>
              </a:extLst>
            </p:cNvPr>
            <p:cNvGrpSpPr/>
            <p:nvPr/>
          </p:nvGrpSpPr>
          <p:grpSpPr>
            <a:xfrm>
              <a:off x="4412789" y="3006930"/>
              <a:ext cx="230190" cy="236032"/>
              <a:chOff x="13004673" y="6375891"/>
              <a:chExt cx="247005" cy="236032"/>
            </a:xfrm>
          </p:grpSpPr>
          <p:sp>
            <p:nvSpPr>
              <p:cNvPr id="143" name="Cross 142">
                <a:extLst>
                  <a:ext uri="{FF2B5EF4-FFF2-40B4-BE49-F238E27FC236}">
                    <a16:creationId xmlns:a16="http://schemas.microsoft.com/office/drawing/2014/main" id="{7DC7D899-B0C8-F24D-CE0A-14EECD35D701}"/>
                  </a:ext>
                </a:extLst>
              </p:cNvPr>
              <p:cNvSpPr/>
              <p:nvPr/>
            </p:nvSpPr>
            <p:spPr>
              <a:xfrm>
                <a:off x="13006378" y="6383323"/>
                <a:ext cx="245300" cy="228600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26A7397C-3753-8F75-7704-95181EE79424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19090C8A-B215-7053-46CD-1D59B759F51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321560" y="2576032"/>
              <a:ext cx="264" cy="1121919"/>
            </a:xfrm>
            <a:prstGeom prst="bentConnector3">
              <a:avLst>
                <a:gd name="adj1" fmla="val -59222798"/>
              </a:avLst>
            </a:prstGeom>
            <a:ln w="190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C2FFF70-255A-591F-6D03-9B34B8FB21A6}"/>
                </a:ext>
              </a:extLst>
            </p:cNvPr>
            <p:cNvCxnSpPr/>
            <p:nvPr/>
          </p:nvCxnSpPr>
          <p:spPr>
            <a:xfrm flipH="1">
              <a:off x="2071723" y="3124946"/>
              <a:ext cx="825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8" name="Picture 87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9E332746-1ED4-11CC-2E77-61B3AA875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80" r="51525"/>
            <a:stretch>
              <a:fillRect/>
            </a:stretch>
          </p:blipFill>
          <p:spPr>
            <a:xfrm>
              <a:off x="8765079" y="2082217"/>
              <a:ext cx="339085" cy="1975478"/>
            </a:xfrm>
            <a:prstGeom prst="rect">
              <a:avLst/>
            </a:prstGeom>
          </p:spPr>
        </p:pic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9C44E74-AC1A-DA93-31D2-E11F69158B71}"/>
                </a:ext>
              </a:extLst>
            </p:cNvPr>
            <p:cNvCxnSpPr>
              <a:cxnSpLocks/>
              <a:stCxn id="144" idx="6"/>
              <a:endCxn id="94" idx="1"/>
            </p:cNvCxnSpPr>
            <p:nvPr/>
          </p:nvCxnSpPr>
          <p:spPr>
            <a:xfrm>
              <a:off x="4641390" y="3121230"/>
              <a:ext cx="430609" cy="37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Picture 93" descr="A diagram of a block diagram&#10;&#10;AI-generated content may be incorrect.">
              <a:extLst>
                <a:ext uri="{FF2B5EF4-FFF2-40B4-BE49-F238E27FC236}">
                  <a16:creationId xmlns:a16="http://schemas.microsoft.com/office/drawing/2014/main" id="{B29FEDEA-5805-6C8C-C215-384BEB978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394" t="23359" r="18920" b="51894"/>
            <a:stretch/>
          </p:blipFill>
          <p:spPr>
            <a:xfrm>
              <a:off x="5071999" y="2427239"/>
              <a:ext cx="352424" cy="1395413"/>
            </a:xfrm>
            <a:prstGeom prst="rect">
              <a:avLst/>
            </a:prstGeom>
          </p:spPr>
        </p:pic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33FA6061-FECF-D463-DE74-F13756E6CF52}"/>
                </a:ext>
              </a:extLst>
            </p:cNvPr>
            <p:cNvGrpSpPr/>
            <p:nvPr/>
          </p:nvGrpSpPr>
          <p:grpSpPr>
            <a:xfrm>
              <a:off x="10013504" y="2859948"/>
              <a:ext cx="230190" cy="236033"/>
              <a:chOff x="13004673" y="6375891"/>
              <a:chExt cx="247005" cy="236033"/>
            </a:xfrm>
          </p:grpSpPr>
          <p:sp>
            <p:nvSpPr>
              <p:cNvPr id="109" name="Cross 108">
                <a:extLst>
                  <a:ext uri="{FF2B5EF4-FFF2-40B4-BE49-F238E27FC236}">
                    <a16:creationId xmlns:a16="http://schemas.microsoft.com/office/drawing/2014/main" id="{F6316EEC-B059-695A-1D79-AAD08A99065E}"/>
                  </a:ext>
                </a:extLst>
              </p:cNvPr>
              <p:cNvSpPr/>
              <p:nvPr/>
            </p:nvSpPr>
            <p:spPr>
              <a:xfrm rot="2759110">
                <a:off x="13014728" y="6374974"/>
                <a:ext cx="228601" cy="245299"/>
              </a:xfrm>
              <a:prstGeom prst="plus">
                <a:avLst>
                  <a:gd name="adj" fmla="val 423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50F85A8A-8833-F13F-365D-54D39510E4D0}"/>
                  </a:ext>
                </a:extLst>
              </p:cNvPr>
              <p:cNvSpPr/>
              <p:nvPr/>
            </p:nvSpPr>
            <p:spPr>
              <a:xfrm>
                <a:off x="13004673" y="6375891"/>
                <a:ext cx="245300" cy="2286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336437DA-1E6F-C255-3FA7-2F2E36B63BE3}"/>
                </a:ext>
              </a:extLst>
            </p:cNvPr>
            <p:cNvCxnSpPr>
              <a:cxnSpLocks/>
              <a:endCxn id="110" idx="4"/>
            </p:cNvCxnSpPr>
            <p:nvPr/>
          </p:nvCxnSpPr>
          <p:spPr>
            <a:xfrm flipV="1">
              <a:off x="1652623" y="3088548"/>
              <a:ext cx="8475182" cy="1495393"/>
            </a:xfrm>
            <a:prstGeom prst="bentConnector2">
              <a:avLst/>
            </a:prstGeom>
            <a:ln>
              <a:solidFill>
                <a:srgbClr val="7030A0"/>
              </a:solidFill>
              <a:prstDash val="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B2D375E-5337-2888-4F0A-69E0F2E0468A}"/>
                </a:ext>
              </a:extLst>
            </p:cNvPr>
            <p:cNvCxnSpPr>
              <a:cxnSpLocks/>
            </p:cNvCxnSpPr>
            <p:nvPr/>
          </p:nvCxnSpPr>
          <p:spPr>
            <a:xfrm>
              <a:off x="1652623" y="4083797"/>
              <a:ext cx="0" cy="523220"/>
            </a:xfrm>
            <a:prstGeom prst="line">
              <a:avLst/>
            </a:prstGeom>
            <a:ln>
              <a:solidFill>
                <a:srgbClr val="7030A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30DBACD-23E1-49C5-F385-C752FA4EE48F}"/>
                </a:ext>
              </a:extLst>
            </p:cNvPr>
            <p:cNvCxnSpPr>
              <a:cxnSpLocks/>
            </p:cNvCxnSpPr>
            <p:nvPr/>
          </p:nvCxnSpPr>
          <p:spPr>
            <a:xfrm>
              <a:off x="10235975" y="2974248"/>
              <a:ext cx="218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23E1924-13DF-A388-2925-8CE04E007DF7}"/>
                </a:ext>
              </a:extLst>
            </p:cNvPr>
            <p:cNvSpPr txBox="1"/>
            <p:nvPr/>
          </p:nvSpPr>
          <p:spPr>
            <a:xfrm rot="16200000">
              <a:off x="9905416" y="2473322"/>
              <a:ext cx="8066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H×W×C</a:t>
              </a:r>
            </a:p>
          </p:txBody>
        </p:sp>
        <p:sp>
          <p:nvSpPr>
            <p:cNvPr id="48" name="Flowchart: Summing Junction 47">
              <a:extLst>
                <a:ext uri="{FF2B5EF4-FFF2-40B4-BE49-F238E27FC236}">
                  <a16:creationId xmlns:a16="http://schemas.microsoft.com/office/drawing/2014/main" id="{BF564718-C818-A26A-6D1F-CE29A292ADF9}"/>
                </a:ext>
              </a:extLst>
            </p:cNvPr>
            <p:cNvSpPr/>
            <p:nvPr/>
          </p:nvSpPr>
          <p:spPr>
            <a:xfrm>
              <a:off x="7944826" y="4648528"/>
              <a:ext cx="320040" cy="320040"/>
            </a:xfrm>
            <a:prstGeom prst="flowChartSummingJunct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908260E-E62F-1CA1-725B-5EF3CB3FC112}"/>
                </a:ext>
              </a:extLst>
            </p:cNvPr>
            <p:cNvSpPr txBox="1"/>
            <p:nvPr/>
          </p:nvSpPr>
          <p:spPr>
            <a:xfrm>
              <a:off x="5849163" y="4681611"/>
              <a:ext cx="2087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Addition</a:t>
              </a:r>
            </a:p>
          </p:txBody>
        </p:sp>
        <p:sp>
          <p:nvSpPr>
            <p:cNvPr id="50" name="Flowchart: Or 49">
              <a:extLst>
                <a:ext uri="{FF2B5EF4-FFF2-40B4-BE49-F238E27FC236}">
                  <a16:creationId xmlns:a16="http://schemas.microsoft.com/office/drawing/2014/main" id="{00A7970E-D8D6-902A-63DC-9046751F9092}"/>
                </a:ext>
              </a:extLst>
            </p:cNvPr>
            <p:cNvSpPr/>
            <p:nvPr/>
          </p:nvSpPr>
          <p:spPr>
            <a:xfrm>
              <a:off x="5586273" y="4648528"/>
              <a:ext cx="320040" cy="320040"/>
            </a:xfrm>
            <a:prstGeom prst="flowChar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EA1408-CD58-7619-E06C-6B6C0AC030D5}"/>
                </a:ext>
              </a:extLst>
            </p:cNvPr>
            <p:cNvSpPr txBox="1"/>
            <p:nvPr/>
          </p:nvSpPr>
          <p:spPr>
            <a:xfrm>
              <a:off x="8251374" y="4662561"/>
              <a:ext cx="20072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Element-wise Product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2C15DE-61A8-1EA7-5F48-1FF904BD20E1}"/>
                </a:ext>
              </a:extLst>
            </p:cNvPr>
            <p:cNvSpPr txBox="1"/>
            <p:nvPr/>
          </p:nvSpPr>
          <p:spPr>
            <a:xfrm>
              <a:off x="2373322" y="4092872"/>
              <a:ext cx="957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Avg pool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 width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906FB3-3D26-CF30-B418-1740CFDB857C}"/>
                </a:ext>
              </a:extLst>
            </p:cNvPr>
            <p:cNvSpPr txBox="1"/>
            <p:nvPr/>
          </p:nvSpPr>
          <p:spPr>
            <a:xfrm>
              <a:off x="2811768" y="2972023"/>
              <a:ext cx="760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1×W×C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2B6393-F23B-3A77-0FDC-E836DA8AA0D6}"/>
                </a:ext>
              </a:extLst>
            </p:cNvPr>
            <p:cNvSpPr txBox="1"/>
            <p:nvPr/>
          </p:nvSpPr>
          <p:spPr>
            <a:xfrm>
              <a:off x="3417573" y="3734605"/>
              <a:ext cx="9173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Transpose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6F0C8CF-1010-B00A-5480-B7B0362C586E}"/>
                </a:ext>
              </a:extLst>
            </p:cNvPr>
            <p:cNvCxnSpPr>
              <a:endCxn id="60" idx="1"/>
            </p:cNvCxnSpPr>
            <p:nvPr/>
          </p:nvCxnSpPr>
          <p:spPr>
            <a:xfrm>
              <a:off x="3242804" y="3697951"/>
              <a:ext cx="536428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336173-8220-9A08-87B5-F4484EF82DD2}"/>
                </a:ext>
              </a:extLst>
            </p:cNvPr>
            <p:cNvSpPr txBox="1"/>
            <p:nvPr/>
          </p:nvSpPr>
          <p:spPr>
            <a:xfrm>
              <a:off x="3573767" y="3327623"/>
              <a:ext cx="760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W×1×C</a:t>
              </a:r>
            </a:p>
          </p:txBody>
        </p: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43E5E3A1-1A58-CBE0-AFD7-40D785E31ADF}"/>
                </a:ext>
              </a:extLst>
            </p:cNvPr>
            <p:cNvCxnSpPr>
              <a:endCxn id="144" idx="0"/>
            </p:cNvCxnSpPr>
            <p:nvPr/>
          </p:nvCxnSpPr>
          <p:spPr>
            <a:xfrm>
              <a:off x="3330635" y="2474260"/>
              <a:ext cx="1196455" cy="532670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32440404-A8FC-E98F-C5C3-4DDDAFA3B1D9}"/>
                </a:ext>
              </a:extLst>
            </p:cNvPr>
            <p:cNvCxnSpPr>
              <a:stCxn id="60" idx="3"/>
              <a:endCxn id="144" idx="4"/>
            </p:cNvCxnSpPr>
            <p:nvPr/>
          </p:nvCxnSpPr>
          <p:spPr>
            <a:xfrm flipV="1">
              <a:off x="4195569" y="3235530"/>
              <a:ext cx="331521" cy="488910"/>
            </a:xfrm>
            <a:prstGeom prst="curvedConnector2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3AA9D1-2531-D638-E687-40107339EE25}"/>
                </a:ext>
              </a:extLst>
            </p:cNvPr>
            <p:cNvSpPr txBox="1"/>
            <p:nvPr/>
          </p:nvSpPr>
          <p:spPr>
            <a:xfrm rot="16200000">
              <a:off x="3952741" y="2224346"/>
              <a:ext cx="12234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(H+W)×1×C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641ED99-213A-3C40-8106-3741EBF604CB}"/>
                </a:ext>
              </a:extLst>
            </p:cNvPr>
            <p:cNvSpPr txBox="1"/>
            <p:nvPr/>
          </p:nvSpPr>
          <p:spPr>
            <a:xfrm>
              <a:off x="4644785" y="3721905"/>
              <a:ext cx="10791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Act. =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53ABC9-3016-A294-A89A-FDEBE0690176}"/>
                </a:ext>
              </a:extLst>
            </p:cNvPr>
            <p:cNvSpPr txBox="1"/>
            <p:nvPr/>
          </p:nvSpPr>
          <p:spPr>
            <a:xfrm>
              <a:off x="5327308" y="2678920"/>
              <a:ext cx="13821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(H+W)×1×C//32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57B78E-B30C-C568-099F-1A9756026A51}"/>
                </a:ext>
              </a:extLst>
            </p:cNvPr>
            <p:cNvSpPr txBox="1"/>
            <p:nvPr/>
          </p:nvSpPr>
          <p:spPr>
            <a:xfrm>
              <a:off x="5512309" y="3140208"/>
              <a:ext cx="10679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BatchNorm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07F8D73-2365-6090-7929-067890A27407}"/>
                </a:ext>
              </a:extLst>
            </p:cNvPr>
            <p:cNvCxnSpPr>
              <a:stCxn id="94" idx="3"/>
              <a:endCxn id="59" idx="2"/>
            </p:cNvCxnSpPr>
            <p:nvPr/>
          </p:nvCxnSpPr>
          <p:spPr>
            <a:xfrm>
              <a:off x="5424423" y="3124946"/>
              <a:ext cx="333230" cy="59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83BDED3D-949B-1B1D-48C7-24E661362965}"/>
                </a:ext>
              </a:extLst>
            </p:cNvPr>
            <p:cNvSpPr/>
            <p:nvPr/>
          </p:nvSpPr>
          <p:spPr>
            <a:xfrm rot="16200000">
              <a:off x="6974494" y="3349454"/>
              <a:ext cx="290189" cy="45456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Connector: Curved 38">
              <a:extLst>
                <a:ext uri="{FF2B5EF4-FFF2-40B4-BE49-F238E27FC236}">
                  <a16:creationId xmlns:a16="http://schemas.microsoft.com/office/drawing/2014/main" id="{479C20A4-9AD1-E734-F95D-BD83EDF69E6F}"/>
                </a:ext>
              </a:extLst>
            </p:cNvPr>
            <p:cNvCxnSpPr>
              <a:stCxn id="59" idx="5"/>
              <a:endCxn id="58" idx="2"/>
            </p:cNvCxnSpPr>
            <p:nvPr/>
          </p:nvCxnSpPr>
          <p:spPr>
            <a:xfrm flipV="1">
              <a:off x="6288866" y="2764451"/>
              <a:ext cx="842159" cy="321718"/>
            </a:xfrm>
            <a:prstGeom prst="curved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A0788569-520B-20CE-3DC3-DCCC9D335059}"/>
                </a:ext>
              </a:extLst>
            </p:cNvPr>
            <p:cNvCxnSpPr>
              <a:endCxn id="37" idx="5"/>
            </p:cNvCxnSpPr>
            <p:nvPr/>
          </p:nvCxnSpPr>
          <p:spPr>
            <a:xfrm>
              <a:off x="6288866" y="3121230"/>
              <a:ext cx="794449" cy="310410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820DDD-A8B4-551B-86B5-3243BE074F77}"/>
                </a:ext>
              </a:extLst>
            </p:cNvPr>
            <p:cNvSpPr txBox="1"/>
            <p:nvPr/>
          </p:nvSpPr>
          <p:spPr>
            <a:xfrm>
              <a:off x="6659263" y="2923847"/>
              <a:ext cx="4940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1F1875B-7B27-754B-CDDB-D7522A0F9149}"/>
                </a:ext>
              </a:extLst>
            </p:cNvPr>
            <p:cNvSpPr txBox="1"/>
            <p:nvPr/>
          </p:nvSpPr>
          <p:spPr>
            <a:xfrm>
              <a:off x="6637769" y="2170638"/>
              <a:ext cx="13821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H×1×C//32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1A83986-9B19-0E0B-07B8-036127E2A301}"/>
                </a:ext>
              </a:extLst>
            </p:cNvPr>
            <p:cNvSpPr txBox="1"/>
            <p:nvPr/>
          </p:nvSpPr>
          <p:spPr>
            <a:xfrm>
              <a:off x="6628734" y="3707696"/>
              <a:ext cx="1078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W×1×C//32</a:t>
              </a:r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DFDCEB48-4248-C2F9-E20F-98ECAA2F91F8}"/>
                </a:ext>
              </a:extLst>
            </p:cNvPr>
            <p:cNvSpPr/>
            <p:nvPr/>
          </p:nvSpPr>
          <p:spPr>
            <a:xfrm rot="16200000">
              <a:off x="7982457" y="3348994"/>
              <a:ext cx="211909" cy="469314"/>
            </a:xfrm>
            <a:prstGeom prst="cub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14F5D46-9FF9-36CA-738A-DB62B81E5157}"/>
                </a:ext>
              </a:extLst>
            </p:cNvPr>
            <p:cNvSpPr txBox="1"/>
            <p:nvPr/>
          </p:nvSpPr>
          <p:spPr>
            <a:xfrm>
              <a:off x="7633973" y="3620305"/>
              <a:ext cx="9173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Transpose</a:t>
              </a:r>
            </a:p>
          </p:txBody>
        </p: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5DCE757B-DF67-CF12-7A62-0F4C39C8182F}"/>
                </a:ext>
              </a:extLst>
            </p:cNvPr>
            <p:cNvCxnSpPr>
              <a:stCxn id="37" idx="3"/>
              <a:endCxn id="101" idx="1"/>
            </p:cNvCxnSpPr>
            <p:nvPr/>
          </p:nvCxnSpPr>
          <p:spPr>
            <a:xfrm flipV="1">
              <a:off x="7346869" y="3610140"/>
              <a:ext cx="559863" cy="286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0E9D7C5-B400-5B4B-A3FF-7B8EDE0E4C35}"/>
                </a:ext>
              </a:extLst>
            </p:cNvPr>
            <p:cNvSpPr txBox="1"/>
            <p:nvPr/>
          </p:nvSpPr>
          <p:spPr>
            <a:xfrm>
              <a:off x="7568534" y="3212396"/>
              <a:ext cx="1078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1×W×C//32</a:t>
              </a:r>
            </a:p>
          </p:txBody>
        </p: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C6DB301B-FB76-C6D5-14AB-E6D78473BB60}"/>
                </a:ext>
              </a:extLst>
            </p:cNvPr>
            <p:cNvCxnSpPr>
              <a:stCxn id="58" idx="3"/>
            </p:cNvCxnSpPr>
            <p:nvPr/>
          </p:nvCxnSpPr>
          <p:spPr>
            <a:xfrm>
              <a:off x="7322032" y="2655629"/>
              <a:ext cx="145823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2932FE56-6C22-6FEB-DEC5-E4A6674B9424}"/>
                </a:ext>
              </a:extLst>
            </p:cNvPr>
            <p:cNvCxnSpPr>
              <a:stCxn id="101" idx="3"/>
            </p:cNvCxnSpPr>
            <p:nvPr/>
          </p:nvCxnSpPr>
          <p:spPr>
            <a:xfrm flipV="1">
              <a:off x="8323069" y="3591996"/>
              <a:ext cx="457193" cy="1814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2DE5BB7C-7E01-FE40-C262-99423732FAC2}"/>
                </a:ext>
              </a:extLst>
            </p:cNvPr>
            <p:cNvSpPr txBox="1"/>
            <p:nvPr/>
          </p:nvSpPr>
          <p:spPr>
            <a:xfrm>
              <a:off x="8236291" y="3988605"/>
              <a:ext cx="12875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Act. = Sigmoid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02695B6-9491-68FD-0538-3F24403EA595}"/>
                </a:ext>
              </a:extLst>
            </p:cNvPr>
            <p:cNvSpPr txBox="1"/>
            <p:nvPr/>
          </p:nvSpPr>
          <p:spPr>
            <a:xfrm>
              <a:off x="8424197" y="1664505"/>
              <a:ext cx="12875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Act. = Sigmoid</a:t>
              </a:r>
            </a:p>
          </p:txBody>
        </p:sp>
        <p:cxnSp>
          <p:nvCxnSpPr>
            <p:cNvPr id="161" name="Connector: Curved 160">
              <a:extLst>
                <a:ext uri="{FF2B5EF4-FFF2-40B4-BE49-F238E27FC236}">
                  <a16:creationId xmlns:a16="http://schemas.microsoft.com/office/drawing/2014/main" id="{D713E7C3-5706-F192-66F1-CEF868588886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99" y="2611735"/>
              <a:ext cx="1059906" cy="24059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Connector: Curved 162">
              <a:extLst>
                <a:ext uri="{FF2B5EF4-FFF2-40B4-BE49-F238E27FC236}">
                  <a16:creationId xmlns:a16="http://schemas.microsoft.com/office/drawing/2014/main" id="{91534A75-D071-C61E-B783-AC560CEA1C89}"/>
                </a:ext>
              </a:extLst>
            </p:cNvPr>
            <p:cNvCxnSpPr>
              <a:endCxn id="110" idx="4"/>
            </p:cNvCxnSpPr>
            <p:nvPr/>
          </p:nvCxnSpPr>
          <p:spPr>
            <a:xfrm flipV="1">
              <a:off x="9067899" y="3088548"/>
              <a:ext cx="1059906" cy="512520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3442D01-81B0-C2F9-BE99-90CDA70B15C8}"/>
                </a:ext>
              </a:extLst>
            </p:cNvPr>
            <p:cNvSpPr txBox="1"/>
            <p:nvPr/>
          </p:nvSpPr>
          <p:spPr>
            <a:xfrm>
              <a:off x="9038662" y="2358470"/>
              <a:ext cx="7264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H×1×C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13E7CC1-3A2B-5F45-6C5E-C2F99A488C07}"/>
                </a:ext>
              </a:extLst>
            </p:cNvPr>
            <p:cNvSpPr txBox="1"/>
            <p:nvPr/>
          </p:nvSpPr>
          <p:spPr>
            <a:xfrm>
              <a:off x="8944350" y="3546638"/>
              <a:ext cx="7665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1×W×C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3251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640C-9279-F76B-8DA3-68D0D6A8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BF759BA-4DFD-F79E-C663-4A00E28879A0}"/>
              </a:ext>
            </a:extLst>
          </p:cNvPr>
          <p:cNvGrpSpPr/>
          <p:nvPr/>
        </p:nvGrpSpPr>
        <p:grpSpPr>
          <a:xfrm>
            <a:off x="1685706" y="4400991"/>
            <a:ext cx="12139898" cy="7574169"/>
            <a:chOff x="1685706" y="4400991"/>
            <a:chExt cx="12139898" cy="7574169"/>
          </a:xfrm>
        </p:grpSpPr>
        <p:sp>
          <p:nvSpPr>
            <p:cNvPr id="1071" name="Rectangle: Rounded Corners 1070">
              <a:extLst>
                <a:ext uri="{FF2B5EF4-FFF2-40B4-BE49-F238E27FC236}">
                  <a16:creationId xmlns:a16="http://schemas.microsoft.com/office/drawing/2014/main" id="{196DF71D-7033-94D2-E105-EA23E6A7DCBC}"/>
                </a:ext>
              </a:extLst>
            </p:cNvPr>
            <p:cNvSpPr/>
            <p:nvPr/>
          </p:nvSpPr>
          <p:spPr>
            <a:xfrm>
              <a:off x="3714750" y="4704113"/>
              <a:ext cx="7428407" cy="2254378"/>
            </a:xfrm>
            <a:prstGeom prst="roundRect">
              <a:avLst/>
            </a:prstGeom>
            <a:solidFill>
              <a:srgbClr val="E8EEF2"/>
            </a:solidFill>
            <a:ln>
              <a:solidFill>
                <a:srgbClr val="D8BE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F3B24DC-EAFC-7DA3-8DF7-593FE2CF8A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01" r="27665" b="16667"/>
            <a:stretch>
              <a:fillRect/>
            </a:stretch>
          </p:blipFill>
          <p:spPr bwMode="auto">
            <a:xfrm>
              <a:off x="1685706" y="6146130"/>
              <a:ext cx="1838543" cy="1873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EB33B5EA-CC00-7C87-979D-42268FABB312}"/>
                </a:ext>
              </a:extLst>
            </p:cNvPr>
            <p:cNvSpPr txBox="1"/>
            <p:nvPr/>
          </p:nvSpPr>
          <p:spPr>
            <a:xfrm>
              <a:off x="2075825" y="5846032"/>
              <a:ext cx="1058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Data</a:t>
              </a:r>
            </a:p>
          </p:txBody>
        </p:sp>
        <p:sp>
          <p:nvSpPr>
            <p:cNvPr id="1050" name="Rectangle: Rounded Corners 1049">
              <a:extLst>
                <a:ext uri="{FF2B5EF4-FFF2-40B4-BE49-F238E27FC236}">
                  <a16:creationId xmlns:a16="http://schemas.microsoft.com/office/drawing/2014/main" id="{7BD398C8-88E5-06B9-D662-B40F5A27A200}"/>
                </a:ext>
              </a:extLst>
            </p:cNvPr>
            <p:cNvSpPr/>
            <p:nvPr/>
          </p:nvSpPr>
          <p:spPr>
            <a:xfrm>
              <a:off x="3851722" y="4962526"/>
              <a:ext cx="1788861" cy="182155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E0E620CE-26BD-E225-C675-C13765078843}"/>
                </a:ext>
              </a:extLst>
            </p:cNvPr>
            <p:cNvSpPr txBox="1"/>
            <p:nvPr/>
          </p:nvSpPr>
          <p:spPr>
            <a:xfrm>
              <a:off x="4336848" y="4704113"/>
              <a:ext cx="818605" cy="30542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40BC44EF-1D78-4E75-0433-A1B5B73CE3BE}"/>
                </a:ext>
              </a:extLst>
            </p:cNvPr>
            <p:cNvSpPr txBox="1"/>
            <p:nvPr/>
          </p:nvSpPr>
          <p:spPr>
            <a:xfrm>
              <a:off x="4119031" y="5135552"/>
              <a:ext cx="1210589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Pretrained </a:t>
              </a:r>
            </a:p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CNN Model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Fine Tuned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Predict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Masks</a:t>
              </a:r>
            </a:p>
          </p:txBody>
        </p:sp>
        <p:pic>
          <p:nvPicPr>
            <p:cNvPr id="1054" name="Picture 4" descr="U-NET: Computer Vision's neural network | DataScientest.com">
              <a:extLst>
                <a:ext uri="{FF2B5EF4-FFF2-40B4-BE49-F238E27FC236}">
                  <a16:creationId xmlns:a16="http://schemas.microsoft.com/office/drawing/2014/main" id="{0A998F0C-4588-6FBD-3132-7BFF7F8844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97" t="11566" r="6311"/>
            <a:stretch>
              <a:fillRect/>
            </a:stretch>
          </p:blipFill>
          <p:spPr bwMode="auto">
            <a:xfrm>
              <a:off x="6568039" y="5620211"/>
              <a:ext cx="2093110" cy="1230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56" name="Straight Arrow Connector 1055">
              <a:extLst>
                <a:ext uri="{FF2B5EF4-FFF2-40B4-BE49-F238E27FC236}">
                  <a16:creationId xmlns:a16="http://schemas.microsoft.com/office/drawing/2014/main" id="{FA036DA7-7D8F-5603-6F58-9424BD00D304}"/>
                </a:ext>
              </a:extLst>
            </p:cNvPr>
            <p:cNvCxnSpPr>
              <a:cxnSpLocks/>
            </p:cNvCxnSpPr>
            <p:nvPr/>
          </p:nvCxnSpPr>
          <p:spPr>
            <a:xfrm>
              <a:off x="5640583" y="6082853"/>
              <a:ext cx="7250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26C5FD25-13BA-E0A9-2E3D-414E0A1DE8F7}"/>
                </a:ext>
              </a:extLst>
            </p:cNvPr>
            <p:cNvSpPr txBox="1"/>
            <p:nvPr/>
          </p:nvSpPr>
          <p:spPr>
            <a:xfrm rot="16200000">
              <a:off x="5553932" y="5502035"/>
              <a:ext cx="818605" cy="523220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Weight Transfer</a:t>
              </a:r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2D933523-73D3-14B9-8054-86A98B7E43C1}"/>
                </a:ext>
              </a:extLst>
            </p:cNvPr>
            <p:cNvSpPr txBox="1"/>
            <p:nvPr/>
          </p:nvSpPr>
          <p:spPr>
            <a:xfrm>
              <a:off x="6349048" y="5135552"/>
              <a:ext cx="9893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Xception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A3558C59-3512-8912-39E2-A8362C07817B}"/>
                </a:ext>
              </a:extLst>
            </p:cNvPr>
            <p:cNvSpPr txBox="1"/>
            <p:nvPr/>
          </p:nvSpPr>
          <p:spPr>
            <a:xfrm>
              <a:off x="7507185" y="5114069"/>
              <a:ext cx="143340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CBAM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Based Decoder</a:t>
              </a: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392D6596-70AC-138C-A88E-C34C10BAB173}"/>
                </a:ext>
              </a:extLst>
            </p:cNvPr>
            <p:cNvSpPr txBox="1"/>
            <p:nvPr/>
          </p:nvSpPr>
          <p:spPr>
            <a:xfrm>
              <a:off x="7222713" y="5287952"/>
              <a:ext cx="3850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1" name="Rectangle: Rounded Corners 1060">
              <a:extLst>
                <a:ext uri="{FF2B5EF4-FFF2-40B4-BE49-F238E27FC236}">
                  <a16:creationId xmlns:a16="http://schemas.microsoft.com/office/drawing/2014/main" id="{DF51D6D6-7F4B-81D7-826B-91EEC9AF915C}"/>
                </a:ext>
              </a:extLst>
            </p:cNvPr>
            <p:cNvSpPr/>
            <p:nvPr/>
          </p:nvSpPr>
          <p:spPr>
            <a:xfrm>
              <a:off x="6365589" y="5014487"/>
              <a:ext cx="2533431" cy="182155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62" name="Picture 4" descr="U-NET: Computer Vision's neural network | DataScientest.com">
              <a:extLst>
                <a:ext uri="{FF2B5EF4-FFF2-40B4-BE49-F238E27FC236}">
                  <a16:creationId xmlns:a16="http://schemas.microsoft.com/office/drawing/2014/main" id="{521B52F0-1DA6-7CB5-F0F3-9909AEE8AE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97" t="11566" r="6311"/>
            <a:stretch>
              <a:fillRect/>
            </a:stretch>
          </p:blipFill>
          <p:spPr bwMode="auto">
            <a:xfrm>
              <a:off x="9575504" y="5842099"/>
              <a:ext cx="1450918" cy="852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1288F391-6EC4-93F9-829F-665CF7A2F5D8}"/>
                </a:ext>
              </a:extLst>
            </p:cNvPr>
            <p:cNvSpPr txBox="1"/>
            <p:nvPr/>
          </p:nvSpPr>
          <p:spPr>
            <a:xfrm>
              <a:off x="9456010" y="5009708"/>
              <a:ext cx="160492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U-Net Based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Refiner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(~7M Parameter)</a:t>
              </a:r>
            </a:p>
          </p:txBody>
        </p:sp>
        <p:sp>
          <p:nvSpPr>
            <p:cNvPr id="1064" name="Rectangle: Rounded Corners 1063">
              <a:extLst>
                <a:ext uri="{FF2B5EF4-FFF2-40B4-BE49-F238E27FC236}">
                  <a16:creationId xmlns:a16="http://schemas.microsoft.com/office/drawing/2014/main" id="{08AB5DF2-5204-ABA9-6312-EAFB38BDC41D}"/>
                </a:ext>
              </a:extLst>
            </p:cNvPr>
            <p:cNvSpPr/>
            <p:nvPr/>
          </p:nvSpPr>
          <p:spPr>
            <a:xfrm>
              <a:off x="9490522" y="5014487"/>
              <a:ext cx="1535900" cy="182155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86E86D10-C014-7620-F25E-9B0B8F2CB034}"/>
                </a:ext>
              </a:extLst>
            </p:cNvPr>
            <p:cNvSpPr txBox="1"/>
            <p:nvPr/>
          </p:nvSpPr>
          <p:spPr>
            <a:xfrm rot="16200000">
              <a:off x="8413699" y="5383716"/>
              <a:ext cx="1577005" cy="523220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Segmented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  <p:cxnSp>
          <p:nvCxnSpPr>
            <p:cNvPr id="1067" name="Straight Arrow Connector 1066">
              <a:extLst>
                <a:ext uri="{FF2B5EF4-FFF2-40B4-BE49-F238E27FC236}">
                  <a16:creationId xmlns:a16="http://schemas.microsoft.com/office/drawing/2014/main" id="{C5D7BA13-6E5C-AD6E-A7DC-D3FC1ED1B2FE}"/>
                </a:ext>
              </a:extLst>
            </p:cNvPr>
            <p:cNvCxnSpPr/>
            <p:nvPr/>
          </p:nvCxnSpPr>
          <p:spPr>
            <a:xfrm>
              <a:off x="8899020" y="6076950"/>
              <a:ext cx="5915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8C3BB9B8-E42E-4329-E78A-4E3A3950E266}"/>
                </a:ext>
              </a:extLst>
            </p:cNvPr>
            <p:cNvSpPr txBox="1"/>
            <p:nvPr/>
          </p:nvSpPr>
          <p:spPr>
            <a:xfrm>
              <a:off x="7213398" y="4742213"/>
              <a:ext cx="818605" cy="30542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56CE8B69-035D-A02B-4726-B8AD4B97C0F0}"/>
                </a:ext>
              </a:extLst>
            </p:cNvPr>
            <p:cNvSpPr txBox="1"/>
            <p:nvPr/>
          </p:nvSpPr>
          <p:spPr>
            <a:xfrm>
              <a:off x="9823248" y="4761263"/>
              <a:ext cx="818605" cy="305422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3</a:t>
              </a:r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18A42241-8FAA-25D3-C51B-D4DBC623E99E}"/>
                </a:ext>
              </a:extLst>
            </p:cNvPr>
            <p:cNvSpPr txBox="1"/>
            <p:nvPr/>
          </p:nvSpPr>
          <p:spPr>
            <a:xfrm>
              <a:off x="4963168" y="4400991"/>
              <a:ext cx="51538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Three-Stage Attention-Enhanced Segmentation with Refiner</a:t>
              </a:r>
            </a:p>
          </p:txBody>
        </p:sp>
        <p:pic>
          <p:nvPicPr>
            <p:cNvPr id="1074" name="Picture 1073" descr="A close-up of a red cell&#10;&#10;AI-generated content may be incorrect.">
              <a:extLst>
                <a:ext uri="{FF2B5EF4-FFF2-40B4-BE49-F238E27FC236}">
                  <a16:creationId xmlns:a16="http://schemas.microsoft.com/office/drawing/2014/main" id="{29F7A866-BE52-7065-DA89-A45FD9DEA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61052" y="4931748"/>
              <a:ext cx="1743675" cy="1743675"/>
            </a:xfrm>
            <a:prstGeom prst="rect">
              <a:avLst/>
            </a:prstGeom>
          </p:spPr>
        </p:pic>
        <p:cxnSp>
          <p:nvCxnSpPr>
            <p:cNvPr id="1077" name="Straight Arrow Connector 1076">
              <a:extLst>
                <a:ext uri="{FF2B5EF4-FFF2-40B4-BE49-F238E27FC236}">
                  <a16:creationId xmlns:a16="http://schemas.microsoft.com/office/drawing/2014/main" id="{E9EAC77C-B6FD-4299-E445-0FD56A56B1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3157" y="6032186"/>
              <a:ext cx="617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20FC9228-3B13-20AC-18CC-471B6C86FDA4}"/>
                </a:ext>
              </a:extLst>
            </p:cNvPr>
            <p:cNvSpPr txBox="1"/>
            <p:nvPr/>
          </p:nvSpPr>
          <p:spPr>
            <a:xfrm rot="16200000">
              <a:off x="10842574" y="5202740"/>
              <a:ext cx="1215056" cy="523220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Segmented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 output</a:t>
              </a:r>
            </a:p>
          </p:txBody>
        </p:sp>
        <p:grpSp>
          <p:nvGrpSpPr>
            <p:cNvPr id="1159" name="Group 1158">
              <a:extLst>
                <a:ext uri="{FF2B5EF4-FFF2-40B4-BE49-F238E27FC236}">
                  <a16:creationId xmlns:a16="http://schemas.microsoft.com/office/drawing/2014/main" id="{4746D58F-021F-53EC-3BD1-6E70CD8BDE82}"/>
                </a:ext>
              </a:extLst>
            </p:cNvPr>
            <p:cNvGrpSpPr/>
            <p:nvPr/>
          </p:nvGrpSpPr>
          <p:grpSpPr>
            <a:xfrm>
              <a:off x="11440880" y="7658127"/>
              <a:ext cx="2384724" cy="1407661"/>
              <a:chOff x="11440880" y="7658127"/>
              <a:chExt cx="2384724" cy="1407661"/>
            </a:xfrm>
          </p:grpSpPr>
          <p:sp>
            <p:nvSpPr>
              <p:cNvPr id="1153" name="Rectangle: Rounded Corners 1152">
                <a:extLst>
                  <a:ext uri="{FF2B5EF4-FFF2-40B4-BE49-F238E27FC236}">
                    <a16:creationId xmlns:a16="http://schemas.microsoft.com/office/drawing/2014/main" id="{D4E05E05-EE07-839D-B41C-CAD97899A419}"/>
                  </a:ext>
                </a:extLst>
              </p:cNvPr>
              <p:cNvSpPr/>
              <p:nvPr/>
            </p:nvSpPr>
            <p:spPr>
              <a:xfrm>
                <a:off x="11471543" y="7658127"/>
                <a:ext cx="2354061" cy="1407661"/>
              </a:xfrm>
              <a:prstGeom prst="roundRect">
                <a:avLst/>
              </a:prstGeom>
              <a:solidFill>
                <a:srgbClr val="E8EEF2"/>
              </a:solidFill>
              <a:ln>
                <a:solidFill>
                  <a:srgbClr val="BAF0E7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2" name="TextBox 1151">
                <a:extLst>
                  <a:ext uri="{FF2B5EF4-FFF2-40B4-BE49-F238E27FC236}">
                    <a16:creationId xmlns:a16="http://schemas.microsoft.com/office/drawing/2014/main" id="{0056AFF6-AAD6-7DD1-D049-28B2BF9ADAE9}"/>
                  </a:ext>
                </a:extLst>
              </p:cNvPr>
              <p:cNvSpPr txBox="1"/>
              <p:nvPr/>
            </p:nvSpPr>
            <p:spPr>
              <a:xfrm>
                <a:off x="11440880" y="7700238"/>
                <a:ext cx="2369296" cy="13234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Comprehensive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Image Augmentation (flip,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crop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noise variations) for Class Balance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56" name="Straight Arrow Connector 1155">
              <a:extLst>
                <a:ext uri="{FF2B5EF4-FFF2-40B4-BE49-F238E27FC236}">
                  <a16:creationId xmlns:a16="http://schemas.microsoft.com/office/drawing/2014/main" id="{43A6F238-FB4D-FEAD-4CF1-510161C5CC62}"/>
                </a:ext>
              </a:extLst>
            </p:cNvPr>
            <p:cNvCxnSpPr>
              <a:cxnSpLocks/>
              <a:stCxn id="1074" idx="2"/>
              <a:endCxn id="1153" idx="0"/>
            </p:cNvCxnSpPr>
            <p:nvPr/>
          </p:nvCxnSpPr>
          <p:spPr>
            <a:xfrm>
              <a:off x="12632890" y="6675423"/>
              <a:ext cx="15684" cy="9827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7" name="TextBox 1156">
              <a:extLst>
                <a:ext uri="{FF2B5EF4-FFF2-40B4-BE49-F238E27FC236}">
                  <a16:creationId xmlns:a16="http://schemas.microsoft.com/office/drawing/2014/main" id="{4BA8A93F-1C3E-59A2-F89E-7F741A01E30D}"/>
                </a:ext>
              </a:extLst>
            </p:cNvPr>
            <p:cNvSpPr txBox="1"/>
            <p:nvPr/>
          </p:nvSpPr>
          <p:spPr>
            <a:xfrm rot="16200000">
              <a:off x="12325889" y="6853161"/>
              <a:ext cx="1086658" cy="523220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Segmented </a:t>
              </a:r>
            </a:p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</a:t>
              </a:r>
            </a:p>
          </p:txBody>
        </p:sp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A2D9F8C5-DB96-1018-8E08-AFF2F0EFA793}"/>
                </a:ext>
              </a:extLst>
            </p:cNvPr>
            <p:cNvGrpSpPr/>
            <p:nvPr/>
          </p:nvGrpSpPr>
          <p:grpSpPr>
            <a:xfrm>
              <a:off x="9433691" y="7658127"/>
              <a:ext cx="1724913" cy="1407661"/>
              <a:chOff x="11440880" y="7658127"/>
              <a:chExt cx="2384724" cy="1407661"/>
            </a:xfrm>
          </p:grpSpPr>
          <p:sp>
            <p:nvSpPr>
              <p:cNvPr id="1164" name="Rectangle: Rounded Corners 1163">
                <a:extLst>
                  <a:ext uri="{FF2B5EF4-FFF2-40B4-BE49-F238E27FC236}">
                    <a16:creationId xmlns:a16="http://schemas.microsoft.com/office/drawing/2014/main" id="{6A33B855-0255-0AEB-FDE5-752652285477}"/>
                  </a:ext>
                </a:extLst>
              </p:cNvPr>
              <p:cNvSpPr/>
              <p:nvPr/>
            </p:nvSpPr>
            <p:spPr>
              <a:xfrm>
                <a:off x="11471543" y="7658127"/>
                <a:ext cx="2354061" cy="1407661"/>
              </a:xfrm>
              <a:prstGeom prst="roundRect">
                <a:avLst/>
              </a:prstGeom>
              <a:solidFill>
                <a:srgbClr val="E8EEF2"/>
              </a:solidFill>
              <a:ln>
                <a:solidFill>
                  <a:srgbClr val="BAF0E7"/>
                </a:solidFill>
                <a:prstDash val="solid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5" name="TextBox 1164">
                <a:extLst>
                  <a:ext uri="{FF2B5EF4-FFF2-40B4-BE49-F238E27FC236}">
                    <a16:creationId xmlns:a16="http://schemas.microsoft.com/office/drawing/2014/main" id="{3C08872E-CCF8-4574-54E3-F424062194D4}"/>
                  </a:ext>
                </a:extLst>
              </p:cNvPr>
              <p:cNvSpPr txBox="1"/>
              <p:nvPr/>
            </p:nvSpPr>
            <p:spPr>
              <a:xfrm>
                <a:off x="11440880" y="7966938"/>
                <a:ext cx="2369296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CLAHE for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leisson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Enhancement</a:t>
                </a:r>
                <a:endPara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68" name="Straight Arrow Connector 1167">
              <a:extLst>
                <a:ext uri="{FF2B5EF4-FFF2-40B4-BE49-F238E27FC236}">
                  <a16:creationId xmlns:a16="http://schemas.microsoft.com/office/drawing/2014/main" id="{95D99326-989E-30D0-07F9-0B23DD4EFBB8}"/>
                </a:ext>
              </a:extLst>
            </p:cNvPr>
            <p:cNvCxnSpPr>
              <a:stCxn id="1152" idx="1"/>
              <a:endCxn id="1165" idx="3"/>
            </p:cNvCxnSpPr>
            <p:nvPr/>
          </p:nvCxnSpPr>
          <p:spPr>
            <a:xfrm flipH="1">
              <a:off x="11147445" y="8361958"/>
              <a:ext cx="2934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9" name="Cube 1168">
              <a:extLst>
                <a:ext uri="{FF2B5EF4-FFF2-40B4-BE49-F238E27FC236}">
                  <a16:creationId xmlns:a16="http://schemas.microsoft.com/office/drawing/2014/main" id="{831A85DA-B9B8-AA69-7A2F-27A83B23ED6D}"/>
                </a:ext>
              </a:extLst>
            </p:cNvPr>
            <p:cNvSpPr/>
            <p:nvPr/>
          </p:nvSpPr>
          <p:spPr>
            <a:xfrm>
              <a:off x="7866488" y="7824111"/>
              <a:ext cx="1103582" cy="1087104"/>
            </a:xfrm>
            <a:prstGeom prst="cube">
              <a:avLst/>
            </a:prstGeom>
            <a:solidFill>
              <a:srgbClr val="DCE6EC"/>
            </a:solidFill>
            <a:ln>
              <a:solidFill>
                <a:srgbClr val="D8BE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0" name="TextBox 1169">
              <a:extLst>
                <a:ext uri="{FF2B5EF4-FFF2-40B4-BE49-F238E27FC236}">
                  <a16:creationId xmlns:a16="http://schemas.microsoft.com/office/drawing/2014/main" id="{7D20E997-5C76-CE6E-12BA-9590BF11BB39}"/>
                </a:ext>
              </a:extLst>
            </p:cNvPr>
            <p:cNvSpPr txBox="1"/>
            <p:nvPr/>
          </p:nvSpPr>
          <p:spPr>
            <a:xfrm>
              <a:off x="7481658" y="7013193"/>
              <a:ext cx="19670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ConvNextSmall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Classifier with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Coordinate Attention </a:t>
              </a:r>
            </a:p>
          </p:txBody>
        </p:sp>
        <p:cxnSp>
          <p:nvCxnSpPr>
            <p:cNvPr id="1172" name="Straight Arrow Connector 1171">
              <a:extLst>
                <a:ext uri="{FF2B5EF4-FFF2-40B4-BE49-F238E27FC236}">
                  <a16:creationId xmlns:a16="http://schemas.microsoft.com/office/drawing/2014/main" id="{2849C3BA-6952-9DEB-AB0A-32F3EFFBBDE8}"/>
                </a:ext>
              </a:extLst>
            </p:cNvPr>
            <p:cNvCxnSpPr>
              <a:stCxn id="1165" idx="1"/>
            </p:cNvCxnSpPr>
            <p:nvPr/>
          </p:nvCxnSpPr>
          <p:spPr>
            <a:xfrm flipH="1" flipV="1">
              <a:off x="8920455" y="8361958"/>
              <a:ext cx="5132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5" name="Group 1174">
              <a:extLst>
                <a:ext uri="{FF2B5EF4-FFF2-40B4-BE49-F238E27FC236}">
                  <a16:creationId xmlns:a16="http://schemas.microsoft.com/office/drawing/2014/main" id="{8903A4C2-5161-6388-D3D7-F792EA9F8018}"/>
                </a:ext>
              </a:extLst>
            </p:cNvPr>
            <p:cNvGrpSpPr/>
            <p:nvPr/>
          </p:nvGrpSpPr>
          <p:grpSpPr>
            <a:xfrm>
              <a:off x="6888593" y="7489077"/>
              <a:ext cx="369745" cy="1697975"/>
              <a:chOff x="6888593" y="7641477"/>
              <a:chExt cx="369745" cy="1697975"/>
            </a:xfrm>
          </p:grpSpPr>
          <p:sp>
            <p:nvSpPr>
              <p:cNvPr id="1174" name="Rectangle: Rounded Corners 1173">
                <a:extLst>
                  <a:ext uri="{FF2B5EF4-FFF2-40B4-BE49-F238E27FC236}">
                    <a16:creationId xmlns:a16="http://schemas.microsoft.com/office/drawing/2014/main" id="{92B9799B-95AD-1732-9377-15550E6E1D06}"/>
                  </a:ext>
                </a:extLst>
              </p:cNvPr>
              <p:cNvSpPr/>
              <p:nvPr/>
            </p:nvSpPr>
            <p:spPr>
              <a:xfrm>
                <a:off x="6888593" y="7641477"/>
                <a:ext cx="369745" cy="1697975"/>
              </a:xfrm>
              <a:prstGeom prst="roundRect">
                <a:avLst/>
              </a:prstGeom>
              <a:solidFill>
                <a:srgbClr val="DCE6EC"/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3" name="TextBox 1172">
                <a:extLst>
                  <a:ext uri="{FF2B5EF4-FFF2-40B4-BE49-F238E27FC236}">
                    <a16:creationId xmlns:a16="http://schemas.microsoft.com/office/drawing/2014/main" id="{02F6110D-4D22-EBE6-ADEF-E976EB7293EB}"/>
                  </a:ext>
                </a:extLst>
              </p:cNvPr>
              <p:cNvSpPr txBox="1"/>
              <p:nvPr/>
            </p:nvSpPr>
            <p:spPr>
              <a:xfrm rot="16200000">
                <a:off x="6262490" y="8325587"/>
                <a:ext cx="16305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Classified Output</a:t>
                </a:r>
              </a:p>
            </p:txBody>
          </p:sp>
        </p:grpSp>
        <p:cxnSp>
          <p:nvCxnSpPr>
            <p:cNvPr id="1177" name="Straight Arrow Connector 1176">
              <a:extLst>
                <a:ext uri="{FF2B5EF4-FFF2-40B4-BE49-F238E27FC236}">
                  <a16:creationId xmlns:a16="http://schemas.microsoft.com/office/drawing/2014/main" id="{AA6383CB-F55B-D564-3D30-8296CC2DBA78}"/>
                </a:ext>
              </a:extLst>
            </p:cNvPr>
            <p:cNvCxnSpPr>
              <a:stCxn id="1169" idx="2"/>
              <a:endCxn id="1174" idx="3"/>
            </p:cNvCxnSpPr>
            <p:nvPr/>
          </p:nvCxnSpPr>
          <p:spPr>
            <a:xfrm flipH="1" flipV="1">
              <a:off x="7258338" y="8338065"/>
              <a:ext cx="6081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79" name="Picture 1178" descr="A collage of images of a heart&#10;&#10;AI-generated content may be incorrect.">
              <a:extLst>
                <a:ext uri="{FF2B5EF4-FFF2-40B4-BE49-F238E27FC236}">
                  <a16:creationId xmlns:a16="http://schemas.microsoft.com/office/drawing/2014/main" id="{1EA523B8-E282-614A-DC46-6D6F334E0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01" t="66060"/>
            <a:stretch>
              <a:fillRect/>
            </a:stretch>
          </p:blipFill>
          <p:spPr>
            <a:xfrm>
              <a:off x="4289820" y="7192142"/>
              <a:ext cx="1948272" cy="2064306"/>
            </a:xfrm>
            <a:prstGeom prst="rect">
              <a:avLst/>
            </a:prstGeom>
          </p:spPr>
        </p:pic>
        <p:cxnSp>
          <p:nvCxnSpPr>
            <p:cNvPr id="1181" name="Straight Arrow Connector 1180">
              <a:extLst>
                <a:ext uri="{FF2B5EF4-FFF2-40B4-BE49-F238E27FC236}">
                  <a16:creationId xmlns:a16="http://schemas.microsoft.com/office/drawing/2014/main" id="{E646108B-7DCD-6DD9-A51C-1D206DDA2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8092" y="8319545"/>
              <a:ext cx="6505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3" name="TextBox 1182">
              <a:extLst>
                <a:ext uri="{FF2B5EF4-FFF2-40B4-BE49-F238E27FC236}">
                  <a16:creationId xmlns:a16="http://schemas.microsoft.com/office/drawing/2014/main" id="{9B55254F-B850-B3DA-1F54-B434BA8010C9}"/>
                </a:ext>
              </a:extLst>
            </p:cNvPr>
            <p:cNvSpPr txBox="1"/>
            <p:nvPr/>
          </p:nvSpPr>
          <p:spPr>
            <a:xfrm rot="16200000">
              <a:off x="3053916" y="8031027"/>
              <a:ext cx="20279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GradCam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++ heatmap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confidence score</a:t>
              </a:r>
            </a:p>
          </p:txBody>
        </p:sp>
        <p:cxnSp>
          <p:nvCxnSpPr>
            <p:cNvPr id="1187" name="Connector: Elbow 1186">
              <a:extLst>
                <a:ext uri="{FF2B5EF4-FFF2-40B4-BE49-F238E27FC236}">
                  <a16:creationId xmlns:a16="http://schemas.microsoft.com/office/drawing/2014/main" id="{2938F191-4A66-49FB-CFC7-57FB96FC30E0}"/>
                </a:ext>
              </a:extLst>
            </p:cNvPr>
            <p:cNvCxnSpPr>
              <a:stCxn id="1027" idx="2"/>
              <a:endCxn id="1071" idx="1"/>
            </p:cNvCxnSpPr>
            <p:nvPr/>
          </p:nvCxnSpPr>
          <p:spPr>
            <a:xfrm rot="5400000" flipH="1" flipV="1">
              <a:off x="2983221" y="5453057"/>
              <a:ext cx="353284" cy="1109773"/>
            </a:xfrm>
            <a:prstGeom prst="bentConnector4">
              <a:avLst>
                <a:gd name="adj1" fmla="val 97061"/>
                <a:gd name="adj2" fmla="val 2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0" name="TextBox 1189">
              <a:extLst>
                <a:ext uri="{FF2B5EF4-FFF2-40B4-BE49-F238E27FC236}">
                  <a16:creationId xmlns:a16="http://schemas.microsoft.com/office/drawing/2014/main" id="{5C763451-9108-7D05-8C4D-B74C9636FFD3}"/>
                </a:ext>
              </a:extLst>
            </p:cNvPr>
            <p:cNvSpPr txBox="1"/>
            <p:nvPr/>
          </p:nvSpPr>
          <p:spPr>
            <a:xfrm>
              <a:off x="2085253" y="8019645"/>
              <a:ext cx="1226618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ISIC 2017,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ISIC 2018,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HAM10000,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MILK10K</a:t>
              </a:r>
            </a:p>
          </p:txBody>
        </p:sp>
        <p:sp>
          <p:nvSpPr>
            <p:cNvPr id="1193" name="Rectangle: Rounded Corners 1192">
              <a:extLst>
                <a:ext uri="{FF2B5EF4-FFF2-40B4-BE49-F238E27FC236}">
                  <a16:creationId xmlns:a16="http://schemas.microsoft.com/office/drawing/2014/main" id="{71F6928C-F299-0F1F-46C2-1ED382F9F848}"/>
                </a:ext>
              </a:extLst>
            </p:cNvPr>
            <p:cNvSpPr/>
            <p:nvPr/>
          </p:nvSpPr>
          <p:spPr>
            <a:xfrm>
              <a:off x="3902947" y="9749103"/>
              <a:ext cx="4397737" cy="2178088"/>
            </a:xfrm>
            <a:prstGeom prst="roundRect">
              <a:avLst>
                <a:gd name="adj" fmla="val 8151"/>
              </a:avLst>
            </a:prstGeom>
            <a:solidFill>
              <a:srgbClr val="E8EEF2"/>
            </a:solidFill>
            <a:ln>
              <a:solidFill>
                <a:srgbClr val="D8BE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4" name="TextBox 1193">
              <a:extLst>
                <a:ext uri="{FF2B5EF4-FFF2-40B4-BE49-F238E27FC236}">
                  <a16:creationId xmlns:a16="http://schemas.microsoft.com/office/drawing/2014/main" id="{DA7DB7DD-6030-7D56-11CF-585A924C6635}"/>
                </a:ext>
              </a:extLst>
            </p:cNvPr>
            <p:cNvSpPr txBox="1"/>
            <p:nvPr/>
          </p:nvSpPr>
          <p:spPr>
            <a:xfrm>
              <a:off x="3843175" y="9420853"/>
              <a:ext cx="25394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Segmentation Model Result:</a:t>
              </a:r>
            </a:p>
          </p:txBody>
        </p:sp>
        <p:sp>
          <p:nvSpPr>
            <p:cNvPr id="1197" name="Rectangle 8">
              <a:extLst>
                <a:ext uri="{FF2B5EF4-FFF2-40B4-BE49-F238E27FC236}">
                  <a16:creationId xmlns:a16="http://schemas.microsoft.com/office/drawing/2014/main" id="{B7092F71-9279-F996-019F-EA9AEA7CA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740" y="9801939"/>
              <a:ext cx="4457509" cy="2062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Dataset: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ISIC 2018 (with 10% hold-out test set) — 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Dice = 90.28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0" lang="en-US" altLang="en-US" sz="16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IoU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= 84.18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 = 95.60%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95% CI (Dice) = 88.87–91.52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Robustness Evaluation: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Tested on ISIC 2017 (100% hold-out test set) — 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Dice = 91.57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0" lang="en-US" altLang="en-US" sz="1600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IoU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= 85.15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 = 97.07%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0" lang="en-US" altLang="en-US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95% CI (Dice) = 91.24–91.87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98" name="Rectangle: Rounded Corners 1197">
              <a:extLst>
                <a:ext uri="{FF2B5EF4-FFF2-40B4-BE49-F238E27FC236}">
                  <a16:creationId xmlns:a16="http://schemas.microsoft.com/office/drawing/2014/main" id="{0EF76804-C1D2-FCB9-E3E0-F9ACE6CC27D4}"/>
                </a:ext>
              </a:extLst>
            </p:cNvPr>
            <p:cNvSpPr/>
            <p:nvPr/>
          </p:nvSpPr>
          <p:spPr>
            <a:xfrm>
              <a:off x="9370297" y="9768153"/>
              <a:ext cx="4397737" cy="2178088"/>
            </a:xfrm>
            <a:prstGeom prst="roundRect">
              <a:avLst>
                <a:gd name="adj" fmla="val 8151"/>
              </a:avLst>
            </a:prstGeom>
            <a:solidFill>
              <a:srgbClr val="E8EEF2"/>
            </a:solidFill>
            <a:ln>
              <a:solidFill>
                <a:srgbClr val="D8BE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9" name="TextBox 1198">
              <a:extLst>
                <a:ext uri="{FF2B5EF4-FFF2-40B4-BE49-F238E27FC236}">
                  <a16:creationId xmlns:a16="http://schemas.microsoft.com/office/drawing/2014/main" id="{3E6AF841-6F7C-E615-E8C5-E5CC19794320}"/>
                </a:ext>
              </a:extLst>
            </p:cNvPr>
            <p:cNvSpPr txBox="1"/>
            <p:nvPr/>
          </p:nvSpPr>
          <p:spPr>
            <a:xfrm>
              <a:off x="9309725" y="9439903"/>
              <a:ext cx="25410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Classification Model Result:</a:t>
              </a:r>
            </a:p>
          </p:txBody>
        </p:sp>
        <p:sp>
          <p:nvSpPr>
            <p:cNvPr id="1200" name="Rectangle 8">
              <a:extLst>
                <a:ext uri="{FF2B5EF4-FFF2-40B4-BE49-F238E27FC236}">
                  <a16:creationId xmlns:a16="http://schemas.microsoft.com/office/drawing/2014/main" id="{D1442609-FD19-78BF-94EA-90092B235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725" y="9841545"/>
              <a:ext cx="4457509" cy="1672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HAM10000 (10% hold-out test set):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 = 98.15%, F1-score = 98.15%, AUC = 99.91%, 95% CI (Accuracy) = 97.79–98.55%.</a:t>
              </a:r>
            </a:p>
            <a:p>
              <a:pPr marL="285750" marR="0" lvl="0" indent="-28575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MILK10K (10% hold-out test set):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 = 87.03%, F1-score = 86.82%, AUC = 97.78%, 95% CI (Accuracy) = 85.40–88.60%.</a:t>
              </a:r>
            </a:p>
          </p:txBody>
        </p:sp>
        <p:sp>
          <p:nvSpPr>
            <p:cNvPr id="1203" name="TextBox 1202">
              <a:extLst>
                <a:ext uri="{FF2B5EF4-FFF2-40B4-BE49-F238E27FC236}">
                  <a16:creationId xmlns:a16="http://schemas.microsoft.com/office/drawing/2014/main" id="{CCD4AEDE-94F1-85B8-EBB2-FDD1AB4FA160}"/>
                </a:ext>
              </a:extLst>
            </p:cNvPr>
            <p:cNvSpPr txBox="1"/>
            <p:nvPr/>
          </p:nvSpPr>
          <p:spPr>
            <a:xfrm>
              <a:off x="9487753" y="11451940"/>
              <a:ext cx="427948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(Note: Classification datasets were first segmented using the proposed segmentation model.)</a:t>
              </a:r>
              <a:endPara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3167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1342</TotalTime>
  <Words>1024</Words>
  <Application>Microsoft Office PowerPoint</Application>
  <PresentationFormat>Custom</PresentationFormat>
  <Paragraphs>281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27</cp:revision>
  <dcterms:created xsi:type="dcterms:W3CDTF">2025-06-02T10:27:45Z</dcterms:created>
  <dcterms:modified xsi:type="dcterms:W3CDTF">2025-10-17T04:40:50Z</dcterms:modified>
</cp:coreProperties>
</file>