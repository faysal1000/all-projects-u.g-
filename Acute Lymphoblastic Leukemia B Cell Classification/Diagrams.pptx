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7DE"/>
    <a:srgbClr val="FEFAF8"/>
    <a:srgbClr val="EAEDF2"/>
    <a:srgbClr val="E3E7ED"/>
    <a:srgbClr val="FFF3CD"/>
    <a:srgbClr val="C6E2FA"/>
    <a:srgbClr val="CB826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9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8CC43-EE63-435F-9618-2CAB4865BAC8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EE8E26-9353-49D1-93DE-D4EAE5BD3495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1800" dirty="0"/>
            <a:t>Data</a:t>
          </a:r>
        </a:p>
      </dgm:t>
    </dgm:pt>
    <dgm:pt modelId="{15FFEE74-CFF0-4094-ABB2-2991C89408DD}" type="parTrans" cxnId="{FC830EE5-F68C-41FD-91BA-3250F713E3A2}">
      <dgm:prSet/>
      <dgm:spPr/>
      <dgm:t>
        <a:bodyPr/>
        <a:lstStyle/>
        <a:p>
          <a:endParaRPr lang="en-US" sz="1800"/>
        </a:p>
      </dgm:t>
    </dgm:pt>
    <dgm:pt modelId="{438EFF7B-50EC-48AC-84F4-270DD478EF5D}" type="sibTrans" cxnId="{FC830EE5-F68C-41FD-91BA-3250F713E3A2}">
      <dgm:prSet/>
      <dgm:spPr/>
      <dgm:t>
        <a:bodyPr/>
        <a:lstStyle/>
        <a:p>
          <a:endParaRPr lang="en-US" sz="1800"/>
        </a:p>
      </dgm:t>
    </dgm:pt>
    <dgm:pt modelId="{C4EDDCE7-9DF2-47D1-8E27-E38E2B6F405F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1600" dirty="0"/>
            <a:t>VGG16 Feature Extractor</a:t>
          </a:r>
        </a:p>
      </dgm:t>
    </dgm:pt>
    <dgm:pt modelId="{0ECBBE98-131F-42CD-B567-380E0664A318}" type="parTrans" cxnId="{680E6848-A2C5-4A37-9B59-DBD2F75C99C7}">
      <dgm:prSet custT="1"/>
      <dgm:spPr/>
      <dgm:t>
        <a:bodyPr/>
        <a:lstStyle/>
        <a:p>
          <a:endParaRPr lang="en-US" sz="1800"/>
        </a:p>
      </dgm:t>
    </dgm:pt>
    <dgm:pt modelId="{A1A91DE6-4165-49F7-81FA-E430EBCA8768}" type="sibTrans" cxnId="{680E6848-A2C5-4A37-9B59-DBD2F75C99C7}">
      <dgm:prSet/>
      <dgm:spPr/>
      <dgm:t>
        <a:bodyPr/>
        <a:lstStyle/>
        <a:p>
          <a:endParaRPr lang="en-US" sz="1800"/>
        </a:p>
      </dgm:t>
    </dgm:pt>
    <dgm:pt modelId="{1E3627E3-709C-45DF-AC82-52021094F5FA}">
      <dgm:prSet phldrT="[Text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KNN</a:t>
          </a:r>
        </a:p>
      </dgm:t>
    </dgm:pt>
    <dgm:pt modelId="{C7C60BCC-577B-4640-9DE7-CDA61A31F925}" type="parTrans" cxnId="{621BCBAD-37CE-4EE1-94DD-E489440CAC1F}">
      <dgm:prSet custT="1"/>
      <dgm:spPr/>
      <dgm:t>
        <a:bodyPr/>
        <a:lstStyle/>
        <a:p>
          <a:endParaRPr lang="en-US" sz="1800"/>
        </a:p>
      </dgm:t>
    </dgm:pt>
    <dgm:pt modelId="{7D30D513-ECD4-4035-8DCA-C60952DCE676}" type="sibTrans" cxnId="{621BCBAD-37CE-4EE1-94DD-E489440CAC1F}">
      <dgm:prSet/>
      <dgm:spPr/>
      <dgm:t>
        <a:bodyPr/>
        <a:lstStyle/>
        <a:p>
          <a:endParaRPr lang="en-US" sz="1800"/>
        </a:p>
      </dgm:t>
    </dgm:pt>
    <dgm:pt modelId="{8C853934-0A8E-493D-BA9F-01590582ABD3}">
      <dgm:prSet phldrT="[Text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MLP</a:t>
          </a:r>
        </a:p>
      </dgm:t>
    </dgm:pt>
    <dgm:pt modelId="{C6FAD472-3752-4FFE-8CC1-9B30355416E9}" type="parTrans" cxnId="{7656CDCB-E852-4EF4-A77D-84CC5438B639}">
      <dgm:prSet custT="1"/>
      <dgm:spPr/>
      <dgm:t>
        <a:bodyPr/>
        <a:lstStyle/>
        <a:p>
          <a:endParaRPr lang="en-US" sz="1800"/>
        </a:p>
      </dgm:t>
    </dgm:pt>
    <dgm:pt modelId="{D8263CE1-1478-48CC-9650-BAAD5D0459D4}" type="sibTrans" cxnId="{7656CDCB-E852-4EF4-A77D-84CC5438B639}">
      <dgm:prSet/>
      <dgm:spPr/>
      <dgm:t>
        <a:bodyPr/>
        <a:lstStyle/>
        <a:p>
          <a:endParaRPr lang="en-US" sz="1800"/>
        </a:p>
      </dgm:t>
    </dgm:pt>
    <dgm:pt modelId="{770417B1-8990-47A7-9EDA-57505CE415F1}">
      <dgm:prSet phldrT="[Text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LGBM </a:t>
          </a:r>
        </a:p>
      </dgm:t>
    </dgm:pt>
    <dgm:pt modelId="{ECA7EF48-6E8F-44F7-9F88-2E096EA3AFB0}" type="parTrans" cxnId="{2B0A960F-3AD8-4E4C-90AB-C5FF8458A883}">
      <dgm:prSet custT="1"/>
      <dgm:spPr/>
      <dgm:t>
        <a:bodyPr/>
        <a:lstStyle/>
        <a:p>
          <a:endParaRPr lang="en-US" sz="1800"/>
        </a:p>
      </dgm:t>
    </dgm:pt>
    <dgm:pt modelId="{5D3CE719-3629-4DF6-B43B-0FF3045C2AB5}" type="sibTrans" cxnId="{2B0A960F-3AD8-4E4C-90AB-C5FF8458A883}">
      <dgm:prSet/>
      <dgm:spPr/>
      <dgm:t>
        <a:bodyPr/>
        <a:lstStyle/>
        <a:p>
          <a:endParaRPr lang="en-US" sz="1800"/>
        </a:p>
      </dgm:t>
    </dgm:pt>
    <dgm:pt modelId="{42D51673-633C-48FF-9D86-55705F369629}">
      <dgm:prSet phldrT="[Text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SVM</a:t>
          </a:r>
        </a:p>
      </dgm:t>
    </dgm:pt>
    <dgm:pt modelId="{563431BD-63E7-4BD6-9C9E-CA87BA179654}" type="parTrans" cxnId="{31D2A239-41E3-4811-88A3-3FDD2290E70D}">
      <dgm:prSet custT="1"/>
      <dgm:spPr/>
      <dgm:t>
        <a:bodyPr/>
        <a:lstStyle/>
        <a:p>
          <a:endParaRPr lang="en-US" sz="1800"/>
        </a:p>
      </dgm:t>
    </dgm:pt>
    <dgm:pt modelId="{3CA041DE-1D8E-4D76-900B-F8FD52DC1C62}" type="sibTrans" cxnId="{31D2A239-41E3-4811-88A3-3FDD2290E70D}">
      <dgm:prSet/>
      <dgm:spPr/>
      <dgm:t>
        <a:bodyPr/>
        <a:lstStyle/>
        <a:p>
          <a:endParaRPr lang="en-US" sz="1800"/>
        </a:p>
      </dgm:t>
    </dgm:pt>
    <dgm:pt modelId="{68C6D428-C8AC-4042-A6FD-F42883877F97}" type="pres">
      <dgm:prSet presAssocID="{FA68CC43-EE63-435F-9618-2CAB4865BAC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EF6EE3-BA44-4589-A549-DFFBE4461B69}" type="pres">
      <dgm:prSet presAssocID="{B7EE8E26-9353-49D1-93DE-D4EAE5BD3495}" presName="root1" presStyleCnt="0"/>
      <dgm:spPr/>
    </dgm:pt>
    <dgm:pt modelId="{54335EC9-C997-4D36-A94F-AAE3707A9143}" type="pres">
      <dgm:prSet presAssocID="{B7EE8E26-9353-49D1-93DE-D4EAE5BD3495}" presName="LevelOneTextNode" presStyleLbl="node0" presStyleIdx="0" presStyleCnt="1">
        <dgm:presLayoutVars>
          <dgm:chPref val="3"/>
        </dgm:presLayoutVars>
      </dgm:prSet>
      <dgm:spPr/>
    </dgm:pt>
    <dgm:pt modelId="{D15A54F2-9DDB-4B40-BDD7-EA28DAE7F59C}" type="pres">
      <dgm:prSet presAssocID="{B7EE8E26-9353-49D1-93DE-D4EAE5BD3495}" presName="level2hierChild" presStyleCnt="0"/>
      <dgm:spPr/>
    </dgm:pt>
    <dgm:pt modelId="{831179E4-07FE-462E-99B7-2B3CE488D1AE}" type="pres">
      <dgm:prSet presAssocID="{0ECBBE98-131F-42CD-B567-380E0664A318}" presName="conn2-1" presStyleLbl="parChTrans1D2" presStyleIdx="0" presStyleCnt="1"/>
      <dgm:spPr/>
    </dgm:pt>
    <dgm:pt modelId="{D84AE39D-6ECA-435B-9170-BA6A2117C482}" type="pres">
      <dgm:prSet presAssocID="{0ECBBE98-131F-42CD-B567-380E0664A318}" presName="connTx" presStyleLbl="parChTrans1D2" presStyleIdx="0" presStyleCnt="1"/>
      <dgm:spPr/>
    </dgm:pt>
    <dgm:pt modelId="{3A5B5700-06BF-41DE-A681-A5F6FF3C0A26}" type="pres">
      <dgm:prSet presAssocID="{C4EDDCE7-9DF2-47D1-8E27-E38E2B6F405F}" presName="root2" presStyleCnt="0"/>
      <dgm:spPr/>
    </dgm:pt>
    <dgm:pt modelId="{AF050CBE-C239-415F-9143-592E6F48D739}" type="pres">
      <dgm:prSet presAssocID="{C4EDDCE7-9DF2-47D1-8E27-E38E2B6F405F}" presName="LevelTwoTextNode" presStyleLbl="node2" presStyleIdx="0" presStyleCnt="1" custScaleX="173567">
        <dgm:presLayoutVars>
          <dgm:chPref val="3"/>
        </dgm:presLayoutVars>
      </dgm:prSet>
      <dgm:spPr/>
    </dgm:pt>
    <dgm:pt modelId="{7CFE69D8-6232-49E3-8B96-5363ADC13D72}" type="pres">
      <dgm:prSet presAssocID="{C4EDDCE7-9DF2-47D1-8E27-E38E2B6F405F}" presName="level3hierChild" presStyleCnt="0"/>
      <dgm:spPr/>
    </dgm:pt>
    <dgm:pt modelId="{8D312814-577F-4160-9826-C861F5EE0552}" type="pres">
      <dgm:prSet presAssocID="{C7C60BCC-577B-4640-9DE7-CDA61A31F925}" presName="conn2-1" presStyleLbl="parChTrans1D3" presStyleIdx="0" presStyleCnt="4"/>
      <dgm:spPr/>
    </dgm:pt>
    <dgm:pt modelId="{CF257DBC-2C2A-421C-9752-3ECB5F851EA7}" type="pres">
      <dgm:prSet presAssocID="{C7C60BCC-577B-4640-9DE7-CDA61A31F925}" presName="connTx" presStyleLbl="parChTrans1D3" presStyleIdx="0" presStyleCnt="4"/>
      <dgm:spPr/>
    </dgm:pt>
    <dgm:pt modelId="{04442D98-99C3-440C-B0A8-97EEC3598955}" type="pres">
      <dgm:prSet presAssocID="{1E3627E3-709C-45DF-AC82-52021094F5FA}" presName="root2" presStyleCnt="0"/>
      <dgm:spPr/>
    </dgm:pt>
    <dgm:pt modelId="{B64B3163-7E94-4BE7-8D71-BA5FA9EBE0D4}" type="pres">
      <dgm:prSet presAssocID="{1E3627E3-709C-45DF-AC82-52021094F5FA}" presName="LevelTwoTextNode" presStyleLbl="node3" presStyleIdx="0" presStyleCnt="4">
        <dgm:presLayoutVars>
          <dgm:chPref val="3"/>
        </dgm:presLayoutVars>
      </dgm:prSet>
      <dgm:spPr/>
    </dgm:pt>
    <dgm:pt modelId="{5165A5DB-50CA-4FF3-B8B2-3025F58C40B5}" type="pres">
      <dgm:prSet presAssocID="{1E3627E3-709C-45DF-AC82-52021094F5FA}" presName="level3hierChild" presStyleCnt="0"/>
      <dgm:spPr/>
    </dgm:pt>
    <dgm:pt modelId="{1BF4A476-2D56-4941-A381-F5BD026EA205}" type="pres">
      <dgm:prSet presAssocID="{563431BD-63E7-4BD6-9C9E-CA87BA179654}" presName="conn2-1" presStyleLbl="parChTrans1D3" presStyleIdx="1" presStyleCnt="4"/>
      <dgm:spPr/>
    </dgm:pt>
    <dgm:pt modelId="{01E3346D-3CA3-411B-BBC6-965750DECEA3}" type="pres">
      <dgm:prSet presAssocID="{563431BD-63E7-4BD6-9C9E-CA87BA179654}" presName="connTx" presStyleLbl="parChTrans1D3" presStyleIdx="1" presStyleCnt="4"/>
      <dgm:spPr/>
    </dgm:pt>
    <dgm:pt modelId="{43526677-BE4E-4495-AE8B-6E298447E715}" type="pres">
      <dgm:prSet presAssocID="{42D51673-633C-48FF-9D86-55705F369629}" presName="root2" presStyleCnt="0"/>
      <dgm:spPr/>
    </dgm:pt>
    <dgm:pt modelId="{F5A5C9FA-C98D-4BEE-B516-FB5402CA871D}" type="pres">
      <dgm:prSet presAssocID="{42D51673-633C-48FF-9D86-55705F369629}" presName="LevelTwoTextNode" presStyleLbl="node3" presStyleIdx="1" presStyleCnt="4">
        <dgm:presLayoutVars>
          <dgm:chPref val="3"/>
        </dgm:presLayoutVars>
      </dgm:prSet>
      <dgm:spPr/>
    </dgm:pt>
    <dgm:pt modelId="{EE424086-BC78-468B-900E-47676F8755E4}" type="pres">
      <dgm:prSet presAssocID="{42D51673-633C-48FF-9D86-55705F369629}" presName="level3hierChild" presStyleCnt="0"/>
      <dgm:spPr/>
    </dgm:pt>
    <dgm:pt modelId="{8FB97293-3654-47C2-BAD3-DEBA7EBA62EF}" type="pres">
      <dgm:prSet presAssocID="{C6FAD472-3752-4FFE-8CC1-9B30355416E9}" presName="conn2-1" presStyleLbl="parChTrans1D3" presStyleIdx="2" presStyleCnt="4"/>
      <dgm:spPr/>
    </dgm:pt>
    <dgm:pt modelId="{9DDE6DF5-52BC-4A97-98D3-9EF0CB6706BA}" type="pres">
      <dgm:prSet presAssocID="{C6FAD472-3752-4FFE-8CC1-9B30355416E9}" presName="connTx" presStyleLbl="parChTrans1D3" presStyleIdx="2" presStyleCnt="4"/>
      <dgm:spPr/>
    </dgm:pt>
    <dgm:pt modelId="{1CD53AEA-52E4-4A6E-8C61-A9B14C602F39}" type="pres">
      <dgm:prSet presAssocID="{8C853934-0A8E-493D-BA9F-01590582ABD3}" presName="root2" presStyleCnt="0"/>
      <dgm:spPr/>
    </dgm:pt>
    <dgm:pt modelId="{E320635D-FCBD-491D-80BF-A8F0EADD2CEF}" type="pres">
      <dgm:prSet presAssocID="{8C853934-0A8E-493D-BA9F-01590582ABD3}" presName="LevelTwoTextNode" presStyleLbl="node3" presStyleIdx="2" presStyleCnt="4">
        <dgm:presLayoutVars>
          <dgm:chPref val="3"/>
        </dgm:presLayoutVars>
      </dgm:prSet>
      <dgm:spPr/>
    </dgm:pt>
    <dgm:pt modelId="{D6C1494C-2B61-4F80-A811-B23F4CEB406D}" type="pres">
      <dgm:prSet presAssocID="{8C853934-0A8E-493D-BA9F-01590582ABD3}" presName="level3hierChild" presStyleCnt="0"/>
      <dgm:spPr/>
    </dgm:pt>
    <dgm:pt modelId="{AEEBB627-D9B4-4959-A584-8D875AD5668A}" type="pres">
      <dgm:prSet presAssocID="{ECA7EF48-6E8F-44F7-9F88-2E096EA3AFB0}" presName="conn2-1" presStyleLbl="parChTrans1D3" presStyleIdx="3" presStyleCnt="4"/>
      <dgm:spPr/>
    </dgm:pt>
    <dgm:pt modelId="{E12799B8-F8C4-4086-94AD-83549F7D1ABE}" type="pres">
      <dgm:prSet presAssocID="{ECA7EF48-6E8F-44F7-9F88-2E096EA3AFB0}" presName="connTx" presStyleLbl="parChTrans1D3" presStyleIdx="3" presStyleCnt="4"/>
      <dgm:spPr/>
    </dgm:pt>
    <dgm:pt modelId="{3E48DB11-C263-40FE-96EF-D868ED916EA1}" type="pres">
      <dgm:prSet presAssocID="{770417B1-8990-47A7-9EDA-57505CE415F1}" presName="root2" presStyleCnt="0"/>
      <dgm:spPr/>
    </dgm:pt>
    <dgm:pt modelId="{87E88988-2A56-4076-9083-5F86FDD5DC5A}" type="pres">
      <dgm:prSet presAssocID="{770417B1-8990-47A7-9EDA-57505CE415F1}" presName="LevelTwoTextNode" presStyleLbl="node3" presStyleIdx="3" presStyleCnt="4">
        <dgm:presLayoutVars>
          <dgm:chPref val="3"/>
        </dgm:presLayoutVars>
      </dgm:prSet>
      <dgm:spPr/>
    </dgm:pt>
    <dgm:pt modelId="{1E724E5A-0DE9-4C5D-9AB1-B1B3108E20EE}" type="pres">
      <dgm:prSet presAssocID="{770417B1-8990-47A7-9EDA-57505CE415F1}" presName="level3hierChild" presStyleCnt="0"/>
      <dgm:spPr/>
    </dgm:pt>
  </dgm:ptLst>
  <dgm:cxnLst>
    <dgm:cxn modelId="{2B0A960F-3AD8-4E4C-90AB-C5FF8458A883}" srcId="{C4EDDCE7-9DF2-47D1-8E27-E38E2B6F405F}" destId="{770417B1-8990-47A7-9EDA-57505CE415F1}" srcOrd="3" destOrd="0" parTransId="{ECA7EF48-6E8F-44F7-9F88-2E096EA3AFB0}" sibTransId="{5D3CE719-3629-4DF6-B43B-0FF3045C2AB5}"/>
    <dgm:cxn modelId="{11C3EC15-0A52-4B16-B9A7-ACC323011A3F}" type="presOf" srcId="{C7C60BCC-577B-4640-9DE7-CDA61A31F925}" destId="{8D312814-577F-4160-9826-C861F5EE0552}" srcOrd="0" destOrd="0" presId="urn:microsoft.com/office/officeart/2005/8/layout/hierarchy2"/>
    <dgm:cxn modelId="{31D2A239-41E3-4811-88A3-3FDD2290E70D}" srcId="{C4EDDCE7-9DF2-47D1-8E27-E38E2B6F405F}" destId="{42D51673-633C-48FF-9D86-55705F369629}" srcOrd="1" destOrd="0" parTransId="{563431BD-63E7-4BD6-9C9E-CA87BA179654}" sibTransId="{3CA041DE-1D8E-4D76-900B-F8FD52DC1C62}"/>
    <dgm:cxn modelId="{E5ADFC3B-4385-4906-A7CB-5BEE0E94DE28}" type="presOf" srcId="{ECA7EF48-6E8F-44F7-9F88-2E096EA3AFB0}" destId="{E12799B8-F8C4-4086-94AD-83549F7D1ABE}" srcOrd="1" destOrd="0" presId="urn:microsoft.com/office/officeart/2005/8/layout/hierarchy2"/>
    <dgm:cxn modelId="{9DFE0B42-A4A8-4F20-BAB7-0E9196887429}" type="presOf" srcId="{563431BD-63E7-4BD6-9C9E-CA87BA179654}" destId="{01E3346D-3CA3-411B-BBC6-965750DECEA3}" srcOrd="1" destOrd="0" presId="urn:microsoft.com/office/officeart/2005/8/layout/hierarchy2"/>
    <dgm:cxn modelId="{A3312867-4A2D-4FEE-9B08-B14C326AD01E}" type="presOf" srcId="{42D51673-633C-48FF-9D86-55705F369629}" destId="{F5A5C9FA-C98D-4BEE-B516-FB5402CA871D}" srcOrd="0" destOrd="0" presId="urn:microsoft.com/office/officeart/2005/8/layout/hierarchy2"/>
    <dgm:cxn modelId="{680E6848-A2C5-4A37-9B59-DBD2F75C99C7}" srcId="{B7EE8E26-9353-49D1-93DE-D4EAE5BD3495}" destId="{C4EDDCE7-9DF2-47D1-8E27-E38E2B6F405F}" srcOrd="0" destOrd="0" parTransId="{0ECBBE98-131F-42CD-B567-380E0664A318}" sibTransId="{A1A91DE6-4165-49F7-81FA-E430EBCA8768}"/>
    <dgm:cxn modelId="{CFFAEF4A-E8B7-49CE-A831-0E28C3F4480C}" type="presOf" srcId="{770417B1-8990-47A7-9EDA-57505CE415F1}" destId="{87E88988-2A56-4076-9083-5F86FDD5DC5A}" srcOrd="0" destOrd="0" presId="urn:microsoft.com/office/officeart/2005/8/layout/hierarchy2"/>
    <dgm:cxn modelId="{F952E677-81BF-426C-BBC9-79C0041046A1}" type="presOf" srcId="{563431BD-63E7-4BD6-9C9E-CA87BA179654}" destId="{1BF4A476-2D56-4941-A381-F5BD026EA205}" srcOrd="0" destOrd="0" presId="urn:microsoft.com/office/officeart/2005/8/layout/hierarchy2"/>
    <dgm:cxn modelId="{5CE4447B-31EB-4914-BF9B-A7D1F84BB041}" type="presOf" srcId="{ECA7EF48-6E8F-44F7-9F88-2E096EA3AFB0}" destId="{AEEBB627-D9B4-4959-A584-8D875AD5668A}" srcOrd="0" destOrd="0" presId="urn:microsoft.com/office/officeart/2005/8/layout/hierarchy2"/>
    <dgm:cxn modelId="{35FF5B83-AF70-4C80-88FD-6F49CE1960CA}" type="presOf" srcId="{FA68CC43-EE63-435F-9618-2CAB4865BAC8}" destId="{68C6D428-C8AC-4042-A6FD-F42883877F97}" srcOrd="0" destOrd="0" presId="urn:microsoft.com/office/officeart/2005/8/layout/hierarchy2"/>
    <dgm:cxn modelId="{2C8BC49E-6ED2-4C11-BDDE-8E0508EB4B28}" type="presOf" srcId="{0ECBBE98-131F-42CD-B567-380E0664A318}" destId="{D84AE39D-6ECA-435B-9170-BA6A2117C482}" srcOrd="1" destOrd="0" presId="urn:microsoft.com/office/officeart/2005/8/layout/hierarchy2"/>
    <dgm:cxn modelId="{D9B6EDA9-FDC7-4D26-890E-4921EC4EF1BA}" type="presOf" srcId="{8C853934-0A8E-493D-BA9F-01590582ABD3}" destId="{E320635D-FCBD-491D-80BF-A8F0EADD2CEF}" srcOrd="0" destOrd="0" presId="urn:microsoft.com/office/officeart/2005/8/layout/hierarchy2"/>
    <dgm:cxn modelId="{C65857AB-89B2-4CF9-86AF-78B3F1D58DA3}" type="presOf" srcId="{C7C60BCC-577B-4640-9DE7-CDA61A31F925}" destId="{CF257DBC-2C2A-421C-9752-3ECB5F851EA7}" srcOrd="1" destOrd="0" presId="urn:microsoft.com/office/officeart/2005/8/layout/hierarchy2"/>
    <dgm:cxn modelId="{621BCBAD-37CE-4EE1-94DD-E489440CAC1F}" srcId="{C4EDDCE7-9DF2-47D1-8E27-E38E2B6F405F}" destId="{1E3627E3-709C-45DF-AC82-52021094F5FA}" srcOrd="0" destOrd="0" parTransId="{C7C60BCC-577B-4640-9DE7-CDA61A31F925}" sibTransId="{7D30D513-ECD4-4035-8DCA-C60952DCE676}"/>
    <dgm:cxn modelId="{0064D7B1-845F-4772-86D0-630E7D0231B4}" type="presOf" srcId="{B7EE8E26-9353-49D1-93DE-D4EAE5BD3495}" destId="{54335EC9-C997-4D36-A94F-AAE3707A9143}" srcOrd="0" destOrd="0" presId="urn:microsoft.com/office/officeart/2005/8/layout/hierarchy2"/>
    <dgm:cxn modelId="{75B0FFCA-DA2B-4A26-A108-62A0361DDD49}" type="presOf" srcId="{C4EDDCE7-9DF2-47D1-8E27-E38E2B6F405F}" destId="{AF050CBE-C239-415F-9143-592E6F48D739}" srcOrd="0" destOrd="0" presId="urn:microsoft.com/office/officeart/2005/8/layout/hierarchy2"/>
    <dgm:cxn modelId="{7656CDCB-E852-4EF4-A77D-84CC5438B639}" srcId="{C4EDDCE7-9DF2-47D1-8E27-E38E2B6F405F}" destId="{8C853934-0A8E-493D-BA9F-01590582ABD3}" srcOrd="2" destOrd="0" parTransId="{C6FAD472-3752-4FFE-8CC1-9B30355416E9}" sibTransId="{D8263CE1-1478-48CC-9650-BAAD5D0459D4}"/>
    <dgm:cxn modelId="{C75E61CD-842D-4F8E-8FE6-488D707A8233}" type="presOf" srcId="{C6FAD472-3752-4FFE-8CC1-9B30355416E9}" destId="{9DDE6DF5-52BC-4A97-98D3-9EF0CB6706BA}" srcOrd="1" destOrd="0" presId="urn:microsoft.com/office/officeart/2005/8/layout/hierarchy2"/>
    <dgm:cxn modelId="{D313E0DC-41A4-4188-A579-33BE5AC40775}" type="presOf" srcId="{1E3627E3-709C-45DF-AC82-52021094F5FA}" destId="{B64B3163-7E94-4BE7-8D71-BA5FA9EBE0D4}" srcOrd="0" destOrd="0" presId="urn:microsoft.com/office/officeart/2005/8/layout/hierarchy2"/>
    <dgm:cxn modelId="{FC830EE5-F68C-41FD-91BA-3250F713E3A2}" srcId="{FA68CC43-EE63-435F-9618-2CAB4865BAC8}" destId="{B7EE8E26-9353-49D1-93DE-D4EAE5BD3495}" srcOrd="0" destOrd="0" parTransId="{15FFEE74-CFF0-4094-ABB2-2991C89408DD}" sibTransId="{438EFF7B-50EC-48AC-84F4-270DD478EF5D}"/>
    <dgm:cxn modelId="{DA4184EA-002B-431A-8744-4248CB520063}" type="presOf" srcId="{0ECBBE98-131F-42CD-B567-380E0664A318}" destId="{831179E4-07FE-462E-99B7-2B3CE488D1AE}" srcOrd="0" destOrd="0" presId="urn:microsoft.com/office/officeart/2005/8/layout/hierarchy2"/>
    <dgm:cxn modelId="{814B2EF2-2B12-459D-93E4-8D23073D3274}" type="presOf" srcId="{C6FAD472-3752-4FFE-8CC1-9B30355416E9}" destId="{8FB97293-3654-47C2-BAD3-DEBA7EBA62EF}" srcOrd="0" destOrd="0" presId="urn:microsoft.com/office/officeart/2005/8/layout/hierarchy2"/>
    <dgm:cxn modelId="{D6D8B2E5-1C55-44A0-911D-7A928790A183}" type="presParOf" srcId="{68C6D428-C8AC-4042-A6FD-F42883877F97}" destId="{96EF6EE3-BA44-4589-A549-DFFBE4461B69}" srcOrd="0" destOrd="0" presId="urn:microsoft.com/office/officeart/2005/8/layout/hierarchy2"/>
    <dgm:cxn modelId="{15DCE0BC-B990-49E8-AACD-370CB2697613}" type="presParOf" srcId="{96EF6EE3-BA44-4589-A549-DFFBE4461B69}" destId="{54335EC9-C997-4D36-A94F-AAE3707A9143}" srcOrd="0" destOrd="0" presId="urn:microsoft.com/office/officeart/2005/8/layout/hierarchy2"/>
    <dgm:cxn modelId="{6FAC8394-69A7-42B2-9CB8-D7B910FB75DC}" type="presParOf" srcId="{96EF6EE3-BA44-4589-A549-DFFBE4461B69}" destId="{D15A54F2-9DDB-4B40-BDD7-EA28DAE7F59C}" srcOrd="1" destOrd="0" presId="urn:microsoft.com/office/officeart/2005/8/layout/hierarchy2"/>
    <dgm:cxn modelId="{C2A8D697-5AD2-45A4-9D27-42D40F43713E}" type="presParOf" srcId="{D15A54F2-9DDB-4B40-BDD7-EA28DAE7F59C}" destId="{831179E4-07FE-462E-99B7-2B3CE488D1AE}" srcOrd="0" destOrd="0" presId="urn:microsoft.com/office/officeart/2005/8/layout/hierarchy2"/>
    <dgm:cxn modelId="{DE5E4922-9030-45BD-ACFB-CB9D3331E98C}" type="presParOf" srcId="{831179E4-07FE-462E-99B7-2B3CE488D1AE}" destId="{D84AE39D-6ECA-435B-9170-BA6A2117C482}" srcOrd="0" destOrd="0" presId="urn:microsoft.com/office/officeart/2005/8/layout/hierarchy2"/>
    <dgm:cxn modelId="{93974B3D-36E5-4310-86A5-56F80FBE1A5C}" type="presParOf" srcId="{D15A54F2-9DDB-4B40-BDD7-EA28DAE7F59C}" destId="{3A5B5700-06BF-41DE-A681-A5F6FF3C0A26}" srcOrd="1" destOrd="0" presId="urn:microsoft.com/office/officeart/2005/8/layout/hierarchy2"/>
    <dgm:cxn modelId="{AD2ADBB4-8576-4FA6-B782-99BED2A08740}" type="presParOf" srcId="{3A5B5700-06BF-41DE-A681-A5F6FF3C0A26}" destId="{AF050CBE-C239-415F-9143-592E6F48D739}" srcOrd="0" destOrd="0" presId="urn:microsoft.com/office/officeart/2005/8/layout/hierarchy2"/>
    <dgm:cxn modelId="{ED2F87E7-09CE-408C-96B8-349CD557E4BA}" type="presParOf" srcId="{3A5B5700-06BF-41DE-A681-A5F6FF3C0A26}" destId="{7CFE69D8-6232-49E3-8B96-5363ADC13D72}" srcOrd="1" destOrd="0" presId="urn:microsoft.com/office/officeart/2005/8/layout/hierarchy2"/>
    <dgm:cxn modelId="{2989699A-963D-4176-A41C-39A1A108787D}" type="presParOf" srcId="{7CFE69D8-6232-49E3-8B96-5363ADC13D72}" destId="{8D312814-577F-4160-9826-C861F5EE0552}" srcOrd="0" destOrd="0" presId="urn:microsoft.com/office/officeart/2005/8/layout/hierarchy2"/>
    <dgm:cxn modelId="{D07C5494-814B-47B1-9745-0B138A97CD44}" type="presParOf" srcId="{8D312814-577F-4160-9826-C861F5EE0552}" destId="{CF257DBC-2C2A-421C-9752-3ECB5F851EA7}" srcOrd="0" destOrd="0" presId="urn:microsoft.com/office/officeart/2005/8/layout/hierarchy2"/>
    <dgm:cxn modelId="{EE3A577D-9919-4E9E-91CB-FC70837D3A56}" type="presParOf" srcId="{7CFE69D8-6232-49E3-8B96-5363ADC13D72}" destId="{04442D98-99C3-440C-B0A8-97EEC3598955}" srcOrd="1" destOrd="0" presId="urn:microsoft.com/office/officeart/2005/8/layout/hierarchy2"/>
    <dgm:cxn modelId="{193329CA-3787-4498-A0D3-D6AE8A6DCB16}" type="presParOf" srcId="{04442D98-99C3-440C-B0A8-97EEC3598955}" destId="{B64B3163-7E94-4BE7-8D71-BA5FA9EBE0D4}" srcOrd="0" destOrd="0" presId="urn:microsoft.com/office/officeart/2005/8/layout/hierarchy2"/>
    <dgm:cxn modelId="{3EA81777-683E-424E-AB05-40B1C6826B54}" type="presParOf" srcId="{04442D98-99C3-440C-B0A8-97EEC3598955}" destId="{5165A5DB-50CA-4FF3-B8B2-3025F58C40B5}" srcOrd="1" destOrd="0" presId="urn:microsoft.com/office/officeart/2005/8/layout/hierarchy2"/>
    <dgm:cxn modelId="{8F3F19FD-74BC-4490-AEE9-9FD3A7379D19}" type="presParOf" srcId="{7CFE69D8-6232-49E3-8B96-5363ADC13D72}" destId="{1BF4A476-2D56-4941-A381-F5BD026EA205}" srcOrd="2" destOrd="0" presId="urn:microsoft.com/office/officeart/2005/8/layout/hierarchy2"/>
    <dgm:cxn modelId="{B066BEC5-2F68-4E6D-B420-3DE9033595D6}" type="presParOf" srcId="{1BF4A476-2D56-4941-A381-F5BD026EA205}" destId="{01E3346D-3CA3-411B-BBC6-965750DECEA3}" srcOrd="0" destOrd="0" presId="urn:microsoft.com/office/officeart/2005/8/layout/hierarchy2"/>
    <dgm:cxn modelId="{122762BD-B5C1-497B-BDB9-0F2171178302}" type="presParOf" srcId="{7CFE69D8-6232-49E3-8B96-5363ADC13D72}" destId="{43526677-BE4E-4495-AE8B-6E298447E715}" srcOrd="3" destOrd="0" presId="urn:microsoft.com/office/officeart/2005/8/layout/hierarchy2"/>
    <dgm:cxn modelId="{6ADD0918-36F5-4176-9EEC-60087FC9F83E}" type="presParOf" srcId="{43526677-BE4E-4495-AE8B-6E298447E715}" destId="{F5A5C9FA-C98D-4BEE-B516-FB5402CA871D}" srcOrd="0" destOrd="0" presId="urn:microsoft.com/office/officeart/2005/8/layout/hierarchy2"/>
    <dgm:cxn modelId="{67DC0071-1E28-4EE4-8A23-B3536B6A4A48}" type="presParOf" srcId="{43526677-BE4E-4495-AE8B-6E298447E715}" destId="{EE424086-BC78-468B-900E-47676F8755E4}" srcOrd="1" destOrd="0" presId="urn:microsoft.com/office/officeart/2005/8/layout/hierarchy2"/>
    <dgm:cxn modelId="{D89231AF-4E2C-47B8-962B-C3C11B62D2F9}" type="presParOf" srcId="{7CFE69D8-6232-49E3-8B96-5363ADC13D72}" destId="{8FB97293-3654-47C2-BAD3-DEBA7EBA62EF}" srcOrd="4" destOrd="0" presId="urn:microsoft.com/office/officeart/2005/8/layout/hierarchy2"/>
    <dgm:cxn modelId="{2143EFD1-53CF-4222-9DB5-963E28F4F4BD}" type="presParOf" srcId="{8FB97293-3654-47C2-BAD3-DEBA7EBA62EF}" destId="{9DDE6DF5-52BC-4A97-98D3-9EF0CB6706BA}" srcOrd="0" destOrd="0" presId="urn:microsoft.com/office/officeart/2005/8/layout/hierarchy2"/>
    <dgm:cxn modelId="{F217A54E-BEDF-4A6C-AEA4-59EB8D5FEE6B}" type="presParOf" srcId="{7CFE69D8-6232-49E3-8B96-5363ADC13D72}" destId="{1CD53AEA-52E4-4A6E-8C61-A9B14C602F39}" srcOrd="5" destOrd="0" presId="urn:microsoft.com/office/officeart/2005/8/layout/hierarchy2"/>
    <dgm:cxn modelId="{88818CB4-2BD7-46C1-9FAF-D1E21E64E1A8}" type="presParOf" srcId="{1CD53AEA-52E4-4A6E-8C61-A9B14C602F39}" destId="{E320635D-FCBD-491D-80BF-A8F0EADD2CEF}" srcOrd="0" destOrd="0" presId="urn:microsoft.com/office/officeart/2005/8/layout/hierarchy2"/>
    <dgm:cxn modelId="{CD5C3355-CCFC-4829-A935-7906EC56F892}" type="presParOf" srcId="{1CD53AEA-52E4-4A6E-8C61-A9B14C602F39}" destId="{D6C1494C-2B61-4F80-A811-B23F4CEB406D}" srcOrd="1" destOrd="0" presId="urn:microsoft.com/office/officeart/2005/8/layout/hierarchy2"/>
    <dgm:cxn modelId="{3DAB1E15-63F5-4A14-9A54-3799C799758D}" type="presParOf" srcId="{7CFE69D8-6232-49E3-8B96-5363ADC13D72}" destId="{AEEBB627-D9B4-4959-A584-8D875AD5668A}" srcOrd="6" destOrd="0" presId="urn:microsoft.com/office/officeart/2005/8/layout/hierarchy2"/>
    <dgm:cxn modelId="{9199E300-4F75-4D8A-A9D6-705D7B2C8ACF}" type="presParOf" srcId="{AEEBB627-D9B4-4959-A584-8D875AD5668A}" destId="{E12799B8-F8C4-4086-94AD-83549F7D1ABE}" srcOrd="0" destOrd="0" presId="urn:microsoft.com/office/officeart/2005/8/layout/hierarchy2"/>
    <dgm:cxn modelId="{EC874A59-3A27-47BF-922D-5B307CDB153F}" type="presParOf" srcId="{7CFE69D8-6232-49E3-8B96-5363ADC13D72}" destId="{3E48DB11-C263-40FE-96EF-D868ED916EA1}" srcOrd="7" destOrd="0" presId="urn:microsoft.com/office/officeart/2005/8/layout/hierarchy2"/>
    <dgm:cxn modelId="{65589A01-AEFA-460F-9D91-E863D90F59DA}" type="presParOf" srcId="{3E48DB11-C263-40FE-96EF-D868ED916EA1}" destId="{87E88988-2A56-4076-9083-5F86FDD5DC5A}" srcOrd="0" destOrd="0" presId="urn:microsoft.com/office/officeart/2005/8/layout/hierarchy2"/>
    <dgm:cxn modelId="{B1847AE3-C5E7-40F4-8880-CEB2FEFAAE3F}" type="presParOf" srcId="{3E48DB11-C263-40FE-96EF-D868ED916EA1}" destId="{1E724E5A-0DE9-4C5D-9AB1-B1B3108E20E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5748C-8310-41D9-98D2-E81992AF02B2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9C97E5-B7B3-4022-AC33-9019B65FEF6B}">
      <dgm:prSet phldrT="[Text]" custT="1"/>
      <dgm:spPr>
        <a:solidFill>
          <a:srgbClr val="CB826B"/>
        </a:solidFill>
      </dgm:spPr>
      <dgm:t>
        <a:bodyPr/>
        <a:lstStyle/>
        <a:p>
          <a:r>
            <a:rPr lang="en-US" sz="1800" b="0" dirty="0"/>
            <a:t>Logistic Regression</a:t>
          </a:r>
          <a:endParaRPr lang="en-US" sz="1800" dirty="0"/>
        </a:p>
      </dgm:t>
    </dgm:pt>
    <dgm:pt modelId="{86A2DBA6-682A-4A42-A834-5B456436439D}" type="parTrans" cxnId="{F75F92C2-042D-4348-8F9B-0E2812267212}">
      <dgm:prSet/>
      <dgm:spPr/>
      <dgm:t>
        <a:bodyPr/>
        <a:lstStyle/>
        <a:p>
          <a:endParaRPr lang="en-US" sz="1800"/>
        </a:p>
      </dgm:t>
    </dgm:pt>
    <dgm:pt modelId="{854EC9B6-663D-4ACA-AB21-A2E852390FBD}" type="sibTrans" cxnId="{F75F92C2-042D-4348-8F9B-0E2812267212}">
      <dgm:prSet/>
      <dgm:spPr/>
      <dgm:t>
        <a:bodyPr/>
        <a:lstStyle/>
        <a:p>
          <a:endParaRPr lang="en-US" sz="1800"/>
        </a:p>
      </dgm:t>
    </dgm:pt>
    <dgm:pt modelId="{E8BAD8C6-3F6E-4513-8769-38B49E51F394}">
      <dgm:prSet phldrT="[Text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Accuracy</a:t>
          </a:r>
        </a:p>
      </dgm:t>
    </dgm:pt>
    <dgm:pt modelId="{92F292EB-BBDA-4B56-B5F6-0209BB555829}" type="parTrans" cxnId="{66B3A9E6-286F-45F2-98D5-3009188E6B47}">
      <dgm:prSet custT="1"/>
      <dgm:spPr/>
      <dgm:t>
        <a:bodyPr/>
        <a:lstStyle/>
        <a:p>
          <a:endParaRPr lang="en-US" sz="1800"/>
        </a:p>
      </dgm:t>
    </dgm:pt>
    <dgm:pt modelId="{D68D28BB-39A2-418D-A2B3-E03D58B9C915}" type="sibTrans" cxnId="{66B3A9E6-286F-45F2-98D5-3009188E6B47}">
      <dgm:prSet/>
      <dgm:spPr/>
      <dgm:t>
        <a:bodyPr/>
        <a:lstStyle/>
        <a:p>
          <a:endParaRPr lang="en-US" sz="1800"/>
        </a:p>
      </dgm:t>
    </dgm:pt>
    <dgm:pt modelId="{33E5130E-0646-424D-BF62-3F85B11704EB}">
      <dgm:prSet phldrT="[Text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Precision</a:t>
          </a:r>
        </a:p>
      </dgm:t>
    </dgm:pt>
    <dgm:pt modelId="{2C1942C4-59C1-4D5D-BEA9-BDB9160C3641}" type="parTrans" cxnId="{32138D20-510C-4E01-BB5A-68DD3DB58680}">
      <dgm:prSet custT="1"/>
      <dgm:spPr/>
      <dgm:t>
        <a:bodyPr/>
        <a:lstStyle/>
        <a:p>
          <a:endParaRPr lang="en-US" sz="1800"/>
        </a:p>
      </dgm:t>
    </dgm:pt>
    <dgm:pt modelId="{63FD8A79-E111-44E1-BEBF-806BD5E0FABB}" type="sibTrans" cxnId="{32138D20-510C-4E01-BB5A-68DD3DB58680}">
      <dgm:prSet/>
      <dgm:spPr/>
      <dgm:t>
        <a:bodyPr/>
        <a:lstStyle/>
        <a:p>
          <a:endParaRPr lang="en-US" sz="1800"/>
        </a:p>
      </dgm:t>
    </dgm:pt>
    <dgm:pt modelId="{9396B2E4-5388-418E-B337-68C06B41610A}">
      <dgm:prSet phldrT="[Text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800" dirty="0"/>
            <a:t>Recall/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800" dirty="0"/>
            <a:t>Sensitivity</a:t>
          </a:r>
        </a:p>
      </dgm:t>
    </dgm:pt>
    <dgm:pt modelId="{E6DEE84A-06EB-4F23-A3B6-CA919177DD7F}" type="parTrans" cxnId="{37DF1F12-E884-4365-8480-00D6BA8971CF}">
      <dgm:prSet custT="1"/>
      <dgm:spPr/>
      <dgm:t>
        <a:bodyPr/>
        <a:lstStyle/>
        <a:p>
          <a:endParaRPr lang="en-US" sz="1800"/>
        </a:p>
      </dgm:t>
    </dgm:pt>
    <dgm:pt modelId="{7E07D0EE-03EA-498D-A14B-6ADC46B6C418}" type="sibTrans" cxnId="{37DF1F12-E884-4365-8480-00D6BA8971CF}">
      <dgm:prSet/>
      <dgm:spPr/>
      <dgm:t>
        <a:bodyPr/>
        <a:lstStyle/>
        <a:p>
          <a:endParaRPr lang="en-US" sz="1800"/>
        </a:p>
      </dgm:t>
    </dgm:pt>
    <dgm:pt modelId="{9EA72ACB-EABA-4895-912B-64022BE43357}">
      <dgm:prSet phldrT="[Text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dirty="0"/>
            <a:t>F-Score</a:t>
          </a:r>
        </a:p>
      </dgm:t>
    </dgm:pt>
    <dgm:pt modelId="{49EC02DB-1720-4DE3-A144-E19C97F00E0F}" type="parTrans" cxnId="{D456EB10-62E0-4FD3-8265-F8C95B171976}">
      <dgm:prSet custT="1"/>
      <dgm:spPr/>
      <dgm:t>
        <a:bodyPr/>
        <a:lstStyle/>
        <a:p>
          <a:endParaRPr lang="en-US" sz="1800"/>
        </a:p>
      </dgm:t>
    </dgm:pt>
    <dgm:pt modelId="{0C1D57D4-ADF6-4704-9D46-58A4DA6CDE52}" type="sibTrans" cxnId="{D456EB10-62E0-4FD3-8265-F8C95B171976}">
      <dgm:prSet/>
      <dgm:spPr/>
      <dgm:t>
        <a:bodyPr/>
        <a:lstStyle/>
        <a:p>
          <a:endParaRPr lang="en-US" sz="1800"/>
        </a:p>
      </dgm:t>
    </dgm:pt>
    <dgm:pt modelId="{23A582B9-90B3-49DF-9602-1FE19C27297F}" type="pres">
      <dgm:prSet presAssocID="{75E5748C-8310-41D9-98D2-E81992AF02B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298ECAE-632F-4B40-8167-1037A62F69CC}" type="pres">
      <dgm:prSet presAssocID="{7D9C97E5-B7B3-4022-AC33-9019B65FEF6B}" presName="root1" presStyleCnt="0"/>
      <dgm:spPr/>
    </dgm:pt>
    <dgm:pt modelId="{DD60013F-093E-48E6-9B7F-8E7D5D9384A5}" type="pres">
      <dgm:prSet presAssocID="{7D9C97E5-B7B3-4022-AC33-9019B65FEF6B}" presName="LevelOneTextNode" presStyleLbl="node0" presStyleIdx="0" presStyleCnt="1" custScaleX="146431" custScaleY="161053">
        <dgm:presLayoutVars>
          <dgm:chPref val="3"/>
        </dgm:presLayoutVars>
      </dgm:prSet>
      <dgm:spPr/>
    </dgm:pt>
    <dgm:pt modelId="{C008C05E-5B55-4D12-9EB9-971FBB2676D4}" type="pres">
      <dgm:prSet presAssocID="{7D9C97E5-B7B3-4022-AC33-9019B65FEF6B}" presName="level2hierChild" presStyleCnt="0"/>
      <dgm:spPr/>
    </dgm:pt>
    <dgm:pt modelId="{71D66F99-9A23-4691-B028-6B32CCD9FF32}" type="pres">
      <dgm:prSet presAssocID="{92F292EB-BBDA-4B56-B5F6-0209BB555829}" presName="conn2-1" presStyleLbl="parChTrans1D2" presStyleIdx="0" presStyleCnt="4"/>
      <dgm:spPr/>
    </dgm:pt>
    <dgm:pt modelId="{8EE926AC-8A57-4556-9FA0-60AEC4D57A2D}" type="pres">
      <dgm:prSet presAssocID="{92F292EB-BBDA-4B56-B5F6-0209BB555829}" presName="connTx" presStyleLbl="parChTrans1D2" presStyleIdx="0" presStyleCnt="4"/>
      <dgm:spPr/>
    </dgm:pt>
    <dgm:pt modelId="{5D3E8B7A-3E6D-4E7A-9071-3B6329559144}" type="pres">
      <dgm:prSet presAssocID="{E8BAD8C6-3F6E-4513-8769-38B49E51F394}" presName="root2" presStyleCnt="0"/>
      <dgm:spPr/>
    </dgm:pt>
    <dgm:pt modelId="{DA4B79B1-FD88-4102-8E75-DD8CD7FF0823}" type="pres">
      <dgm:prSet presAssocID="{E8BAD8C6-3F6E-4513-8769-38B49E51F394}" presName="LevelTwoTextNode" presStyleLbl="node2" presStyleIdx="0" presStyleCnt="4" custScaleX="110015" custScaleY="121002" custLinFactNeighborX="-1956" custLinFactNeighborY="5004">
        <dgm:presLayoutVars>
          <dgm:chPref val="3"/>
        </dgm:presLayoutVars>
      </dgm:prSet>
      <dgm:spPr/>
    </dgm:pt>
    <dgm:pt modelId="{260837D4-4513-4819-B5EF-DC3B6C45281C}" type="pres">
      <dgm:prSet presAssocID="{E8BAD8C6-3F6E-4513-8769-38B49E51F394}" presName="level3hierChild" presStyleCnt="0"/>
      <dgm:spPr/>
    </dgm:pt>
    <dgm:pt modelId="{95BE80C8-9D2D-45DC-B1C4-FA76EB57F7A6}" type="pres">
      <dgm:prSet presAssocID="{2C1942C4-59C1-4D5D-BEA9-BDB9160C3641}" presName="conn2-1" presStyleLbl="parChTrans1D2" presStyleIdx="1" presStyleCnt="4"/>
      <dgm:spPr/>
    </dgm:pt>
    <dgm:pt modelId="{C5768299-CA4B-4B7E-A8BC-957159DA919B}" type="pres">
      <dgm:prSet presAssocID="{2C1942C4-59C1-4D5D-BEA9-BDB9160C3641}" presName="connTx" presStyleLbl="parChTrans1D2" presStyleIdx="1" presStyleCnt="4"/>
      <dgm:spPr/>
    </dgm:pt>
    <dgm:pt modelId="{BCD33A60-FA67-40B6-9701-674141B77F0E}" type="pres">
      <dgm:prSet presAssocID="{33E5130E-0646-424D-BF62-3F85B11704EB}" presName="root2" presStyleCnt="0"/>
      <dgm:spPr/>
    </dgm:pt>
    <dgm:pt modelId="{9AE0ACEC-BD6E-46B2-87A8-FE9E1C1A221E}" type="pres">
      <dgm:prSet presAssocID="{33E5130E-0646-424D-BF62-3F85B11704EB}" presName="LevelTwoTextNode" presStyleLbl="node2" presStyleIdx="1" presStyleCnt="4" custScaleX="110015" custScaleY="121002" custLinFactNeighborX="-1088" custLinFactNeighborY="2843">
        <dgm:presLayoutVars>
          <dgm:chPref val="3"/>
        </dgm:presLayoutVars>
      </dgm:prSet>
      <dgm:spPr/>
    </dgm:pt>
    <dgm:pt modelId="{5E8908AF-0666-43EC-9A65-BEB07CD8D10F}" type="pres">
      <dgm:prSet presAssocID="{33E5130E-0646-424D-BF62-3F85B11704EB}" presName="level3hierChild" presStyleCnt="0"/>
      <dgm:spPr/>
    </dgm:pt>
    <dgm:pt modelId="{6CE506E5-7D9F-4659-9B70-59F6AD2E6524}" type="pres">
      <dgm:prSet presAssocID="{E6DEE84A-06EB-4F23-A3B6-CA919177DD7F}" presName="conn2-1" presStyleLbl="parChTrans1D2" presStyleIdx="2" presStyleCnt="4"/>
      <dgm:spPr/>
    </dgm:pt>
    <dgm:pt modelId="{9C050CC3-60CA-4D07-9425-0F5F94C7BF98}" type="pres">
      <dgm:prSet presAssocID="{E6DEE84A-06EB-4F23-A3B6-CA919177DD7F}" presName="connTx" presStyleLbl="parChTrans1D2" presStyleIdx="2" presStyleCnt="4"/>
      <dgm:spPr/>
    </dgm:pt>
    <dgm:pt modelId="{99692FE1-6B49-4008-B0F3-C17CBCF44D92}" type="pres">
      <dgm:prSet presAssocID="{9396B2E4-5388-418E-B337-68C06B41610A}" presName="root2" presStyleCnt="0"/>
      <dgm:spPr/>
    </dgm:pt>
    <dgm:pt modelId="{D0C23F32-177C-4D70-B21C-2E62AA782CAF}" type="pres">
      <dgm:prSet presAssocID="{9396B2E4-5388-418E-B337-68C06B41610A}" presName="LevelTwoTextNode" presStyleLbl="node2" presStyleIdx="2" presStyleCnt="4" custScaleX="110015" custScaleY="121002" custLinFactNeighborX="-1073" custLinFactNeighborY="1570">
        <dgm:presLayoutVars>
          <dgm:chPref val="3"/>
        </dgm:presLayoutVars>
      </dgm:prSet>
      <dgm:spPr/>
    </dgm:pt>
    <dgm:pt modelId="{163374CB-8644-4EDC-8A50-DFD092A85D70}" type="pres">
      <dgm:prSet presAssocID="{9396B2E4-5388-418E-B337-68C06B41610A}" presName="level3hierChild" presStyleCnt="0"/>
      <dgm:spPr/>
    </dgm:pt>
    <dgm:pt modelId="{26A041A1-2ED6-4746-83BB-88B194A399C7}" type="pres">
      <dgm:prSet presAssocID="{49EC02DB-1720-4DE3-A144-E19C97F00E0F}" presName="conn2-1" presStyleLbl="parChTrans1D2" presStyleIdx="3" presStyleCnt="4"/>
      <dgm:spPr/>
    </dgm:pt>
    <dgm:pt modelId="{2049D29E-088B-4425-B8B9-5937311C461B}" type="pres">
      <dgm:prSet presAssocID="{49EC02DB-1720-4DE3-A144-E19C97F00E0F}" presName="connTx" presStyleLbl="parChTrans1D2" presStyleIdx="3" presStyleCnt="4"/>
      <dgm:spPr/>
    </dgm:pt>
    <dgm:pt modelId="{867DD3ED-23C8-430B-859A-C9C9F690D314}" type="pres">
      <dgm:prSet presAssocID="{9EA72ACB-EABA-4895-912B-64022BE43357}" presName="root2" presStyleCnt="0"/>
      <dgm:spPr/>
    </dgm:pt>
    <dgm:pt modelId="{752D8407-E91D-4798-8A8C-7932BFB08B97}" type="pres">
      <dgm:prSet presAssocID="{9EA72ACB-EABA-4895-912B-64022BE43357}" presName="LevelTwoTextNode" presStyleLbl="node2" presStyleIdx="3" presStyleCnt="4" custScaleX="110015" custScaleY="121002">
        <dgm:presLayoutVars>
          <dgm:chPref val="3"/>
        </dgm:presLayoutVars>
      </dgm:prSet>
      <dgm:spPr/>
    </dgm:pt>
    <dgm:pt modelId="{31EB7D62-4038-4439-806D-E2DCEC922A99}" type="pres">
      <dgm:prSet presAssocID="{9EA72ACB-EABA-4895-912B-64022BE43357}" presName="level3hierChild" presStyleCnt="0"/>
      <dgm:spPr/>
    </dgm:pt>
  </dgm:ptLst>
  <dgm:cxnLst>
    <dgm:cxn modelId="{5896E807-460A-49F6-AB29-2AF3130FC636}" type="presOf" srcId="{33E5130E-0646-424D-BF62-3F85B11704EB}" destId="{9AE0ACEC-BD6E-46B2-87A8-FE9E1C1A221E}" srcOrd="0" destOrd="0" presId="urn:microsoft.com/office/officeart/2005/8/layout/hierarchy2"/>
    <dgm:cxn modelId="{D456EB10-62E0-4FD3-8265-F8C95B171976}" srcId="{7D9C97E5-B7B3-4022-AC33-9019B65FEF6B}" destId="{9EA72ACB-EABA-4895-912B-64022BE43357}" srcOrd="3" destOrd="0" parTransId="{49EC02DB-1720-4DE3-A144-E19C97F00E0F}" sibTransId="{0C1D57D4-ADF6-4704-9D46-58A4DA6CDE52}"/>
    <dgm:cxn modelId="{37DF1F12-E884-4365-8480-00D6BA8971CF}" srcId="{7D9C97E5-B7B3-4022-AC33-9019B65FEF6B}" destId="{9396B2E4-5388-418E-B337-68C06B41610A}" srcOrd="2" destOrd="0" parTransId="{E6DEE84A-06EB-4F23-A3B6-CA919177DD7F}" sibTransId="{7E07D0EE-03EA-498D-A14B-6ADC46B6C418}"/>
    <dgm:cxn modelId="{B90F9C1A-89A6-4ED1-844E-726712FA48AB}" type="presOf" srcId="{2C1942C4-59C1-4D5D-BEA9-BDB9160C3641}" destId="{95BE80C8-9D2D-45DC-B1C4-FA76EB57F7A6}" srcOrd="0" destOrd="0" presId="urn:microsoft.com/office/officeart/2005/8/layout/hierarchy2"/>
    <dgm:cxn modelId="{32138D20-510C-4E01-BB5A-68DD3DB58680}" srcId="{7D9C97E5-B7B3-4022-AC33-9019B65FEF6B}" destId="{33E5130E-0646-424D-BF62-3F85B11704EB}" srcOrd="1" destOrd="0" parTransId="{2C1942C4-59C1-4D5D-BEA9-BDB9160C3641}" sibTransId="{63FD8A79-E111-44E1-BEBF-806BD5E0FABB}"/>
    <dgm:cxn modelId="{A5700E27-DCF0-408C-A7C4-371077C58D9E}" type="presOf" srcId="{9EA72ACB-EABA-4895-912B-64022BE43357}" destId="{752D8407-E91D-4798-8A8C-7932BFB08B97}" srcOrd="0" destOrd="0" presId="urn:microsoft.com/office/officeart/2005/8/layout/hierarchy2"/>
    <dgm:cxn modelId="{2321703A-B9CB-49CD-A246-7C8D684BEBE3}" type="presOf" srcId="{2C1942C4-59C1-4D5D-BEA9-BDB9160C3641}" destId="{C5768299-CA4B-4B7E-A8BC-957159DA919B}" srcOrd="1" destOrd="0" presId="urn:microsoft.com/office/officeart/2005/8/layout/hierarchy2"/>
    <dgm:cxn modelId="{810B025F-DA75-483A-99E7-B08F218A9CFD}" type="presOf" srcId="{7D9C97E5-B7B3-4022-AC33-9019B65FEF6B}" destId="{DD60013F-093E-48E6-9B7F-8E7D5D9384A5}" srcOrd="0" destOrd="0" presId="urn:microsoft.com/office/officeart/2005/8/layout/hierarchy2"/>
    <dgm:cxn modelId="{4394A797-B003-438F-95EA-11FB23A71D3B}" type="presOf" srcId="{E8BAD8C6-3F6E-4513-8769-38B49E51F394}" destId="{DA4B79B1-FD88-4102-8E75-DD8CD7FF0823}" srcOrd="0" destOrd="0" presId="urn:microsoft.com/office/officeart/2005/8/layout/hierarchy2"/>
    <dgm:cxn modelId="{FA7CFD9C-E653-4162-8202-09FF8029D864}" type="presOf" srcId="{E6DEE84A-06EB-4F23-A3B6-CA919177DD7F}" destId="{6CE506E5-7D9F-4659-9B70-59F6AD2E6524}" srcOrd="0" destOrd="0" presId="urn:microsoft.com/office/officeart/2005/8/layout/hierarchy2"/>
    <dgm:cxn modelId="{54E51AAE-5495-496D-A921-5312027324B0}" type="presOf" srcId="{75E5748C-8310-41D9-98D2-E81992AF02B2}" destId="{23A582B9-90B3-49DF-9602-1FE19C27297F}" srcOrd="0" destOrd="0" presId="urn:microsoft.com/office/officeart/2005/8/layout/hierarchy2"/>
    <dgm:cxn modelId="{4D7C8CB2-5CD0-4CF6-B671-18209615D1E0}" type="presOf" srcId="{9396B2E4-5388-418E-B337-68C06B41610A}" destId="{D0C23F32-177C-4D70-B21C-2E62AA782CAF}" srcOrd="0" destOrd="0" presId="urn:microsoft.com/office/officeart/2005/8/layout/hierarchy2"/>
    <dgm:cxn modelId="{57A5B4B6-A55F-42FE-8DFD-CF7FABDB4521}" type="presOf" srcId="{E6DEE84A-06EB-4F23-A3B6-CA919177DD7F}" destId="{9C050CC3-60CA-4D07-9425-0F5F94C7BF98}" srcOrd="1" destOrd="0" presId="urn:microsoft.com/office/officeart/2005/8/layout/hierarchy2"/>
    <dgm:cxn modelId="{F75F92C2-042D-4348-8F9B-0E2812267212}" srcId="{75E5748C-8310-41D9-98D2-E81992AF02B2}" destId="{7D9C97E5-B7B3-4022-AC33-9019B65FEF6B}" srcOrd="0" destOrd="0" parTransId="{86A2DBA6-682A-4A42-A834-5B456436439D}" sibTransId="{854EC9B6-663D-4ACA-AB21-A2E852390FBD}"/>
    <dgm:cxn modelId="{779928C9-DDF7-451E-AF37-03747ABE1ADB}" type="presOf" srcId="{49EC02DB-1720-4DE3-A144-E19C97F00E0F}" destId="{2049D29E-088B-4425-B8B9-5937311C461B}" srcOrd="1" destOrd="0" presId="urn:microsoft.com/office/officeart/2005/8/layout/hierarchy2"/>
    <dgm:cxn modelId="{97AC85D4-300E-4890-B76F-57152F623B28}" type="presOf" srcId="{92F292EB-BBDA-4B56-B5F6-0209BB555829}" destId="{8EE926AC-8A57-4556-9FA0-60AEC4D57A2D}" srcOrd="1" destOrd="0" presId="urn:microsoft.com/office/officeart/2005/8/layout/hierarchy2"/>
    <dgm:cxn modelId="{66B3A9E6-286F-45F2-98D5-3009188E6B47}" srcId="{7D9C97E5-B7B3-4022-AC33-9019B65FEF6B}" destId="{E8BAD8C6-3F6E-4513-8769-38B49E51F394}" srcOrd="0" destOrd="0" parTransId="{92F292EB-BBDA-4B56-B5F6-0209BB555829}" sibTransId="{D68D28BB-39A2-418D-A2B3-E03D58B9C915}"/>
    <dgm:cxn modelId="{38E467EC-606F-4F62-BFA0-C122DED46111}" type="presOf" srcId="{49EC02DB-1720-4DE3-A144-E19C97F00E0F}" destId="{26A041A1-2ED6-4746-83BB-88B194A399C7}" srcOrd="0" destOrd="0" presId="urn:microsoft.com/office/officeart/2005/8/layout/hierarchy2"/>
    <dgm:cxn modelId="{C6B577ED-56E3-487E-99EA-F84248BDF41D}" type="presOf" srcId="{92F292EB-BBDA-4B56-B5F6-0209BB555829}" destId="{71D66F99-9A23-4691-B028-6B32CCD9FF32}" srcOrd="0" destOrd="0" presId="urn:microsoft.com/office/officeart/2005/8/layout/hierarchy2"/>
    <dgm:cxn modelId="{FCA0D532-995C-409D-B7F1-C140A00EA4DE}" type="presParOf" srcId="{23A582B9-90B3-49DF-9602-1FE19C27297F}" destId="{6298ECAE-632F-4B40-8167-1037A62F69CC}" srcOrd="0" destOrd="0" presId="urn:microsoft.com/office/officeart/2005/8/layout/hierarchy2"/>
    <dgm:cxn modelId="{7D8ED331-F4AB-4DFF-9795-E31F0A131E85}" type="presParOf" srcId="{6298ECAE-632F-4B40-8167-1037A62F69CC}" destId="{DD60013F-093E-48E6-9B7F-8E7D5D9384A5}" srcOrd="0" destOrd="0" presId="urn:microsoft.com/office/officeart/2005/8/layout/hierarchy2"/>
    <dgm:cxn modelId="{31F832A2-5566-4895-AEF2-4C4CBB92AF13}" type="presParOf" srcId="{6298ECAE-632F-4B40-8167-1037A62F69CC}" destId="{C008C05E-5B55-4D12-9EB9-971FBB2676D4}" srcOrd="1" destOrd="0" presId="urn:microsoft.com/office/officeart/2005/8/layout/hierarchy2"/>
    <dgm:cxn modelId="{6F29C8B5-77E4-4B4E-90AF-5545AD3B4B2A}" type="presParOf" srcId="{C008C05E-5B55-4D12-9EB9-971FBB2676D4}" destId="{71D66F99-9A23-4691-B028-6B32CCD9FF32}" srcOrd="0" destOrd="0" presId="urn:microsoft.com/office/officeart/2005/8/layout/hierarchy2"/>
    <dgm:cxn modelId="{E6940B60-99BE-4775-BE0E-8DE27DB8F219}" type="presParOf" srcId="{71D66F99-9A23-4691-B028-6B32CCD9FF32}" destId="{8EE926AC-8A57-4556-9FA0-60AEC4D57A2D}" srcOrd="0" destOrd="0" presId="urn:microsoft.com/office/officeart/2005/8/layout/hierarchy2"/>
    <dgm:cxn modelId="{9B3F48AB-874C-41D6-A42D-93FA503FF8E0}" type="presParOf" srcId="{C008C05E-5B55-4D12-9EB9-971FBB2676D4}" destId="{5D3E8B7A-3E6D-4E7A-9071-3B6329559144}" srcOrd="1" destOrd="0" presId="urn:microsoft.com/office/officeart/2005/8/layout/hierarchy2"/>
    <dgm:cxn modelId="{808BEC2B-FDC3-45DF-B22A-EF4472838E4A}" type="presParOf" srcId="{5D3E8B7A-3E6D-4E7A-9071-3B6329559144}" destId="{DA4B79B1-FD88-4102-8E75-DD8CD7FF0823}" srcOrd="0" destOrd="0" presId="urn:microsoft.com/office/officeart/2005/8/layout/hierarchy2"/>
    <dgm:cxn modelId="{286B46D4-03E3-487D-BD20-CFADC0B5E679}" type="presParOf" srcId="{5D3E8B7A-3E6D-4E7A-9071-3B6329559144}" destId="{260837D4-4513-4819-B5EF-DC3B6C45281C}" srcOrd="1" destOrd="0" presId="urn:microsoft.com/office/officeart/2005/8/layout/hierarchy2"/>
    <dgm:cxn modelId="{A915BA14-7AEC-44A2-8290-157EC22A382B}" type="presParOf" srcId="{C008C05E-5B55-4D12-9EB9-971FBB2676D4}" destId="{95BE80C8-9D2D-45DC-B1C4-FA76EB57F7A6}" srcOrd="2" destOrd="0" presId="urn:microsoft.com/office/officeart/2005/8/layout/hierarchy2"/>
    <dgm:cxn modelId="{BDAEFB41-47D0-4B65-B8CB-6B1EE5498306}" type="presParOf" srcId="{95BE80C8-9D2D-45DC-B1C4-FA76EB57F7A6}" destId="{C5768299-CA4B-4B7E-A8BC-957159DA919B}" srcOrd="0" destOrd="0" presId="urn:microsoft.com/office/officeart/2005/8/layout/hierarchy2"/>
    <dgm:cxn modelId="{2C0821DA-0CDF-4F91-B9F0-634CD51728E2}" type="presParOf" srcId="{C008C05E-5B55-4D12-9EB9-971FBB2676D4}" destId="{BCD33A60-FA67-40B6-9701-674141B77F0E}" srcOrd="3" destOrd="0" presId="urn:microsoft.com/office/officeart/2005/8/layout/hierarchy2"/>
    <dgm:cxn modelId="{5C6D55EF-00EE-4208-9581-FA37169F1BA0}" type="presParOf" srcId="{BCD33A60-FA67-40B6-9701-674141B77F0E}" destId="{9AE0ACEC-BD6E-46B2-87A8-FE9E1C1A221E}" srcOrd="0" destOrd="0" presId="urn:microsoft.com/office/officeart/2005/8/layout/hierarchy2"/>
    <dgm:cxn modelId="{F7F3C5E2-B560-45ED-941D-9952A0D99465}" type="presParOf" srcId="{BCD33A60-FA67-40B6-9701-674141B77F0E}" destId="{5E8908AF-0666-43EC-9A65-BEB07CD8D10F}" srcOrd="1" destOrd="0" presId="urn:microsoft.com/office/officeart/2005/8/layout/hierarchy2"/>
    <dgm:cxn modelId="{FBA5108A-B57B-4464-A806-D7221A76BA97}" type="presParOf" srcId="{C008C05E-5B55-4D12-9EB9-971FBB2676D4}" destId="{6CE506E5-7D9F-4659-9B70-59F6AD2E6524}" srcOrd="4" destOrd="0" presId="urn:microsoft.com/office/officeart/2005/8/layout/hierarchy2"/>
    <dgm:cxn modelId="{66D5B58A-9915-470E-AC6E-64455F69AEE5}" type="presParOf" srcId="{6CE506E5-7D9F-4659-9B70-59F6AD2E6524}" destId="{9C050CC3-60CA-4D07-9425-0F5F94C7BF98}" srcOrd="0" destOrd="0" presId="urn:microsoft.com/office/officeart/2005/8/layout/hierarchy2"/>
    <dgm:cxn modelId="{6675C569-1FDC-4998-A4F7-3546A5031ECC}" type="presParOf" srcId="{C008C05E-5B55-4D12-9EB9-971FBB2676D4}" destId="{99692FE1-6B49-4008-B0F3-C17CBCF44D92}" srcOrd="5" destOrd="0" presId="urn:microsoft.com/office/officeart/2005/8/layout/hierarchy2"/>
    <dgm:cxn modelId="{DE9FE337-1CB3-429F-81DF-32E0BE2697ED}" type="presParOf" srcId="{99692FE1-6B49-4008-B0F3-C17CBCF44D92}" destId="{D0C23F32-177C-4D70-B21C-2E62AA782CAF}" srcOrd="0" destOrd="0" presId="urn:microsoft.com/office/officeart/2005/8/layout/hierarchy2"/>
    <dgm:cxn modelId="{9A22C2E5-A01E-4A95-A47C-176F73C4C0B7}" type="presParOf" srcId="{99692FE1-6B49-4008-B0F3-C17CBCF44D92}" destId="{163374CB-8644-4EDC-8A50-DFD092A85D70}" srcOrd="1" destOrd="0" presId="urn:microsoft.com/office/officeart/2005/8/layout/hierarchy2"/>
    <dgm:cxn modelId="{D28ECAC3-A07E-4AE4-8076-2FCDFD82953E}" type="presParOf" srcId="{C008C05E-5B55-4D12-9EB9-971FBB2676D4}" destId="{26A041A1-2ED6-4746-83BB-88B194A399C7}" srcOrd="6" destOrd="0" presId="urn:microsoft.com/office/officeart/2005/8/layout/hierarchy2"/>
    <dgm:cxn modelId="{45A88651-F3A4-4433-B01A-D69E0273F2F1}" type="presParOf" srcId="{26A041A1-2ED6-4746-83BB-88B194A399C7}" destId="{2049D29E-088B-4425-B8B9-5937311C461B}" srcOrd="0" destOrd="0" presId="urn:microsoft.com/office/officeart/2005/8/layout/hierarchy2"/>
    <dgm:cxn modelId="{32D1E6CD-247B-4F15-8EA1-00E9F88923DA}" type="presParOf" srcId="{C008C05E-5B55-4D12-9EB9-971FBB2676D4}" destId="{867DD3ED-23C8-430B-859A-C9C9F690D314}" srcOrd="7" destOrd="0" presId="urn:microsoft.com/office/officeart/2005/8/layout/hierarchy2"/>
    <dgm:cxn modelId="{7B00A182-ADD8-4788-BF78-8155ADB8D264}" type="presParOf" srcId="{867DD3ED-23C8-430B-859A-C9C9F690D314}" destId="{752D8407-E91D-4798-8A8C-7932BFB08B97}" srcOrd="0" destOrd="0" presId="urn:microsoft.com/office/officeart/2005/8/layout/hierarchy2"/>
    <dgm:cxn modelId="{5B636126-3A4A-43F6-9235-DEA609598BF4}" type="presParOf" srcId="{867DD3ED-23C8-430B-859A-C9C9F690D314}" destId="{31EB7D62-4038-4439-806D-E2DCEC922A9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5EC9-C997-4D36-A94F-AAE3707A9143}">
      <dsp:nvSpPr>
        <dsp:cNvPr id="0" name=""/>
        <dsp:cNvSpPr/>
      </dsp:nvSpPr>
      <dsp:spPr>
        <a:xfrm>
          <a:off x="2632" y="1516475"/>
          <a:ext cx="906397" cy="453198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</a:t>
          </a:r>
        </a:p>
      </dsp:txBody>
      <dsp:txXfrm>
        <a:off x="15906" y="1529749"/>
        <a:ext cx="879849" cy="426650"/>
      </dsp:txXfrm>
    </dsp:sp>
    <dsp:sp modelId="{831179E4-07FE-462E-99B7-2B3CE488D1AE}">
      <dsp:nvSpPr>
        <dsp:cNvPr id="0" name=""/>
        <dsp:cNvSpPr/>
      </dsp:nvSpPr>
      <dsp:spPr>
        <a:xfrm>
          <a:off x="909030" y="1731374"/>
          <a:ext cx="362559" cy="23399"/>
        </a:xfrm>
        <a:custGeom>
          <a:avLst/>
          <a:gdLst/>
          <a:ahLst/>
          <a:cxnLst/>
          <a:rect l="0" t="0" r="0" b="0"/>
          <a:pathLst>
            <a:path>
              <a:moveTo>
                <a:pt x="0" y="11699"/>
              </a:moveTo>
              <a:lnTo>
                <a:pt x="362559" y="1169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081246" y="1734010"/>
        <a:ext cx="18127" cy="18127"/>
      </dsp:txXfrm>
    </dsp:sp>
    <dsp:sp modelId="{AF050CBE-C239-415F-9143-592E6F48D739}">
      <dsp:nvSpPr>
        <dsp:cNvPr id="0" name=""/>
        <dsp:cNvSpPr/>
      </dsp:nvSpPr>
      <dsp:spPr>
        <a:xfrm>
          <a:off x="1271589" y="1516475"/>
          <a:ext cx="1573207" cy="453198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VGG16 Feature Extractor</a:t>
          </a:r>
        </a:p>
      </dsp:txBody>
      <dsp:txXfrm>
        <a:off x="1284863" y="1529749"/>
        <a:ext cx="1546659" cy="426650"/>
      </dsp:txXfrm>
    </dsp:sp>
    <dsp:sp modelId="{8D312814-577F-4160-9826-C861F5EE0552}">
      <dsp:nvSpPr>
        <dsp:cNvPr id="0" name=""/>
        <dsp:cNvSpPr/>
      </dsp:nvSpPr>
      <dsp:spPr>
        <a:xfrm rot="17692822">
          <a:off x="2595202" y="1340490"/>
          <a:ext cx="861748" cy="23399"/>
        </a:xfrm>
        <a:custGeom>
          <a:avLst/>
          <a:gdLst/>
          <a:ahLst/>
          <a:cxnLst/>
          <a:rect l="0" t="0" r="0" b="0"/>
          <a:pathLst>
            <a:path>
              <a:moveTo>
                <a:pt x="0" y="11699"/>
              </a:moveTo>
              <a:lnTo>
                <a:pt x="861748" y="116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004533" y="1330646"/>
        <a:ext cx="43087" cy="43087"/>
      </dsp:txXfrm>
    </dsp:sp>
    <dsp:sp modelId="{B64B3163-7E94-4BE7-8D71-BA5FA9EBE0D4}">
      <dsp:nvSpPr>
        <dsp:cNvPr id="0" name=""/>
        <dsp:cNvSpPr/>
      </dsp:nvSpPr>
      <dsp:spPr>
        <a:xfrm>
          <a:off x="3207356" y="734706"/>
          <a:ext cx="906397" cy="453198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KNN</a:t>
          </a:r>
        </a:p>
      </dsp:txBody>
      <dsp:txXfrm>
        <a:off x="3220630" y="747980"/>
        <a:ext cx="879849" cy="426650"/>
      </dsp:txXfrm>
    </dsp:sp>
    <dsp:sp modelId="{1BF4A476-2D56-4941-A381-F5BD026EA205}">
      <dsp:nvSpPr>
        <dsp:cNvPr id="0" name=""/>
        <dsp:cNvSpPr/>
      </dsp:nvSpPr>
      <dsp:spPr>
        <a:xfrm rot="19457599">
          <a:off x="2802830" y="1601079"/>
          <a:ext cx="446492" cy="23399"/>
        </a:xfrm>
        <a:custGeom>
          <a:avLst/>
          <a:gdLst/>
          <a:ahLst/>
          <a:cxnLst/>
          <a:rect l="0" t="0" r="0" b="0"/>
          <a:pathLst>
            <a:path>
              <a:moveTo>
                <a:pt x="0" y="11699"/>
              </a:moveTo>
              <a:lnTo>
                <a:pt x="446492" y="116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014914" y="1601617"/>
        <a:ext cx="22324" cy="22324"/>
      </dsp:txXfrm>
    </dsp:sp>
    <dsp:sp modelId="{F5A5C9FA-C98D-4BEE-B516-FB5402CA871D}">
      <dsp:nvSpPr>
        <dsp:cNvPr id="0" name=""/>
        <dsp:cNvSpPr/>
      </dsp:nvSpPr>
      <dsp:spPr>
        <a:xfrm>
          <a:off x="3207356" y="1255885"/>
          <a:ext cx="906397" cy="453198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SVM</a:t>
          </a:r>
        </a:p>
      </dsp:txBody>
      <dsp:txXfrm>
        <a:off x="3220630" y="1269159"/>
        <a:ext cx="879849" cy="426650"/>
      </dsp:txXfrm>
    </dsp:sp>
    <dsp:sp modelId="{8FB97293-3654-47C2-BAD3-DEBA7EBA62EF}">
      <dsp:nvSpPr>
        <dsp:cNvPr id="0" name=""/>
        <dsp:cNvSpPr/>
      </dsp:nvSpPr>
      <dsp:spPr>
        <a:xfrm rot="2142401">
          <a:off x="2802830" y="1861669"/>
          <a:ext cx="446492" cy="23399"/>
        </a:xfrm>
        <a:custGeom>
          <a:avLst/>
          <a:gdLst/>
          <a:ahLst/>
          <a:cxnLst/>
          <a:rect l="0" t="0" r="0" b="0"/>
          <a:pathLst>
            <a:path>
              <a:moveTo>
                <a:pt x="0" y="11699"/>
              </a:moveTo>
              <a:lnTo>
                <a:pt x="446492" y="116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014914" y="1862206"/>
        <a:ext cx="22324" cy="22324"/>
      </dsp:txXfrm>
    </dsp:sp>
    <dsp:sp modelId="{E320635D-FCBD-491D-80BF-A8F0EADD2CEF}">
      <dsp:nvSpPr>
        <dsp:cNvPr id="0" name=""/>
        <dsp:cNvSpPr/>
      </dsp:nvSpPr>
      <dsp:spPr>
        <a:xfrm>
          <a:off x="3207356" y="1777064"/>
          <a:ext cx="906397" cy="453198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MLP</a:t>
          </a:r>
        </a:p>
      </dsp:txBody>
      <dsp:txXfrm>
        <a:off x="3220630" y="1790338"/>
        <a:ext cx="879849" cy="426650"/>
      </dsp:txXfrm>
    </dsp:sp>
    <dsp:sp modelId="{AEEBB627-D9B4-4959-A584-8D875AD5668A}">
      <dsp:nvSpPr>
        <dsp:cNvPr id="0" name=""/>
        <dsp:cNvSpPr/>
      </dsp:nvSpPr>
      <dsp:spPr>
        <a:xfrm rot="3907178">
          <a:off x="2595202" y="2122258"/>
          <a:ext cx="861748" cy="23399"/>
        </a:xfrm>
        <a:custGeom>
          <a:avLst/>
          <a:gdLst/>
          <a:ahLst/>
          <a:cxnLst/>
          <a:rect l="0" t="0" r="0" b="0"/>
          <a:pathLst>
            <a:path>
              <a:moveTo>
                <a:pt x="0" y="11699"/>
              </a:moveTo>
              <a:lnTo>
                <a:pt x="861748" y="116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004533" y="2112414"/>
        <a:ext cx="43087" cy="43087"/>
      </dsp:txXfrm>
    </dsp:sp>
    <dsp:sp modelId="{87E88988-2A56-4076-9083-5F86FDD5DC5A}">
      <dsp:nvSpPr>
        <dsp:cNvPr id="0" name=""/>
        <dsp:cNvSpPr/>
      </dsp:nvSpPr>
      <dsp:spPr>
        <a:xfrm>
          <a:off x="3207356" y="2298243"/>
          <a:ext cx="906397" cy="453198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LGBM </a:t>
          </a:r>
        </a:p>
      </dsp:txBody>
      <dsp:txXfrm>
        <a:off x="3220630" y="2311517"/>
        <a:ext cx="879849" cy="426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0013F-093E-48E6-9B7F-8E7D5D9384A5}">
      <dsp:nvSpPr>
        <dsp:cNvPr id="0" name=""/>
        <dsp:cNvSpPr/>
      </dsp:nvSpPr>
      <dsp:spPr>
        <a:xfrm>
          <a:off x="3357" y="1338416"/>
          <a:ext cx="1471675" cy="809315"/>
        </a:xfrm>
        <a:prstGeom prst="roundRect">
          <a:avLst>
            <a:gd name="adj" fmla="val 10000"/>
          </a:avLst>
        </a:prstGeom>
        <a:solidFill>
          <a:srgbClr val="CB826B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Logistic Regression</a:t>
          </a:r>
          <a:endParaRPr lang="en-US" sz="1800" kern="1200" dirty="0"/>
        </a:p>
      </dsp:txBody>
      <dsp:txXfrm>
        <a:off x="27061" y="1362120"/>
        <a:ext cx="1424267" cy="761907"/>
      </dsp:txXfrm>
    </dsp:sp>
    <dsp:sp modelId="{71D66F99-9A23-4691-B028-6B32CCD9FF32}">
      <dsp:nvSpPr>
        <dsp:cNvPr id="0" name=""/>
        <dsp:cNvSpPr/>
      </dsp:nvSpPr>
      <dsp:spPr>
        <a:xfrm rot="17455472">
          <a:off x="1130908" y="1230101"/>
          <a:ext cx="1070604" cy="25946"/>
        </a:xfrm>
        <a:custGeom>
          <a:avLst/>
          <a:gdLst/>
          <a:ahLst/>
          <a:cxnLst/>
          <a:rect l="0" t="0" r="0" b="0"/>
          <a:pathLst>
            <a:path>
              <a:moveTo>
                <a:pt x="0" y="12973"/>
              </a:moveTo>
              <a:lnTo>
                <a:pt x="1070604" y="129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639445" y="1216309"/>
        <a:ext cx="53530" cy="53530"/>
      </dsp:txXfrm>
    </dsp:sp>
    <dsp:sp modelId="{DA4B79B1-FD88-4102-8E75-DD8CD7FF0823}">
      <dsp:nvSpPr>
        <dsp:cNvPr id="0" name=""/>
        <dsp:cNvSpPr/>
      </dsp:nvSpPr>
      <dsp:spPr>
        <a:xfrm>
          <a:off x="1857387" y="439047"/>
          <a:ext cx="1105684" cy="60805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Accuracy</a:t>
          </a:r>
        </a:p>
      </dsp:txBody>
      <dsp:txXfrm>
        <a:off x="1875196" y="456856"/>
        <a:ext cx="1070066" cy="572435"/>
      </dsp:txXfrm>
    </dsp:sp>
    <dsp:sp modelId="{95BE80C8-9D2D-45DC-B1C4-FA76EB57F7A6}">
      <dsp:nvSpPr>
        <dsp:cNvPr id="0" name=""/>
        <dsp:cNvSpPr/>
      </dsp:nvSpPr>
      <dsp:spPr>
        <a:xfrm rot="19203738">
          <a:off x="1415547" y="1566386"/>
          <a:ext cx="510050" cy="25946"/>
        </a:xfrm>
        <a:custGeom>
          <a:avLst/>
          <a:gdLst/>
          <a:ahLst/>
          <a:cxnLst/>
          <a:rect l="0" t="0" r="0" b="0"/>
          <a:pathLst>
            <a:path>
              <a:moveTo>
                <a:pt x="0" y="12973"/>
              </a:moveTo>
              <a:lnTo>
                <a:pt x="510050" y="129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657821" y="1566608"/>
        <a:ext cx="25502" cy="25502"/>
      </dsp:txXfrm>
    </dsp:sp>
    <dsp:sp modelId="{9AE0ACEC-BD6E-46B2-87A8-FE9E1C1A221E}">
      <dsp:nvSpPr>
        <dsp:cNvPr id="0" name=""/>
        <dsp:cNvSpPr/>
      </dsp:nvSpPr>
      <dsp:spPr>
        <a:xfrm>
          <a:off x="1866111" y="1111618"/>
          <a:ext cx="1105684" cy="60805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Precision</a:t>
          </a:r>
        </a:p>
      </dsp:txBody>
      <dsp:txXfrm>
        <a:off x="1883920" y="1129427"/>
        <a:ext cx="1070066" cy="572435"/>
      </dsp:txXfrm>
    </dsp:sp>
    <dsp:sp modelId="{6CE506E5-7D9F-4659-9B70-59F6AD2E6524}">
      <dsp:nvSpPr>
        <dsp:cNvPr id="0" name=""/>
        <dsp:cNvSpPr/>
      </dsp:nvSpPr>
      <dsp:spPr>
        <a:xfrm rot="2507055">
          <a:off x="1408310" y="1904903"/>
          <a:ext cx="524674" cy="25946"/>
        </a:xfrm>
        <a:custGeom>
          <a:avLst/>
          <a:gdLst/>
          <a:ahLst/>
          <a:cxnLst/>
          <a:rect l="0" t="0" r="0" b="0"/>
          <a:pathLst>
            <a:path>
              <a:moveTo>
                <a:pt x="0" y="12973"/>
              </a:moveTo>
              <a:lnTo>
                <a:pt x="524674" y="129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657531" y="1904760"/>
        <a:ext cx="26233" cy="26233"/>
      </dsp:txXfrm>
    </dsp:sp>
    <dsp:sp modelId="{D0C23F32-177C-4D70-B21C-2E62AA782CAF}">
      <dsp:nvSpPr>
        <dsp:cNvPr id="0" name=""/>
        <dsp:cNvSpPr/>
      </dsp:nvSpPr>
      <dsp:spPr>
        <a:xfrm>
          <a:off x="1866261" y="1788652"/>
          <a:ext cx="1105684" cy="60805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Recall/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Sensitivity</a:t>
          </a:r>
        </a:p>
      </dsp:txBody>
      <dsp:txXfrm>
        <a:off x="1884070" y="1806461"/>
        <a:ext cx="1070066" cy="572435"/>
      </dsp:txXfrm>
    </dsp:sp>
    <dsp:sp modelId="{26A041A1-2ED6-4746-83BB-88B194A399C7}">
      <dsp:nvSpPr>
        <dsp:cNvPr id="0" name=""/>
        <dsp:cNvSpPr/>
      </dsp:nvSpPr>
      <dsp:spPr>
        <a:xfrm rot="4115239">
          <a:off x="1125463" y="2242674"/>
          <a:ext cx="1101153" cy="25946"/>
        </a:xfrm>
        <a:custGeom>
          <a:avLst/>
          <a:gdLst/>
          <a:ahLst/>
          <a:cxnLst/>
          <a:rect l="0" t="0" r="0" b="0"/>
          <a:pathLst>
            <a:path>
              <a:moveTo>
                <a:pt x="0" y="12973"/>
              </a:moveTo>
              <a:lnTo>
                <a:pt x="1101153" y="129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648511" y="2228118"/>
        <a:ext cx="55057" cy="55057"/>
      </dsp:txXfrm>
    </dsp:sp>
    <dsp:sp modelId="{752D8407-E91D-4798-8A8C-7932BFB08B97}">
      <dsp:nvSpPr>
        <dsp:cNvPr id="0" name=""/>
        <dsp:cNvSpPr/>
      </dsp:nvSpPr>
      <dsp:spPr>
        <a:xfrm>
          <a:off x="1877045" y="2464193"/>
          <a:ext cx="1105684" cy="60805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F-Score</a:t>
          </a:r>
        </a:p>
      </dsp:txBody>
      <dsp:txXfrm>
        <a:off x="1894854" y="2482002"/>
        <a:ext cx="1070066" cy="572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E1AAF-B5F1-474C-BF26-A67C5F054EC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AE566-34FB-4405-A373-699551460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07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1pPr>
    <a:lvl2pPr marL="587822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2pPr>
    <a:lvl3pPr marL="1175644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3pPr>
    <a:lvl4pPr marL="1763466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4pPr>
    <a:lvl5pPr marL="2351288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5pPr>
    <a:lvl6pPr marL="2939110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6pPr>
    <a:lvl7pPr marL="3526932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7pPr>
    <a:lvl8pPr marL="4114754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8pPr>
    <a:lvl9pPr marL="4702576" algn="l" defTabSz="1175644" rtl="0" eaLnBrk="1" latinLnBrk="0" hangingPunct="1">
      <a:defRPr sz="15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AE566-34FB-4405-A373-6995514605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9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5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3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2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33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5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3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0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9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989C-613B-4B46-B93A-13423F6572E1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12E12-EB05-4257-8D40-AF0691A2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2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11" Type="http://schemas.microsoft.com/office/2007/relationships/hdphoto" Target="../media/hdphoto1.wdp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46F834A-B60A-2189-01B0-6643E4BA63C2}"/>
              </a:ext>
            </a:extLst>
          </p:cNvPr>
          <p:cNvGrpSpPr/>
          <p:nvPr/>
        </p:nvGrpSpPr>
        <p:grpSpPr>
          <a:xfrm>
            <a:off x="3665539" y="2759077"/>
            <a:ext cx="6384923" cy="8159757"/>
            <a:chOff x="0" y="0"/>
            <a:chExt cx="4224568" cy="6684376"/>
          </a:xfrm>
        </p:grpSpPr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4C1012DA-1138-3E12-E8B1-A9A65245D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2124" y="646387"/>
              <a:ext cx="977265" cy="3625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 × 1 × 1)</a:t>
              </a:r>
            </a:p>
          </p:txBody>
        </p:sp>
        <p:sp>
          <p:nvSpPr>
            <p:cNvPr id="6" name="Text Box 2">
              <a:extLst>
                <a:ext uri="{FF2B5EF4-FFF2-40B4-BE49-F238E27FC236}">
                  <a16:creationId xmlns:a16="http://schemas.microsoft.com/office/drawing/2014/main" id="{68C199BE-31FF-D155-75E1-78F79FF0F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2414" y="0"/>
              <a:ext cx="1452245" cy="472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Input (C × H × W)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E6F2349-0862-01E4-9897-8577E9F482D6}"/>
                </a:ext>
              </a:extLst>
            </p:cNvPr>
            <p:cNvSpPr/>
            <p:nvPr/>
          </p:nvSpPr>
          <p:spPr>
            <a:xfrm>
              <a:off x="614855" y="646387"/>
              <a:ext cx="1801495" cy="34734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Global Average Pooling</a:t>
              </a:r>
              <a:endParaRPr lang="en-US" kern="100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7857D35-C9FD-2BA3-966E-0A03F047323F}"/>
                </a:ext>
              </a:extLst>
            </p:cNvPr>
            <p:cNvSpPr/>
            <p:nvPr/>
          </p:nvSpPr>
          <p:spPr>
            <a:xfrm>
              <a:off x="646386" y="1939159"/>
              <a:ext cx="1801495" cy="34734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Fully Connected Layer</a:t>
              </a:r>
              <a:endParaRPr lang="en-US" kern="10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76EB5FC-F57A-DBC3-25EE-9A1E9E16EF1A}"/>
                </a:ext>
              </a:extLst>
            </p:cNvPr>
            <p:cNvSpPr/>
            <p:nvPr/>
          </p:nvSpPr>
          <p:spPr>
            <a:xfrm>
              <a:off x="677917" y="3137338"/>
              <a:ext cx="1801495" cy="34734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Fully Connected Layer</a:t>
              </a:r>
              <a:endParaRPr lang="en-US" kern="10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4E43AD3-B891-084C-7235-808E661E260C}"/>
                </a:ext>
              </a:extLst>
            </p:cNvPr>
            <p:cNvSpPr/>
            <p:nvPr/>
          </p:nvSpPr>
          <p:spPr>
            <a:xfrm>
              <a:off x="677917" y="2538249"/>
              <a:ext cx="1801495" cy="34734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Non-Linear (ReLU) </a:t>
              </a:r>
              <a:endParaRPr lang="en-US" kern="10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9E92A2F-F8FB-7F3B-A7E5-9F03DBCD760E}"/>
                </a:ext>
              </a:extLst>
            </p:cNvPr>
            <p:cNvSpPr/>
            <p:nvPr/>
          </p:nvSpPr>
          <p:spPr>
            <a:xfrm>
              <a:off x="693683" y="4335518"/>
              <a:ext cx="1801495" cy="3473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Reshape</a:t>
              </a:r>
              <a:endParaRPr lang="en-US" kern="100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440AB9-ABDF-60A6-9A69-1B05B78A0905}"/>
                </a:ext>
              </a:extLst>
            </p:cNvPr>
            <p:cNvSpPr/>
            <p:nvPr/>
          </p:nvSpPr>
          <p:spPr>
            <a:xfrm>
              <a:off x="693683" y="3736428"/>
              <a:ext cx="1801495" cy="347345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Linear (Sigmoid)</a:t>
              </a:r>
              <a:endParaRPr lang="en-US" kern="100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D63C84C-43FF-6934-8058-0DF87C614442}"/>
                </a:ext>
              </a:extLst>
            </p:cNvPr>
            <p:cNvSpPr/>
            <p:nvPr/>
          </p:nvSpPr>
          <p:spPr>
            <a:xfrm>
              <a:off x="47297" y="5218387"/>
              <a:ext cx="3058510" cy="393700"/>
            </a:xfrm>
            <a:prstGeom prst="roundRect">
              <a:avLst/>
            </a:prstGeom>
            <a:solidFill>
              <a:srgbClr val="BFA6A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endParaRPr lang="en-US" kern="1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Multiply (Feature Map </a:t>
              </a:r>
              <a:r>
                <a:rPr lang="en-US" kern="100" dirty="0">
                  <a:solidFill>
                    <a:srgbClr val="00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mbria Math" panose="02040503050406030204" pitchFamily="18" charset="0"/>
                </a:rPr>
                <a:t>⊙</a:t>
              </a: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Scaled Weights)</a:t>
              </a:r>
              <a:endParaRPr lang="en-US" kern="100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  <a:endParaRPr lang="en-US" kern="100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11438C7-6B11-6852-AF03-812238EA29E1}"/>
                </a:ext>
              </a:extLst>
            </p:cNvPr>
            <p:cNvCxnSpPr/>
            <p:nvPr/>
          </p:nvCxnSpPr>
          <p:spPr>
            <a:xfrm>
              <a:off x="1510862" y="299545"/>
              <a:ext cx="0" cy="3454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58DEF4-37F7-C3E1-A164-AF012CB25B68}"/>
                </a:ext>
              </a:extLst>
            </p:cNvPr>
            <p:cNvCxnSpPr/>
            <p:nvPr/>
          </p:nvCxnSpPr>
          <p:spPr>
            <a:xfrm>
              <a:off x="1510862" y="1008993"/>
              <a:ext cx="0" cy="4425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D4F6FC-C9BA-698A-1590-C76441C08460}"/>
                </a:ext>
              </a:extLst>
            </p:cNvPr>
            <p:cNvSpPr/>
            <p:nvPr/>
          </p:nvSpPr>
          <p:spPr>
            <a:xfrm>
              <a:off x="0" y="1592318"/>
              <a:ext cx="3068955" cy="330263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D0B42A9-5DEE-4177-74A2-BA926E21ED5B}"/>
                </a:ext>
              </a:extLst>
            </p:cNvPr>
            <p:cNvCxnSpPr/>
            <p:nvPr/>
          </p:nvCxnSpPr>
          <p:spPr>
            <a:xfrm>
              <a:off x="1558159" y="2286000"/>
              <a:ext cx="0" cy="2498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FAAA79F-0A6F-BFE3-3EF8-4D25A697646B}"/>
                </a:ext>
              </a:extLst>
            </p:cNvPr>
            <p:cNvCxnSpPr/>
            <p:nvPr/>
          </p:nvCxnSpPr>
          <p:spPr>
            <a:xfrm>
              <a:off x="1573924" y="2885090"/>
              <a:ext cx="0" cy="2498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7B33CF8-4EF7-CCA7-8776-6A86F5B4FBE6}"/>
                </a:ext>
              </a:extLst>
            </p:cNvPr>
            <p:cNvCxnSpPr/>
            <p:nvPr/>
          </p:nvCxnSpPr>
          <p:spPr>
            <a:xfrm>
              <a:off x="1573924" y="3484180"/>
              <a:ext cx="0" cy="2498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A3282D4-8FC3-9276-3180-B8DCFBA46175}"/>
                </a:ext>
              </a:extLst>
            </p:cNvPr>
            <p:cNvCxnSpPr/>
            <p:nvPr/>
          </p:nvCxnSpPr>
          <p:spPr>
            <a:xfrm>
              <a:off x="1573924" y="4083269"/>
              <a:ext cx="0" cy="2495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2C1CFAF-0203-CD98-BBD6-FE255B3B82C2}"/>
                </a:ext>
              </a:extLst>
            </p:cNvPr>
            <p:cNvCxnSpPr/>
            <p:nvPr/>
          </p:nvCxnSpPr>
          <p:spPr>
            <a:xfrm>
              <a:off x="1589690" y="4903076"/>
              <a:ext cx="0" cy="3018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71F8446-AC32-7D88-D291-9218EF0387E8}"/>
                </a:ext>
              </a:extLst>
            </p:cNvPr>
            <p:cNvSpPr/>
            <p:nvPr/>
          </p:nvSpPr>
          <p:spPr>
            <a:xfrm>
              <a:off x="173421" y="1466193"/>
              <a:ext cx="2715895" cy="31559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Squeeze-and-Excitation (SE) Module</a:t>
              </a:r>
              <a:endParaRPr lang="en-US" kern="10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220D0E8-1480-CE4C-B625-84C19392DB64}"/>
                </a:ext>
              </a:extLst>
            </p:cNvPr>
            <p:cNvCxnSpPr/>
            <p:nvPr/>
          </p:nvCxnSpPr>
          <p:spPr>
            <a:xfrm>
              <a:off x="1605455" y="5612525"/>
              <a:ext cx="0" cy="2736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Box 2">
              <a:extLst>
                <a:ext uri="{FF2B5EF4-FFF2-40B4-BE49-F238E27FC236}">
                  <a16:creationId xmlns:a16="http://schemas.microsoft.com/office/drawing/2014/main" id="{17C4525F-F58E-8B7F-2279-B112CAED6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041" y="1939159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(C/16 × 1 × 1)</a:t>
              </a:r>
            </a:p>
          </p:txBody>
        </p:sp>
        <p:sp>
          <p:nvSpPr>
            <p:cNvPr id="25" name="Text Box 2">
              <a:extLst>
                <a:ext uri="{FF2B5EF4-FFF2-40B4-BE49-F238E27FC236}">
                  <a16:creationId xmlns:a16="http://schemas.microsoft.com/office/drawing/2014/main" id="{0BC3FD76-7465-6452-9F42-33BF96280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3776" y="6211936"/>
              <a:ext cx="1452245" cy="472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Output (C, )</a:t>
              </a:r>
            </a:p>
          </p:txBody>
        </p:sp>
        <p:sp>
          <p:nvSpPr>
            <p:cNvPr id="26" name="Text Box 2">
              <a:extLst>
                <a:ext uri="{FF2B5EF4-FFF2-40B4-BE49-F238E27FC236}">
                  <a16:creationId xmlns:a16="http://schemas.microsoft.com/office/drawing/2014/main" id="{B23B8843-4119-BCAF-DC56-22150E496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041" y="2554014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(C/16 × 1 × 1)</a:t>
              </a:r>
            </a:p>
          </p:txBody>
        </p: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211C1A8A-C0A2-AA2F-BA6E-1C8966880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807" y="3105807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 × 1 × 1)</a:t>
              </a:r>
            </a:p>
          </p:txBody>
        </p:sp>
        <p:sp>
          <p:nvSpPr>
            <p:cNvPr id="28" name="Text Box 2">
              <a:extLst>
                <a:ext uri="{FF2B5EF4-FFF2-40B4-BE49-F238E27FC236}">
                  <a16:creationId xmlns:a16="http://schemas.microsoft.com/office/drawing/2014/main" id="{AAB998CE-8E8C-E42C-15CF-1AF5F8D49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807" y="3736428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 × 1 × 1)</a:t>
              </a:r>
            </a:p>
          </p:txBody>
        </p:sp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064DB65D-B6A5-8C14-3542-651345535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421" y="5912069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 × 1 × 1)</a:t>
              </a:r>
            </a:p>
          </p:txBody>
        </p:sp>
        <p:sp>
          <p:nvSpPr>
            <p:cNvPr id="30" name="Text Box 2">
              <a:extLst>
                <a:ext uri="{FF2B5EF4-FFF2-40B4-BE49-F238E27FC236}">
                  <a16:creationId xmlns:a16="http://schemas.microsoft.com/office/drawing/2014/main" id="{012269C7-756E-FC8E-5581-C63BFB35D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041" y="4319752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(1 × 1 × C)</a:t>
              </a:r>
            </a:p>
          </p:txBody>
        </p:sp>
        <p:sp>
          <p:nvSpPr>
            <p:cNvPr id="31" name="Text Box 2">
              <a:extLst>
                <a:ext uri="{FF2B5EF4-FFF2-40B4-BE49-F238E27FC236}">
                  <a16:creationId xmlns:a16="http://schemas.microsoft.com/office/drawing/2014/main" id="{5552280D-6BD7-1F23-F6E7-28C2649CD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573" y="5234152"/>
              <a:ext cx="1102995" cy="34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 × H × W)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677A4C5-306C-CDD5-69E3-081763BCE542}"/>
                </a:ext>
              </a:extLst>
            </p:cNvPr>
            <p:cNvSpPr/>
            <p:nvPr/>
          </p:nvSpPr>
          <p:spPr>
            <a:xfrm>
              <a:off x="693683" y="5896304"/>
              <a:ext cx="1801495" cy="34734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</a:pPr>
              <a:r>
                <a:rPr lang="en-US" kern="100" dirty="0">
                  <a:solidFill>
                    <a:srgbClr val="00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Global Average Pooling</a:t>
              </a:r>
              <a:endParaRPr lang="en-US" kern="100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06D4FE9-20EA-0FFD-FA3E-D5C5BB19EE98}"/>
                </a:ext>
              </a:extLst>
            </p:cNvPr>
            <p:cNvCxnSpPr/>
            <p:nvPr/>
          </p:nvCxnSpPr>
          <p:spPr>
            <a:xfrm>
              <a:off x="1621221" y="6243145"/>
              <a:ext cx="0" cy="2736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692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53E4D36-C341-E0E1-6DF6-CFC897ACCDDB}"/>
              </a:ext>
            </a:extLst>
          </p:cNvPr>
          <p:cNvGrpSpPr/>
          <p:nvPr/>
        </p:nvGrpSpPr>
        <p:grpSpPr>
          <a:xfrm>
            <a:off x="2847975" y="4686301"/>
            <a:ext cx="7443788" cy="3495144"/>
            <a:chOff x="2085975" y="1257301"/>
            <a:chExt cx="7443788" cy="3495144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CCE7BEBE-0F2E-8DBD-A1A1-6F75E59E4F8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11341288"/>
                </p:ext>
              </p:extLst>
            </p:nvPr>
          </p:nvGraphicFramePr>
          <p:xfrm>
            <a:off x="2085975" y="1266296"/>
            <a:ext cx="4116387" cy="34861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D8CEDB9E-9F6E-9776-12D9-E1348994184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9050767"/>
                </p:ext>
              </p:extLst>
            </p:nvPr>
          </p:nvGraphicFramePr>
          <p:xfrm>
            <a:off x="6543675" y="1257301"/>
            <a:ext cx="2986088" cy="34861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98A632-0F18-AB0F-52F3-39EE57418C10}"/>
                </a:ext>
              </a:extLst>
            </p:cNvPr>
            <p:cNvCxnSpPr/>
            <p:nvPr/>
          </p:nvCxnSpPr>
          <p:spPr>
            <a:xfrm>
              <a:off x="6202362" y="2171700"/>
              <a:ext cx="341313" cy="771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B543D52-11EB-B057-44A0-FC6FBB791C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362" y="3014663"/>
              <a:ext cx="341313" cy="771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2F8EFFB-0336-44F8-B6F5-CAA4241F1CB8}"/>
                </a:ext>
              </a:extLst>
            </p:cNvPr>
            <p:cNvCxnSpPr>
              <a:endCxn id="3" idx="1"/>
            </p:cNvCxnSpPr>
            <p:nvPr/>
          </p:nvCxnSpPr>
          <p:spPr>
            <a:xfrm>
              <a:off x="6202362" y="2771775"/>
              <a:ext cx="341313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5F99348-2E10-8AFF-2C5E-2F1986ABFEB4}"/>
                </a:ext>
              </a:extLst>
            </p:cNvPr>
            <p:cNvCxnSpPr>
              <a:endCxn id="3" idx="1"/>
            </p:cNvCxnSpPr>
            <p:nvPr/>
          </p:nvCxnSpPr>
          <p:spPr>
            <a:xfrm flipV="1">
              <a:off x="6202362" y="3000375"/>
              <a:ext cx="341313" cy="300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2508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D51A-A933-906D-9BBE-F21D9970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0C6FE15-0EC8-E838-32BA-B8939EB9FCBF}"/>
              </a:ext>
            </a:extLst>
          </p:cNvPr>
          <p:cNvGrpSpPr/>
          <p:nvPr/>
        </p:nvGrpSpPr>
        <p:grpSpPr>
          <a:xfrm>
            <a:off x="2447097" y="1019844"/>
            <a:ext cx="9464917" cy="9710247"/>
            <a:chOff x="2447097" y="1019844"/>
            <a:chExt cx="9464917" cy="9710247"/>
          </a:xfrm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9A700343-D561-DBB0-86D4-EAD46BFB144E}"/>
                </a:ext>
              </a:extLst>
            </p:cNvPr>
            <p:cNvSpPr/>
            <p:nvPr/>
          </p:nvSpPr>
          <p:spPr>
            <a:xfrm>
              <a:off x="2528129" y="8352651"/>
              <a:ext cx="8821806" cy="2377440"/>
            </a:xfrm>
            <a:prstGeom prst="roundRect">
              <a:avLst/>
            </a:prstGeom>
            <a:solidFill>
              <a:srgbClr val="FFF3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F2B489E5-7B84-D7ED-28BC-DD2EF8C80C26}"/>
                </a:ext>
              </a:extLst>
            </p:cNvPr>
            <p:cNvSpPr/>
            <p:nvPr/>
          </p:nvSpPr>
          <p:spPr>
            <a:xfrm>
              <a:off x="2447097" y="5770214"/>
              <a:ext cx="8821806" cy="2395728"/>
            </a:xfrm>
            <a:prstGeom prst="roundRect">
              <a:avLst/>
            </a:prstGeom>
            <a:solidFill>
              <a:srgbClr val="EAED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3501246-204F-1D52-0D9D-A74DB044566E}"/>
                </a:ext>
              </a:extLst>
            </p:cNvPr>
            <p:cNvSpPr/>
            <p:nvPr/>
          </p:nvSpPr>
          <p:spPr>
            <a:xfrm>
              <a:off x="2447097" y="3254105"/>
              <a:ext cx="8821806" cy="2395316"/>
            </a:xfrm>
            <a:prstGeom prst="roundRect">
              <a:avLst/>
            </a:prstGeom>
            <a:solidFill>
              <a:srgbClr val="FAE7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0F9738-70C1-9A4E-3AA0-43DDE5F13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9541" y="1525511"/>
              <a:ext cx="1145157" cy="11451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1691DD-5F5D-3B6C-B8ED-BCB61BC13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7418" y="1470518"/>
              <a:ext cx="1200150" cy="12001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AA464F7-819A-CC62-8CEE-41D38CA60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5156" y="1424804"/>
              <a:ext cx="1200150" cy="12001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082605A-824F-9E40-05BD-02E9F633B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7609" y="1424804"/>
              <a:ext cx="1200150" cy="1200150"/>
            </a:xfrm>
            <a:prstGeom prst="rect">
              <a:avLst/>
            </a:prstGeom>
          </p:spPr>
        </p:pic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7A4580F-E25F-97D0-43D9-F7391803EEFE}"/>
                </a:ext>
              </a:extLst>
            </p:cNvPr>
            <p:cNvGrpSpPr/>
            <p:nvPr/>
          </p:nvGrpSpPr>
          <p:grpSpPr>
            <a:xfrm>
              <a:off x="2623869" y="3254104"/>
              <a:ext cx="3467221" cy="2374993"/>
              <a:chOff x="2817465" y="1442471"/>
              <a:chExt cx="3467221" cy="2374993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CB4DAF28-F584-EC87-0607-3205BF7BEABE}"/>
                  </a:ext>
                </a:extLst>
              </p:cNvPr>
              <p:cNvSpPr/>
              <p:nvPr/>
            </p:nvSpPr>
            <p:spPr>
              <a:xfrm>
                <a:off x="2817465" y="1788449"/>
                <a:ext cx="3467221" cy="1936940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26AB607A-8E9D-F0CE-C85C-A1CBDD275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1491688">
                <a:off x="2942823" y="1913054"/>
                <a:ext cx="517011" cy="517011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EC94D4BF-7BB6-4C21-854D-8112BFA9B2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53" t="9457" r="7687" b="9883"/>
              <a:stretch>
                <a:fillRect/>
              </a:stretch>
            </p:blipFill>
            <p:spPr>
              <a:xfrm>
                <a:off x="3585192" y="1945481"/>
                <a:ext cx="543176" cy="521208"/>
              </a:xfrm>
              <a:prstGeom prst="rect">
                <a:avLst/>
              </a:prstGeom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C1747F9-5B9C-54ED-2D53-55A688ADA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6" r="1556"/>
              <a:stretch/>
            </p:blipFill>
            <p:spPr>
              <a:xfrm flipH="1">
                <a:off x="4235736" y="1939274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039B419-03E8-5CEC-1187-BD2409CFA9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6" r="1556"/>
              <a:stretch/>
            </p:blipFill>
            <p:spPr>
              <a:xfrm flipV="1">
                <a:off x="4860115" y="1933068"/>
                <a:ext cx="517011" cy="533621"/>
              </a:xfrm>
              <a:prstGeom prst="rect">
                <a:avLst/>
              </a:prstGeom>
            </p:spPr>
          </p:pic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C4315A2-F768-CD74-3F2A-3092AF899D13}"/>
                  </a:ext>
                </a:extLst>
              </p:cNvPr>
              <p:cNvSpPr txBox="1"/>
              <p:nvPr/>
            </p:nvSpPr>
            <p:spPr>
              <a:xfrm rot="16200000">
                <a:off x="2781675" y="2701966"/>
                <a:ext cx="6992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 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EA4E1FC-D826-B453-7A0A-A049132C95D1}"/>
                  </a:ext>
                </a:extLst>
              </p:cNvPr>
              <p:cNvSpPr txBox="1"/>
              <p:nvPr/>
            </p:nvSpPr>
            <p:spPr>
              <a:xfrm rot="16200000">
                <a:off x="3508384" y="2655500"/>
                <a:ext cx="5741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D3DDC43-0D59-6303-B152-B121868AD630}"/>
                  </a:ext>
                </a:extLst>
              </p:cNvPr>
              <p:cNvSpPr txBox="1"/>
              <p:nvPr/>
            </p:nvSpPr>
            <p:spPr>
              <a:xfrm rot="16200000">
                <a:off x="3763565" y="2830486"/>
                <a:ext cx="1482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Vertical Flip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10B1735-5BEA-9E2C-98BF-4DC28624B098}"/>
                  </a:ext>
                </a:extLst>
              </p:cNvPr>
              <p:cNvSpPr txBox="1"/>
              <p:nvPr/>
            </p:nvSpPr>
            <p:spPr>
              <a:xfrm rot="16200000">
                <a:off x="5401963" y="2559814"/>
                <a:ext cx="6383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Shear 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2D935D8-A475-E6D4-9974-CF2474C5A98D}"/>
                  </a:ext>
                </a:extLst>
              </p:cNvPr>
              <p:cNvSpPr txBox="1"/>
              <p:nvPr/>
            </p:nvSpPr>
            <p:spPr>
              <a:xfrm rot="16200000">
                <a:off x="4364595" y="2942599"/>
                <a:ext cx="14419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Horizontal Flip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0B78252-ED47-D804-F9AB-18BA15AF3785}"/>
                  </a:ext>
                </a:extLst>
              </p:cNvPr>
              <p:cNvSpPr txBox="1"/>
              <p:nvPr/>
            </p:nvSpPr>
            <p:spPr>
              <a:xfrm>
                <a:off x="3464733" y="1442471"/>
                <a:ext cx="21024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Augmentation</a:t>
                </a:r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734A89F2-7AE6-3BDF-9619-1B0DB35B6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51563" y="1933068"/>
                <a:ext cx="678087" cy="534829"/>
              </a:xfrm>
              <a:prstGeom prst="rect">
                <a:avLst/>
              </a:prstGeom>
            </p:spPr>
          </p:pic>
        </p:grp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7063D8DD-5865-DAFD-AECF-9022BD626627}"/>
                </a:ext>
              </a:extLst>
            </p:cNvPr>
            <p:cNvSpPr/>
            <p:nvPr/>
          </p:nvSpPr>
          <p:spPr>
            <a:xfrm>
              <a:off x="8202066" y="4283331"/>
              <a:ext cx="1131906" cy="633308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Resize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9A1D1F0D-4C14-BBD5-9EF9-3C8B6040F0F7}"/>
                </a:ext>
              </a:extLst>
            </p:cNvPr>
            <p:cNvSpPr/>
            <p:nvPr/>
          </p:nvSpPr>
          <p:spPr>
            <a:xfrm>
              <a:off x="9526888" y="4278322"/>
              <a:ext cx="1691246" cy="633308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Pixel Normalization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EB213355-E310-B847-04A5-3872F1DA963D}"/>
                </a:ext>
              </a:extLst>
            </p:cNvPr>
            <p:cNvSpPr/>
            <p:nvPr/>
          </p:nvSpPr>
          <p:spPr>
            <a:xfrm>
              <a:off x="6418862" y="4278322"/>
              <a:ext cx="1590288" cy="638317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Vahadane</a:t>
              </a:r>
              <a:r>
                <a:rPr lang="en-US" dirty="0">
                  <a:solidFill>
                    <a:schemeClr val="tx1"/>
                  </a:solidFill>
                </a:rPr>
                <a:t> Normalization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DB1107B-A68E-BEE9-0B5E-C91CCFDEB413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>
              <a:off x="6091090" y="4568552"/>
              <a:ext cx="32777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286C9C21-934B-33B1-ABB2-E50DAE737406}"/>
                </a:ext>
              </a:extLst>
            </p:cNvPr>
            <p:cNvCxnSpPr>
              <a:stCxn id="93" idx="3"/>
              <a:endCxn id="91" idx="1"/>
            </p:cNvCxnSpPr>
            <p:nvPr/>
          </p:nvCxnSpPr>
          <p:spPr>
            <a:xfrm>
              <a:off x="8009150" y="4597481"/>
              <a:ext cx="192916" cy="250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63BF47A-2D44-84F7-112A-73881349F3F7}"/>
                </a:ext>
              </a:extLst>
            </p:cNvPr>
            <p:cNvCxnSpPr>
              <a:stCxn id="91" idx="3"/>
              <a:endCxn id="92" idx="1"/>
            </p:cNvCxnSpPr>
            <p:nvPr/>
          </p:nvCxnSpPr>
          <p:spPr>
            <a:xfrm flipV="1">
              <a:off x="9333972" y="4594976"/>
              <a:ext cx="192916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69E3582C-BDFE-9799-F5A6-2A59BEA4C148}"/>
                </a:ext>
              </a:extLst>
            </p:cNvPr>
            <p:cNvSpPr/>
            <p:nvPr/>
          </p:nvSpPr>
          <p:spPr>
            <a:xfrm>
              <a:off x="9415210" y="6318468"/>
              <a:ext cx="1453699" cy="1234440"/>
            </a:xfrm>
            <a:prstGeom prst="cub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Pretrained VGG16</a:t>
              </a:r>
            </a:p>
            <a:p>
              <a:pPr algn="ctr"/>
              <a:endParaRPr lang="en-US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0C2C4C3-457A-B896-9C24-F8A33EC5FDE3}"/>
                </a:ext>
              </a:extLst>
            </p:cNvPr>
            <p:cNvSpPr txBox="1"/>
            <p:nvPr/>
          </p:nvSpPr>
          <p:spPr>
            <a:xfrm>
              <a:off x="3216452" y="8887086"/>
              <a:ext cx="2464962" cy="1191816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Benign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Malignant [Pro-B]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Malignant [Pre-B]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Malignant [Early Pre-B]</a:t>
              </a:r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56B3AEE6-7F0C-D999-25B4-B6D627FC8FA5}"/>
                </a:ext>
              </a:extLst>
            </p:cNvPr>
            <p:cNvSpPr/>
            <p:nvPr/>
          </p:nvSpPr>
          <p:spPr>
            <a:xfrm>
              <a:off x="7531049" y="6341505"/>
              <a:ext cx="1453699" cy="1233316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Squeeze-and-Excitation </a:t>
              </a:r>
              <a:endParaRPr lang="en-US" sz="1600" dirty="0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27631A7F-7636-E07D-AE36-57F9510EF5CB}"/>
                </a:ext>
              </a:extLst>
            </p:cNvPr>
            <p:cNvSpPr/>
            <p:nvPr/>
          </p:nvSpPr>
          <p:spPr>
            <a:xfrm>
              <a:off x="5247786" y="6734730"/>
              <a:ext cx="1691246" cy="63330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r>
                <a:rPr lang="en-US" dirty="0">
                  <a:solidFill>
                    <a:schemeClr val="tx1"/>
                  </a:solidFill>
                </a:rPr>
                <a:t> Features</a:t>
              </a:r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ED320C89-3C89-F951-9F6F-6BA08558D58A}"/>
                </a:ext>
              </a:extLst>
            </p:cNvPr>
            <p:cNvSpPr/>
            <p:nvPr/>
          </p:nvSpPr>
          <p:spPr>
            <a:xfrm>
              <a:off x="3281405" y="6434726"/>
              <a:ext cx="1453699" cy="1233316"/>
            </a:xfrm>
            <a:prstGeom prst="cub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ML- Ensemble Model</a:t>
              </a:r>
              <a:endParaRPr lang="en-US" sz="1600" dirty="0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CC54374E-02B4-7A84-5B0E-B703C22D3AD3}"/>
                </a:ext>
              </a:extLst>
            </p:cNvPr>
            <p:cNvCxnSpPr>
              <a:stCxn id="102" idx="2"/>
            </p:cNvCxnSpPr>
            <p:nvPr/>
          </p:nvCxnSpPr>
          <p:spPr>
            <a:xfrm flipH="1" flipV="1">
              <a:off x="8984748" y="7043315"/>
              <a:ext cx="43046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BB698C0-F091-8858-75CB-AF38F3B96D78}"/>
                </a:ext>
              </a:extLst>
            </p:cNvPr>
            <p:cNvCxnSpPr>
              <a:stCxn id="104" idx="2"/>
              <a:endCxn id="106" idx="3"/>
            </p:cNvCxnSpPr>
            <p:nvPr/>
          </p:nvCxnSpPr>
          <p:spPr>
            <a:xfrm flipH="1" flipV="1">
              <a:off x="6939032" y="7051384"/>
              <a:ext cx="59201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C6DA1F4-7012-72DB-2B1E-0C143A7CC7F4}"/>
                </a:ext>
              </a:extLst>
            </p:cNvPr>
            <p:cNvCxnSpPr>
              <a:stCxn id="106" idx="1"/>
            </p:cNvCxnSpPr>
            <p:nvPr/>
          </p:nvCxnSpPr>
          <p:spPr>
            <a:xfrm flipH="1" flipV="1">
              <a:off x="4666519" y="7043315"/>
              <a:ext cx="58126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1AACC52-6676-E3E9-6C70-62295B2E5F2D}"/>
                </a:ext>
              </a:extLst>
            </p:cNvPr>
            <p:cNvCxnSpPr>
              <a:cxnSpLocks/>
              <a:stCxn id="107" idx="3"/>
            </p:cNvCxnSpPr>
            <p:nvPr/>
          </p:nvCxnSpPr>
          <p:spPr>
            <a:xfrm>
              <a:off x="3854090" y="7668042"/>
              <a:ext cx="0" cy="121904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20" name="Picture 119" descr="A close-up of a microscope&#10;&#10;AI-generated content may be incorrect.">
              <a:extLst>
                <a:ext uri="{FF2B5EF4-FFF2-40B4-BE49-F238E27FC236}">
                  <a16:creationId xmlns:a16="http://schemas.microsoft.com/office/drawing/2014/main" id="{03969865-F574-910D-1A57-6F5AE2BDB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09"/>
            <a:stretch>
              <a:fillRect/>
            </a:stretch>
          </p:blipFill>
          <p:spPr>
            <a:xfrm>
              <a:off x="8443821" y="8843628"/>
              <a:ext cx="2392435" cy="1191816"/>
            </a:xfrm>
            <a:prstGeom prst="rect">
              <a:avLst/>
            </a:prstGeom>
          </p:spPr>
        </p:pic>
        <p:cxnSp>
          <p:nvCxnSpPr>
            <p:cNvPr id="127" name="Connector: Elbow 126">
              <a:extLst>
                <a:ext uri="{FF2B5EF4-FFF2-40B4-BE49-F238E27FC236}">
                  <a16:creationId xmlns:a16="http://schemas.microsoft.com/office/drawing/2014/main" id="{DEA1A147-95BB-5948-3E45-95843E4E370E}"/>
                </a:ext>
              </a:extLst>
            </p:cNvPr>
            <p:cNvCxnSpPr>
              <a:cxnSpLocks/>
              <a:stCxn id="102" idx="5"/>
              <a:endCxn id="120" idx="3"/>
            </p:cNvCxnSpPr>
            <p:nvPr/>
          </p:nvCxnSpPr>
          <p:spPr>
            <a:xfrm flipH="1">
              <a:off x="10836256" y="6781383"/>
              <a:ext cx="32653" cy="2658153"/>
            </a:xfrm>
            <a:prstGeom prst="bentConnector3">
              <a:avLst>
                <a:gd name="adj1" fmla="val -2100266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EB1EE7E1-CD1C-3802-9FB7-B56C392C9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>
                          <a14:foregroundMark x1="27304" y1="62870" x2="27304" y2="62870"/>
                          <a14:foregroundMark x1="46758" y1="50342" x2="46758" y2="50342"/>
                          <a14:foregroundMark x1="20307" y1="53531" x2="20307" y2="53531"/>
                          <a14:backgroundMark x1="34642" y1="87016" x2="34642" y2="87016"/>
                          <a14:backgroundMark x1="34642" y1="87472" x2="34642" y2="87472"/>
                          <a14:backgroundMark x1="34130" y1="87472" x2="34300" y2="870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151135" y="8761363"/>
              <a:ext cx="1758714" cy="1317535"/>
            </a:xfrm>
            <a:prstGeom prst="rect">
              <a:avLst/>
            </a:prstGeom>
          </p:spPr>
        </p:pic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D23139CD-FC68-BC01-1CEF-A98E7F838D50}"/>
                </a:ext>
              </a:extLst>
            </p:cNvPr>
            <p:cNvCxnSpPr>
              <a:stCxn id="120" idx="1"/>
              <a:endCxn id="130" idx="3"/>
            </p:cNvCxnSpPr>
            <p:nvPr/>
          </p:nvCxnSpPr>
          <p:spPr>
            <a:xfrm flipH="1" flipV="1">
              <a:off x="7909849" y="9420131"/>
              <a:ext cx="533972" cy="1940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91F70B9C-16D9-3196-AC07-6C4061730864}"/>
                </a:ext>
              </a:extLst>
            </p:cNvPr>
            <p:cNvCxnSpPr>
              <a:stCxn id="103" idx="3"/>
            </p:cNvCxnSpPr>
            <p:nvPr/>
          </p:nvCxnSpPr>
          <p:spPr>
            <a:xfrm>
              <a:off x="5681414" y="9482994"/>
              <a:ext cx="57356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52BB710-D446-A7A2-3E41-E3DCAB2E314C}"/>
                </a:ext>
              </a:extLst>
            </p:cNvPr>
            <p:cNvSpPr txBox="1"/>
            <p:nvPr/>
          </p:nvSpPr>
          <p:spPr>
            <a:xfrm>
              <a:off x="11268883" y="8046824"/>
              <a:ext cx="643131" cy="408623"/>
            </a:xfrm>
            <a:prstGeom prst="flowChartAlternateProcess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XAI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0BE15E9-B451-D92A-7B1D-7A8CB6C636D0}"/>
                </a:ext>
              </a:extLst>
            </p:cNvPr>
            <p:cNvSpPr txBox="1"/>
            <p:nvPr/>
          </p:nvSpPr>
          <p:spPr>
            <a:xfrm>
              <a:off x="9333972" y="10016394"/>
              <a:ext cx="9701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Heat Maps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CE382D1-A0E0-E20C-0997-84C1C07302C5}"/>
                </a:ext>
              </a:extLst>
            </p:cNvPr>
            <p:cNvSpPr txBox="1"/>
            <p:nvPr/>
          </p:nvSpPr>
          <p:spPr>
            <a:xfrm>
              <a:off x="3767980" y="10078898"/>
              <a:ext cx="14093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Result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F4B0EF8-0D8E-0C6B-1217-63ED189CC8CD}"/>
                </a:ext>
              </a:extLst>
            </p:cNvPr>
            <p:cNvSpPr txBox="1"/>
            <p:nvPr/>
          </p:nvSpPr>
          <p:spPr>
            <a:xfrm>
              <a:off x="6038037" y="9973793"/>
              <a:ext cx="20166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Explainable Result for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Faster Medical Attention 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C89A43D-E740-B190-7BA8-4BFF0241950E}"/>
                </a:ext>
              </a:extLst>
            </p:cNvPr>
            <p:cNvSpPr txBox="1"/>
            <p:nvPr/>
          </p:nvSpPr>
          <p:spPr>
            <a:xfrm>
              <a:off x="9526888" y="6055426"/>
              <a:ext cx="14784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Learning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E6CA1D1-AF9B-B41E-23F0-BC7A4599738B}"/>
                </a:ext>
              </a:extLst>
            </p:cNvPr>
            <p:cNvSpPr txBox="1"/>
            <p:nvPr/>
          </p:nvSpPr>
          <p:spPr>
            <a:xfrm>
              <a:off x="3700002" y="1098329"/>
              <a:ext cx="9733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Dataset-1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62586E1-94FC-83B4-8DDF-BE046661B8D5}"/>
                </a:ext>
              </a:extLst>
            </p:cNvPr>
            <p:cNvSpPr txBox="1"/>
            <p:nvPr/>
          </p:nvSpPr>
          <p:spPr>
            <a:xfrm>
              <a:off x="9219029" y="1019844"/>
              <a:ext cx="9733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Dataset-2</a:t>
              </a: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B27D835B-243F-269C-7615-3DD20CC3BF3D}"/>
                </a:ext>
              </a:extLst>
            </p:cNvPr>
            <p:cNvGrpSpPr/>
            <p:nvPr/>
          </p:nvGrpSpPr>
          <p:grpSpPr>
            <a:xfrm>
              <a:off x="6754504" y="1832075"/>
              <a:ext cx="376168" cy="385608"/>
              <a:chOff x="6754504" y="1832075"/>
              <a:chExt cx="376168" cy="385608"/>
            </a:xfrm>
          </p:grpSpPr>
          <p:sp>
            <p:nvSpPr>
              <p:cNvPr id="147" name="Flowchart: Connector 146">
                <a:extLst>
                  <a:ext uri="{FF2B5EF4-FFF2-40B4-BE49-F238E27FC236}">
                    <a16:creationId xmlns:a16="http://schemas.microsoft.com/office/drawing/2014/main" id="{30EB2F26-1285-D848-4E8B-F855110010F7}"/>
                  </a:ext>
                </a:extLst>
              </p:cNvPr>
              <p:cNvSpPr/>
              <p:nvPr/>
            </p:nvSpPr>
            <p:spPr>
              <a:xfrm>
                <a:off x="6754504" y="1832075"/>
                <a:ext cx="376168" cy="385608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Cross 147">
                <a:extLst>
                  <a:ext uri="{FF2B5EF4-FFF2-40B4-BE49-F238E27FC236}">
                    <a16:creationId xmlns:a16="http://schemas.microsoft.com/office/drawing/2014/main" id="{3087ADD8-9017-C029-E059-3319EA51E719}"/>
                  </a:ext>
                </a:extLst>
              </p:cNvPr>
              <p:cNvSpPr/>
              <p:nvPr/>
            </p:nvSpPr>
            <p:spPr>
              <a:xfrm>
                <a:off x="6804441" y="1891936"/>
                <a:ext cx="276156" cy="275409"/>
              </a:xfrm>
              <a:prstGeom prst="plus">
                <a:avLst>
                  <a:gd name="adj" fmla="val 3451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343A2289-298D-DAF2-DB5F-16BE362C5D27}"/>
                </a:ext>
              </a:extLst>
            </p:cNvPr>
            <p:cNvCxnSpPr>
              <a:stCxn id="18" idx="1"/>
              <a:endCxn id="147" idx="6"/>
            </p:cNvCxnSpPr>
            <p:nvPr/>
          </p:nvCxnSpPr>
          <p:spPr>
            <a:xfrm flipH="1">
              <a:off x="7130672" y="2024879"/>
              <a:ext cx="127693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FF6D0048-7FD3-D632-980B-5D9F88ED8EBC}"/>
                </a:ext>
              </a:extLst>
            </p:cNvPr>
            <p:cNvCxnSpPr>
              <a:stCxn id="9" idx="3"/>
              <a:endCxn id="147" idx="2"/>
            </p:cNvCxnSpPr>
            <p:nvPr/>
          </p:nvCxnSpPr>
          <p:spPr>
            <a:xfrm flipV="1">
              <a:off x="5477568" y="2024879"/>
              <a:ext cx="1276936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613DB7F-09FC-1BEE-3386-0935F0E21511}"/>
                </a:ext>
              </a:extLst>
            </p:cNvPr>
            <p:cNvSpPr txBox="1"/>
            <p:nvPr/>
          </p:nvSpPr>
          <p:spPr>
            <a:xfrm>
              <a:off x="6194536" y="1340608"/>
              <a:ext cx="14889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Merged Dataset</a:t>
              </a:r>
            </a:p>
          </p:txBody>
        </p:sp>
        <p:cxnSp>
          <p:nvCxnSpPr>
            <p:cNvPr id="158" name="Connector: Elbow 157">
              <a:extLst>
                <a:ext uri="{FF2B5EF4-FFF2-40B4-BE49-F238E27FC236}">
                  <a16:creationId xmlns:a16="http://schemas.microsoft.com/office/drawing/2014/main" id="{6F99AE19-F5F7-6E62-C91B-74294BDC0040}"/>
                </a:ext>
              </a:extLst>
            </p:cNvPr>
            <p:cNvCxnSpPr>
              <a:cxnSpLocks/>
              <a:stCxn id="148" idx="2"/>
              <a:endCxn id="70" idx="1"/>
            </p:cNvCxnSpPr>
            <p:nvPr/>
          </p:nvCxnSpPr>
          <p:spPr>
            <a:xfrm rot="5400000">
              <a:off x="3582591" y="1208623"/>
              <a:ext cx="2401207" cy="4318650"/>
            </a:xfrm>
            <a:prstGeom prst="bentConnector4">
              <a:avLst>
                <a:gd name="adj1" fmla="val 29834"/>
                <a:gd name="adj2" fmla="val 105293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7" name="Connector: Elbow 166">
              <a:extLst>
                <a:ext uri="{FF2B5EF4-FFF2-40B4-BE49-F238E27FC236}">
                  <a16:creationId xmlns:a16="http://schemas.microsoft.com/office/drawing/2014/main" id="{778D8547-B979-F821-C798-90AC47CCC5A6}"/>
                </a:ext>
              </a:extLst>
            </p:cNvPr>
            <p:cNvCxnSpPr>
              <a:stCxn id="92" idx="3"/>
              <a:endCxn id="102" idx="5"/>
            </p:cNvCxnSpPr>
            <p:nvPr/>
          </p:nvCxnSpPr>
          <p:spPr>
            <a:xfrm flipH="1">
              <a:off x="10868909" y="4594976"/>
              <a:ext cx="349225" cy="2186407"/>
            </a:xfrm>
            <a:prstGeom prst="bentConnector3">
              <a:avLst>
                <a:gd name="adj1" fmla="val -92733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101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271</TotalTime>
  <Words>177</Words>
  <Application>Microsoft Office PowerPoint</Application>
  <PresentationFormat>Custom</PresentationFormat>
  <Paragraphs>61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Cambria Math</vt:lpstr>
      <vt:lpstr>Times New Roman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4</cp:revision>
  <dcterms:created xsi:type="dcterms:W3CDTF">2025-02-27T14:15:04Z</dcterms:created>
  <dcterms:modified xsi:type="dcterms:W3CDTF">2025-11-17T08:56:07Z</dcterms:modified>
</cp:coreProperties>
</file>