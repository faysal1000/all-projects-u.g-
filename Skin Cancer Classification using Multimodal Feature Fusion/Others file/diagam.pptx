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22860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D971"/>
    <a:srgbClr val="BDD8F1"/>
    <a:srgbClr val="F8CFBA"/>
    <a:srgbClr val="A1E9AB"/>
    <a:srgbClr val="EEC0E9"/>
    <a:srgbClr val="FE7C6E"/>
    <a:srgbClr val="1A759E"/>
    <a:srgbClr val="2FA6FF"/>
    <a:srgbClr val="D8BEEC"/>
    <a:srgbClr val="C9A6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234" y="-444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3741210"/>
            <a:ext cx="19431000" cy="7958667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2006793"/>
            <a:ext cx="17145000" cy="5519207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5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9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5699132"/>
            <a:ext cx="19716750" cy="9509123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5298215"/>
            <a:ext cx="19716750" cy="5000623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0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217089"/>
            <a:ext cx="19716750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5603877"/>
            <a:ext cx="9670850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8350250"/>
            <a:ext cx="9670850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5603877"/>
            <a:ext cx="9718478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8350250"/>
            <a:ext cx="9718478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8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3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1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3291422"/>
            <a:ext cx="11572875" cy="16245417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2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3291422"/>
            <a:ext cx="11572875" cy="16245417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7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9" y="1217084"/>
            <a:ext cx="4929188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1217084"/>
            <a:ext cx="14501813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5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217089"/>
            <a:ext cx="1971675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6085417"/>
            <a:ext cx="1971675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99EA1-C3E9-4374-BA4D-3DAC1C3DB20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21187839"/>
            <a:ext cx="771525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7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6" name="Group 1435">
            <a:extLst>
              <a:ext uri="{FF2B5EF4-FFF2-40B4-BE49-F238E27FC236}">
                <a16:creationId xmlns:a16="http://schemas.microsoft.com/office/drawing/2014/main" id="{4982195C-3471-44CA-6EEE-BCE75988EC16}"/>
              </a:ext>
            </a:extLst>
          </p:cNvPr>
          <p:cNvGrpSpPr/>
          <p:nvPr/>
        </p:nvGrpSpPr>
        <p:grpSpPr>
          <a:xfrm>
            <a:off x="4964795" y="9758207"/>
            <a:ext cx="13144400" cy="4139360"/>
            <a:chOff x="1353149" y="7185448"/>
            <a:chExt cx="13144400" cy="4139360"/>
          </a:xfrm>
        </p:grpSpPr>
        <p:sp>
          <p:nvSpPr>
            <p:cNvPr id="1437" name="Rectangle 1436">
              <a:extLst>
                <a:ext uri="{FF2B5EF4-FFF2-40B4-BE49-F238E27FC236}">
                  <a16:creationId xmlns:a16="http://schemas.microsoft.com/office/drawing/2014/main" id="{D97C81ED-10A2-CAAB-9C0F-8922638AB316}"/>
                </a:ext>
              </a:extLst>
            </p:cNvPr>
            <p:cNvSpPr/>
            <p:nvPr/>
          </p:nvSpPr>
          <p:spPr>
            <a:xfrm>
              <a:off x="1353149" y="8255746"/>
              <a:ext cx="1828801" cy="1828801"/>
            </a:xfrm>
            <a:prstGeom prst="rect">
              <a:avLst/>
            </a:prstGeom>
            <a:ln>
              <a:noFill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isometricOffAxis2Righ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8" name="Cube 1437">
              <a:extLst>
                <a:ext uri="{FF2B5EF4-FFF2-40B4-BE49-F238E27FC236}">
                  <a16:creationId xmlns:a16="http://schemas.microsoft.com/office/drawing/2014/main" id="{CEDB0136-08AA-2280-F629-24F454EC7D52}"/>
                </a:ext>
              </a:extLst>
            </p:cNvPr>
            <p:cNvSpPr/>
            <p:nvPr/>
          </p:nvSpPr>
          <p:spPr>
            <a:xfrm>
              <a:off x="2870139" y="8233883"/>
              <a:ext cx="1442799" cy="45720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9" name="Cube 1438">
              <a:extLst>
                <a:ext uri="{FF2B5EF4-FFF2-40B4-BE49-F238E27FC236}">
                  <a16:creationId xmlns:a16="http://schemas.microsoft.com/office/drawing/2014/main" id="{443C9189-5C3D-230A-0A5C-93BDCCE5695D}"/>
                </a:ext>
              </a:extLst>
            </p:cNvPr>
            <p:cNvSpPr/>
            <p:nvPr/>
          </p:nvSpPr>
          <p:spPr>
            <a:xfrm>
              <a:off x="2870525" y="9355802"/>
              <a:ext cx="1438352" cy="457200"/>
            </a:xfrm>
            <a:prstGeom prst="cube">
              <a:avLst/>
            </a:prstGeom>
            <a:solidFill>
              <a:srgbClr val="B5EDBD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0" name="Cube 1439">
              <a:extLst>
                <a:ext uri="{FF2B5EF4-FFF2-40B4-BE49-F238E27FC236}">
                  <a16:creationId xmlns:a16="http://schemas.microsoft.com/office/drawing/2014/main" id="{964C7175-BEBC-2444-8877-31BCD59F9067}"/>
                </a:ext>
              </a:extLst>
            </p:cNvPr>
            <p:cNvSpPr/>
            <p:nvPr/>
          </p:nvSpPr>
          <p:spPr>
            <a:xfrm>
              <a:off x="4662182" y="8011366"/>
              <a:ext cx="286557" cy="2012743"/>
            </a:xfrm>
            <a:prstGeom prst="cub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1" name="Cube 1440">
              <a:extLst>
                <a:ext uri="{FF2B5EF4-FFF2-40B4-BE49-F238E27FC236}">
                  <a16:creationId xmlns:a16="http://schemas.microsoft.com/office/drawing/2014/main" id="{FC82BCFA-4099-361D-F6AA-6316A03CBB00}"/>
                </a:ext>
              </a:extLst>
            </p:cNvPr>
            <p:cNvSpPr/>
            <p:nvPr/>
          </p:nvSpPr>
          <p:spPr>
            <a:xfrm>
              <a:off x="5339567" y="8011366"/>
              <a:ext cx="286557" cy="2012743"/>
            </a:xfrm>
            <a:prstGeom prst="cub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2" name="TextBox 1441">
              <a:extLst>
                <a:ext uri="{FF2B5EF4-FFF2-40B4-BE49-F238E27FC236}">
                  <a16:creationId xmlns:a16="http://schemas.microsoft.com/office/drawing/2014/main" id="{D82DC837-11C0-4F07-3D66-8E5A97A692B0}"/>
                </a:ext>
              </a:extLst>
            </p:cNvPr>
            <p:cNvSpPr txBox="1"/>
            <p:nvPr/>
          </p:nvSpPr>
          <p:spPr>
            <a:xfrm rot="19669010">
              <a:off x="1403642" y="7998619"/>
              <a:ext cx="1439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Feature: H×W×C</a:t>
              </a:r>
            </a:p>
          </p:txBody>
        </p:sp>
        <p:sp>
          <p:nvSpPr>
            <p:cNvPr id="1443" name="TextBox 1442">
              <a:extLst>
                <a:ext uri="{FF2B5EF4-FFF2-40B4-BE49-F238E27FC236}">
                  <a16:creationId xmlns:a16="http://schemas.microsoft.com/office/drawing/2014/main" id="{5B712C4B-27F3-25A1-31A9-6F9DA150F497}"/>
                </a:ext>
              </a:extLst>
            </p:cNvPr>
            <p:cNvSpPr txBox="1"/>
            <p:nvPr/>
          </p:nvSpPr>
          <p:spPr>
            <a:xfrm>
              <a:off x="2843346" y="7929159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max pooling</a:t>
              </a:r>
            </a:p>
          </p:txBody>
        </p:sp>
        <p:sp>
          <p:nvSpPr>
            <p:cNvPr id="1444" name="TextBox 1443">
              <a:extLst>
                <a:ext uri="{FF2B5EF4-FFF2-40B4-BE49-F238E27FC236}">
                  <a16:creationId xmlns:a16="http://schemas.microsoft.com/office/drawing/2014/main" id="{BBA04336-2F8C-F8D0-7D86-7EC92E9926C2}"/>
                </a:ext>
              </a:extLst>
            </p:cNvPr>
            <p:cNvSpPr txBox="1"/>
            <p:nvPr/>
          </p:nvSpPr>
          <p:spPr>
            <a:xfrm>
              <a:off x="2843346" y="9072159"/>
              <a:ext cx="15712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avg pooling</a:t>
              </a:r>
            </a:p>
          </p:txBody>
        </p:sp>
        <p:sp>
          <p:nvSpPr>
            <p:cNvPr id="1445" name="TextBox 1444">
              <a:extLst>
                <a:ext uri="{FF2B5EF4-FFF2-40B4-BE49-F238E27FC236}">
                  <a16:creationId xmlns:a16="http://schemas.microsoft.com/office/drawing/2014/main" id="{5AFFE8B8-6D12-B463-D082-DD859F083D42}"/>
                </a:ext>
              </a:extLst>
            </p:cNvPr>
            <p:cNvSpPr txBox="1"/>
            <p:nvPr/>
          </p:nvSpPr>
          <p:spPr>
            <a:xfrm>
              <a:off x="3751693" y="9970038"/>
              <a:ext cx="275577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Shared Dense Layer with </a:t>
              </a:r>
            </a:p>
            <a:p>
              <a:pPr algn="ctr"/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Kernel Initializer=</a:t>
              </a:r>
              <a:r>
                <a:rPr lang="en-U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he_normal</a:t>
              </a:r>
              <a:endPara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6" name="TextBox 1445">
              <a:extLst>
                <a:ext uri="{FF2B5EF4-FFF2-40B4-BE49-F238E27FC236}">
                  <a16:creationId xmlns:a16="http://schemas.microsoft.com/office/drawing/2014/main" id="{DD046F09-2F62-F491-426A-C235A8465F48}"/>
                </a:ext>
              </a:extLst>
            </p:cNvPr>
            <p:cNvSpPr txBox="1"/>
            <p:nvPr/>
          </p:nvSpPr>
          <p:spPr>
            <a:xfrm>
              <a:off x="4579392" y="7745296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C/16</a:t>
              </a:r>
            </a:p>
          </p:txBody>
        </p:sp>
        <p:sp>
          <p:nvSpPr>
            <p:cNvPr id="1447" name="TextBox 1446">
              <a:extLst>
                <a:ext uri="{FF2B5EF4-FFF2-40B4-BE49-F238E27FC236}">
                  <a16:creationId xmlns:a16="http://schemas.microsoft.com/office/drawing/2014/main" id="{6E4B84C8-8A78-E76F-200C-1A15F8170F47}"/>
                </a:ext>
              </a:extLst>
            </p:cNvPr>
            <p:cNvSpPr txBox="1"/>
            <p:nvPr/>
          </p:nvSpPr>
          <p:spPr>
            <a:xfrm>
              <a:off x="5357536" y="7748306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448" name="Cube 1447">
              <a:extLst>
                <a:ext uri="{FF2B5EF4-FFF2-40B4-BE49-F238E27FC236}">
                  <a16:creationId xmlns:a16="http://schemas.microsoft.com/office/drawing/2014/main" id="{D07BAED4-507F-801B-8277-2B7E5B94B74B}"/>
                </a:ext>
              </a:extLst>
            </p:cNvPr>
            <p:cNvSpPr/>
            <p:nvPr/>
          </p:nvSpPr>
          <p:spPr>
            <a:xfrm>
              <a:off x="5912798" y="8233883"/>
              <a:ext cx="1442799" cy="45720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1×1×C</a:t>
              </a:r>
            </a:p>
          </p:txBody>
        </p:sp>
        <p:sp>
          <p:nvSpPr>
            <p:cNvPr id="1449" name="Cube 1448">
              <a:extLst>
                <a:ext uri="{FF2B5EF4-FFF2-40B4-BE49-F238E27FC236}">
                  <a16:creationId xmlns:a16="http://schemas.microsoft.com/office/drawing/2014/main" id="{0B22B2F2-2238-4039-7E6D-37AA0D596B46}"/>
                </a:ext>
              </a:extLst>
            </p:cNvPr>
            <p:cNvSpPr/>
            <p:nvPr/>
          </p:nvSpPr>
          <p:spPr>
            <a:xfrm>
              <a:off x="5913184" y="9355802"/>
              <a:ext cx="1438352" cy="457200"/>
            </a:xfrm>
            <a:prstGeom prst="cube">
              <a:avLst/>
            </a:prstGeom>
            <a:solidFill>
              <a:srgbClr val="B5EDBD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1×1×C</a:t>
              </a:r>
            </a:p>
          </p:txBody>
        </p:sp>
        <p:sp>
          <p:nvSpPr>
            <p:cNvPr id="1450" name="TextBox 1449">
              <a:extLst>
                <a:ext uri="{FF2B5EF4-FFF2-40B4-BE49-F238E27FC236}">
                  <a16:creationId xmlns:a16="http://schemas.microsoft.com/office/drawing/2014/main" id="{103085FC-1878-ED6C-43D3-C08AAE3BD3E3}"/>
                </a:ext>
              </a:extLst>
            </p:cNvPr>
            <p:cNvSpPr txBox="1"/>
            <p:nvPr/>
          </p:nvSpPr>
          <p:spPr>
            <a:xfrm>
              <a:off x="5852178" y="7938296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max pooling</a:t>
              </a:r>
            </a:p>
          </p:txBody>
        </p:sp>
        <p:sp>
          <p:nvSpPr>
            <p:cNvPr id="1451" name="TextBox 1450">
              <a:extLst>
                <a:ext uri="{FF2B5EF4-FFF2-40B4-BE49-F238E27FC236}">
                  <a16:creationId xmlns:a16="http://schemas.microsoft.com/office/drawing/2014/main" id="{A60843AC-76AE-09CA-0042-D5AC0AF12C86}"/>
                </a:ext>
              </a:extLst>
            </p:cNvPr>
            <p:cNvSpPr txBox="1"/>
            <p:nvPr/>
          </p:nvSpPr>
          <p:spPr>
            <a:xfrm>
              <a:off x="5886005" y="9072159"/>
              <a:ext cx="15712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avg pooling</a:t>
              </a:r>
            </a:p>
          </p:txBody>
        </p:sp>
        <p:grpSp>
          <p:nvGrpSpPr>
            <p:cNvPr id="1452" name="Group 1451">
              <a:extLst>
                <a:ext uri="{FF2B5EF4-FFF2-40B4-BE49-F238E27FC236}">
                  <a16:creationId xmlns:a16="http://schemas.microsoft.com/office/drawing/2014/main" id="{35307D47-9FFD-61D0-078A-F47C4DD226DA}"/>
                </a:ext>
              </a:extLst>
            </p:cNvPr>
            <p:cNvGrpSpPr/>
            <p:nvPr/>
          </p:nvGrpSpPr>
          <p:grpSpPr>
            <a:xfrm>
              <a:off x="7523568" y="8843559"/>
              <a:ext cx="230190" cy="236032"/>
              <a:chOff x="13004673" y="6375891"/>
              <a:chExt cx="247005" cy="236032"/>
            </a:xfrm>
          </p:grpSpPr>
          <p:sp>
            <p:nvSpPr>
              <p:cNvPr id="1540" name="Cross 1539">
                <a:extLst>
                  <a:ext uri="{FF2B5EF4-FFF2-40B4-BE49-F238E27FC236}">
                    <a16:creationId xmlns:a16="http://schemas.microsoft.com/office/drawing/2014/main" id="{EDB53109-B9DE-0D80-E86D-F9D29622A399}"/>
                  </a:ext>
                </a:extLst>
              </p:cNvPr>
              <p:cNvSpPr/>
              <p:nvPr/>
            </p:nvSpPr>
            <p:spPr>
              <a:xfrm>
                <a:off x="13006378" y="6383323"/>
                <a:ext cx="245300" cy="228600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1" name="Oval 1540">
                <a:extLst>
                  <a:ext uri="{FF2B5EF4-FFF2-40B4-BE49-F238E27FC236}">
                    <a16:creationId xmlns:a16="http://schemas.microsoft.com/office/drawing/2014/main" id="{45B82D1C-C068-FE2D-9652-F2CD331FD57E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53" name="Group 1452">
              <a:extLst>
                <a:ext uri="{FF2B5EF4-FFF2-40B4-BE49-F238E27FC236}">
                  <a16:creationId xmlns:a16="http://schemas.microsoft.com/office/drawing/2014/main" id="{2DD1E9F7-6CF6-D840-C62A-35D33A41D1D1}"/>
                </a:ext>
              </a:extLst>
            </p:cNvPr>
            <p:cNvGrpSpPr/>
            <p:nvPr/>
          </p:nvGrpSpPr>
          <p:grpSpPr>
            <a:xfrm rot="20705433">
              <a:off x="7947877" y="8857654"/>
              <a:ext cx="228601" cy="228600"/>
              <a:chOff x="8626337" y="8656120"/>
              <a:chExt cx="228601" cy="228600"/>
            </a:xfrm>
          </p:grpSpPr>
          <p:cxnSp>
            <p:nvCxnSpPr>
              <p:cNvPr id="1538" name="Connector: Curved 1537">
                <a:extLst>
                  <a:ext uri="{FF2B5EF4-FFF2-40B4-BE49-F238E27FC236}">
                    <a16:creationId xmlns:a16="http://schemas.microsoft.com/office/drawing/2014/main" id="{07641279-7D9E-C780-8C9A-5E26DB9A0F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5782" y="8693554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9" name="Oval 1538">
                <a:extLst>
                  <a:ext uri="{FF2B5EF4-FFF2-40B4-BE49-F238E27FC236}">
                    <a16:creationId xmlns:a16="http://schemas.microsoft.com/office/drawing/2014/main" id="{A9E07E93-7147-6F06-F8BF-DDF5BD12044F}"/>
                  </a:ext>
                </a:extLst>
              </p:cNvPr>
              <p:cNvSpPr/>
              <p:nvPr/>
            </p:nvSpPr>
            <p:spPr>
              <a:xfrm>
                <a:off x="8626337" y="8656120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4" name="TextBox 1453">
              <a:extLst>
                <a:ext uri="{FF2B5EF4-FFF2-40B4-BE49-F238E27FC236}">
                  <a16:creationId xmlns:a16="http://schemas.microsoft.com/office/drawing/2014/main" id="{DAF114B5-3ACC-7ECF-50F8-37B108FF7204}"/>
                </a:ext>
              </a:extLst>
            </p:cNvPr>
            <p:cNvSpPr txBox="1"/>
            <p:nvPr/>
          </p:nvSpPr>
          <p:spPr>
            <a:xfrm>
              <a:off x="8071767" y="867609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1455" name="Group 1454">
              <a:extLst>
                <a:ext uri="{FF2B5EF4-FFF2-40B4-BE49-F238E27FC236}">
                  <a16:creationId xmlns:a16="http://schemas.microsoft.com/office/drawing/2014/main" id="{ED23A15D-5E0D-8B85-7C95-0177E2E77A2C}"/>
                </a:ext>
              </a:extLst>
            </p:cNvPr>
            <p:cNvGrpSpPr/>
            <p:nvPr/>
          </p:nvGrpSpPr>
          <p:grpSpPr>
            <a:xfrm>
              <a:off x="8343624" y="8858982"/>
              <a:ext cx="230190" cy="236033"/>
              <a:chOff x="13004673" y="6375891"/>
              <a:chExt cx="247005" cy="236033"/>
            </a:xfrm>
          </p:grpSpPr>
          <p:sp>
            <p:nvSpPr>
              <p:cNvPr id="1536" name="Cross 1535">
                <a:extLst>
                  <a:ext uri="{FF2B5EF4-FFF2-40B4-BE49-F238E27FC236}">
                    <a16:creationId xmlns:a16="http://schemas.microsoft.com/office/drawing/2014/main" id="{B527CF12-DD84-5483-9188-1A561C47850E}"/>
                  </a:ext>
                </a:extLst>
              </p:cNvPr>
              <p:cNvSpPr/>
              <p:nvPr/>
            </p:nvSpPr>
            <p:spPr>
              <a:xfrm rot="2759110">
                <a:off x="13014728" y="6374974"/>
                <a:ext cx="228601" cy="245299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7" name="Oval 1536">
                <a:extLst>
                  <a:ext uri="{FF2B5EF4-FFF2-40B4-BE49-F238E27FC236}">
                    <a16:creationId xmlns:a16="http://schemas.microsoft.com/office/drawing/2014/main" id="{3F029A39-45E3-780F-6976-679938491857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456" name="Connector: Elbow 1455">
              <a:extLst>
                <a:ext uri="{FF2B5EF4-FFF2-40B4-BE49-F238E27FC236}">
                  <a16:creationId xmlns:a16="http://schemas.microsoft.com/office/drawing/2014/main" id="{6C730530-D074-D5DD-8428-F419C225252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870200" y="8519632"/>
              <a:ext cx="264" cy="1121919"/>
            </a:xfrm>
            <a:prstGeom prst="bentConnector3">
              <a:avLst>
                <a:gd name="adj1" fmla="val -59222798"/>
              </a:avLst>
            </a:prstGeom>
            <a:ln w="1905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Straight Connector 1456">
              <a:extLst>
                <a:ext uri="{FF2B5EF4-FFF2-40B4-BE49-F238E27FC236}">
                  <a16:creationId xmlns:a16="http://schemas.microsoft.com/office/drawing/2014/main" id="{DB2531D1-8E62-E37C-9C5B-816BB35FCB6B}"/>
                </a:ext>
              </a:extLst>
            </p:cNvPr>
            <p:cNvCxnSpPr/>
            <p:nvPr/>
          </p:nvCxnSpPr>
          <p:spPr>
            <a:xfrm flipH="1">
              <a:off x="2620363" y="9068546"/>
              <a:ext cx="825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8" name="Straight Arrow Connector 1457">
              <a:extLst>
                <a:ext uri="{FF2B5EF4-FFF2-40B4-BE49-F238E27FC236}">
                  <a16:creationId xmlns:a16="http://schemas.microsoft.com/office/drawing/2014/main" id="{A6F7E636-1B87-40BE-1592-268AAD5422FC}"/>
                </a:ext>
              </a:extLst>
            </p:cNvPr>
            <p:cNvCxnSpPr>
              <a:stCxn id="1438" idx="5"/>
            </p:cNvCxnSpPr>
            <p:nvPr/>
          </p:nvCxnSpPr>
          <p:spPr>
            <a:xfrm>
              <a:off x="4312938" y="8405333"/>
              <a:ext cx="3492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Straight Arrow Connector 1458">
              <a:extLst>
                <a:ext uri="{FF2B5EF4-FFF2-40B4-BE49-F238E27FC236}">
                  <a16:creationId xmlns:a16="http://schemas.microsoft.com/office/drawing/2014/main" id="{77035834-556E-AE52-6DD3-B51C3D52A6A0}"/>
                </a:ext>
              </a:extLst>
            </p:cNvPr>
            <p:cNvCxnSpPr>
              <a:stCxn id="1439" idx="5"/>
            </p:cNvCxnSpPr>
            <p:nvPr/>
          </p:nvCxnSpPr>
          <p:spPr>
            <a:xfrm>
              <a:off x="4308877" y="9527252"/>
              <a:ext cx="3533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Straight Arrow Connector 1459">
              <a:extLst>
                <a:ext uri="{FF2B5EF4-FFF2-40B4-BE49-F238E27FC236}">
                  <a16:creationId xmlns:a16="http://schemas.microsoft.com/office/drawing/2014/main" id="{34801A09-3758-1D9A-36CD-A7AAFBDB29D2}"/>
                </a:ext>
              </a:extLst>
            </p:cNvPr>
            <p:cNvCxnSpPr/>
            <p:nvPr/>
          </p:nvCxnSpPr>
          <p:spPr>
            <a:xfrm>
              <a:off x="5626124" y="8405333"/>
              <a:ext cx="2866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1" name="Straight Arrow Connector 1460">
              <a:extLst>
                <a:ext uri="{FF2B5EF4-FFF2-40B4-BE49-F238E27FC236}">
                  <a16:creationId xmlns:a16="http://schemas.microsoft.com/office/drawing/2014/main" id="{EEBCA827-538C-33E6-45B9-0357F655463B}"/>
                </a:ext>
              </a:extLst>
            </p:cNvPr>
            <p:cNvCxnSpPr/>
            <p:nvPr/>
          </p:nvCxnSpPr>
          <p:spPr>
            <a:xfrm>
              <a:off x="5626124" y="9527252"/>
              <a:ext cx="2866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62" name="Group 1461">
              <a:extLst>
                <a:ext uri="{FF2B5EF4-FFF2-40B4-BE49-F238E27FC236}">
                  <a16:creationId xmlns:a16="http://schemas.microsoft.com/office/drawing/2014/main" id="{DBEF8DE6-942D-24E7-BF46-A52289EB64F6}"/>
                </a:ext>
              </a:extLst>
            </p:cNvPr>
            <p:cNvGrpSpPr/>
            <p:nvPr/>
          </p:nvGrpSpPr>
          <p:grpSpPr>
            <a:xfrm>
              <a:off x="4666243" y="8409136"/>
              <a:ext cx="959881" cy="1115525"/>
              <a:chOff x="10505922" y="10616954"/>
              <a:chExt cx="1000612" cy="1115525"/>
            </a:xfrm>
          </p:grpSpPr>
          <p:grpSp>
            <p:nvGrpSpPr>
              <p:cNvPr id="1510" name="Group 1509">
                <a:extLst>
                  <a:ext uri="{FF2B5EF4-FFF2-40B4-BE49-F238E27FC236}">
                    <a16:creationId xmlns:a16="http://schemas.microsoft.com/office/drawing/2014/main" id="{B8D140FC-2EDE-74EC-DC4F-E7DDBBC1FAE8}"/>
                  </a:ext>
                </a:extLst>
              </p:cNvPr>
              <p:cNvGrpSpPr/>
              <p:nvPr/>
            </p:nvGrpSpPr>
            <p:grpSpPr>
              <a:xfrm>
                <a:off x="10505922" y="10616954"/>
                <a:ext cx="488221" cy="1115525"/>
                <a:chOff x="10505922" y="10616954"/>
                <a:chExt cx="488221" cy="1115525"/>
              </a:xfrm>
            </p:grpSpPr>
            <p:sp>
              <p:nvSpPr>
                <p:cNvPr id="1524" name="Isosceles Triangle 1523">
                  <a:extLst>
                    <a:ext uri="{FF2B5EF4-FFF2-40B4-BE49-F238E27FC236}">
                      <a16:creationId xmlns:a16="http://schemas.microsoft.com/office/drawing/2014/main" id="{46042BF4-D5A1-F186-5516-BCE249E22058}"/>
                    </a:ext>
                  </a:extLst>
                </p:cNvPr>
                <p:cNvSpPr/>
                <p:nvPr/>
              </p:nvSpPr>
              <p:spPr>
                <a:xfrm rot="5400000">
                  <a:off x="10192956" y="10931293"/>
                  <a:ext cx="1115525" cy="486848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25" name="Straight Connector 1524">
                  <a:extLst>
                    <a:ext uri="{FF2B5EF4-FFF2-40B4-BE49-F238E27FC236}">
                      <a16:creationId xmlns:a16="http://schemas.microsoft.com/office/drawing/2014/main" id="{AA688EE5-F058-49B1-D7D3-03922ED66239}"/>
                    </a:ext>
                  </a:extLst>
                </p:cNvPr>
                <p:cNvCxnSpPr/>
                <p:nvPr/>
              </p:nvCxnSpPr>
              <p:spPr>
                <a:xfrm>
                  <a:off x="10506075" y="10810875"/>
                  <a:ext cx="1619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6" name="Straight Connector 1525">
                  <a:extLst>
                    <a:ext uri="{FF2B5EF4-FFF2-40B4-BE49-F238E27FC236}">
                      <a16:creationId xmlns:a16="http://schemas.microsoft.com/office/drawing/2014/main" id="{419136BF-E0BE-281F-43B7-431EFF1A6ECC}"/>
                    </a:ext>
                  </a:extLst>
                </p:cNvPr>
                <p:cNvCxnSpPr>
                  <a:endCxn id="1524" idx="1"/>
                </p:cNvCxnSpPr>
                <p:nvPr/>
              </p:nvCxnSpPr>
              <p:spPr>
                <a:xfrm flipV="1">
                  <a:off x="10507294" y="10895836"/>
                  <a:ext cx="2434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7" name="Straight Connector 1526">
                  <a:extLst>
                    <a:ext uri="{FF2B5EF4-FFF2-40B4-BE49-F238E27FC236}">
                      <a16:creationId xmlns:a16="http://schemas.microsoft.com/office/drawing/2014/main" id="{3B880578-E18B-E4D1-906C-BA094ABDF9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3" y="10991086"/>
                  <a:ext cx="32739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8" name="Straight Connector 1527">
                  <a:extLst>
                    <a:ext uri="{FF2B5EF4-FFF2-40B4-BE49-F238E27FC236}">
                      <a16:creationId xmlns:a16="http://schemas.microsoft.com/office/drawing/2014/main" id="{F374FA46-F989-6F9D-349D-27E788E442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2" y="11086336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9" name="Straight Connector 1528">
                  <a:extLst>
                    <a:ext uri="{FF2B5EF4-FFF2-40B4-BE49-F238E27FC236}">
                      <a16:creationId xmlns:a16="http://schemas.microsoft.com/office/drawing/2014/main" id="{B99DADD3-0058-009D-34D1-66B45B6D7FAB}"/>
                    </a:ext>
                  </a:extLst>
                </p:cNvPr>
                <p:cNvCxnSpPr>
                  <a:cxnSpLocks/>
                  <a:endCxn id="1524" idx="0"/>
                </p:cNvCxnSpPr>
                <p:nvPr/>
              </p:nvCxnSpPr>
              <p:spPr>
                <a:xfrm flipV="1">
                  <a:off x="10507291" y="11174718"/>
                  <a:ext cx="4868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0" name="Straight Connector 1529">
                  <a:extLst>
                    <a:ext uri="{FF2B5EF4-FFF2-40B4-BE49-F238E27FC236}">
                      <a16:creationId xmlns:a16="http://schemas.microsoft.com/office/drawing/2014/main" id="{D1727734-B7C4-9012-4FD0-577EC28A5F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047" y="11262551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1" name="Straight Connector 1530">
                  <a:extLst>
                    <a:ext uri="{FF2B5EF4-FFF2-40B4-BE49-F238E27FC236}">
                      <a16:creationId xmlns:a16="http://schemas.microsoft.com/office/drawing/2014/main" id="{0F050C6E-DD44-1FE9-EACF-032B7195A3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1" y="11357800"/>
                  <a:ext cx="32739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2" name="Straight Connector 1531">
                  <a:extLst>
                    <a:ext uri="{FF2B5EF4-FFF2-40B4-BE49-F238E27FC236}">
                      <a16:creationId xmlns:a16="http://schemas.microsoft.com/office/drawing/2014/main" id="{868074B1-8F84-76BF-95C5-204A2923B509}"/>
                    </a:ext>
                  </a:extLst>
                </p:cNvPr>
                <p:cNvCxnSpPr>
                  <a:cxnSpLocks/>
                  <a:endCxn id="1524" idx="5"/>
                </p:cNvCxnSpPr>
                <p:nvPr/>
              </p:nvCxnSpPr>
              <p:spPr>
                <a:xfrm>
                  <a:off x="10507291" y="11448288"/>
                  <a:ext cx="24342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3" name="Straight Connector 1532">
                  <a:extLst>
                    <a:ext uri="{FF2B5EF4-FFF2-40B4-BE49-F238E27FC236}">
                      <a16:creationId xmlns:a16="http://schemas.microsoft.com/office/drawing/2014/main" id="{B5B6D2B8-4936-65E1-7C5D-F8A48B28D9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526" y="11529249"/>
                  <a:ext cx="16626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4" name="Straight Connector 1533">
                  <a:extLst>
                    <a:ext uri="{FF2B5EF4-FFF2-40B4-BE49-F238E27FC236}">
                      <a16:creationId xmlns:a16="http://schemas.microsoft.com/office/drawing/2014/main" id="{DC5362E4-A3DD-3431-6D13-B5D13256D1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0693" y="11610209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5" name="Straight Connector 1534">
                  <a:extLst>
                    <a:ext uri="{FF2B5EF4-FFF2-40B4-BE49-F238E27FC236}">
                      <a16:creationId xmlns:a16="http://schemas.microsoft.com/office/drawing/2014/main" id="{07CD8427-3ACD-2569-614A-8824518D7F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5922" y="10729135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11" name="Group 1510">
                <a:extLst>
                  <a:ext uri="{FF2B5EF4-FFF2-40B4-BE49-F238E27FC236}">
                    <a16:creationId xmlns:a16="http://schemas.microsoft.com/office/drawing/2014/main" id="{6CDDD7BF-884F-C005-E955-CBD25C26199C}"/>
                  </a:ext>
                </a:extLst>
              </p:cNvPr>
              <p:cNvGrpSpPr/>
              <p:nvPr/>
            </p:nvGrpSpPr>
            <p:grpSpPr>
              <a:xfrm flipH="1">
                <a:off x="11018313" y="10616954"/>
                <a:ext cx="488221" cy="1115525"/>
                <a:chOff x="10505922" y="10616954"/>
                <a:chExt cx="488221" cy="1115525"/>
              </a:xfrm>
            </p:grpSpPr>
            <p:sp>
              <p:nvSpPr>
                <p:cNvPr id="1512" name="Isosceles Triangle 1511">
                  <a:extLst>
                    <a:ext uri="{FF2B5EF4-FFF2-40B4-BE49-F238E27FC236}">
                      <a16:creationId xmlns:a16="http://schemas.microsoft.com/office/drawing/2014/main" id="{8A7D01D1-79DF-C9C2-F9EE-63D774C1E054}"/>
                    </a:ext>
                  </a:extLst>
                </p:cNvPr>
                <p:cNvSpPr/>
                <p:nvPr/>
              </p:nvSpPr>
              <p:spPr>
                <a:xfrm rot="5400000">
                  <a:off x="10192956" y="10931293"/>
                  <a:ext cx="1115525" cy="486848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13" name="Straight Connector 1512">
                  <a:extLst>
                    <a:ext uri="{FF2B5EF4-FFF2-40B4-BE49-F238E27FC236}">
                      <a16:creationId xmlns:a16="http://schemas.microsoft.com/office/drawing/2014/main" id="{5372B8DD-4DB3-C83B-A532-F7A0C20FE12D}"/>
                    </a:ext>
                  </a:extLst>
                </p:cNvPr>
                <p:cNvCxnSpPr/>
                <p:nvPr/>
              </p:nvCxnSpPr>
              <p:spPr>
                <a:xfrm>
                  <a:off x="10506075" y="10810875"/>
                  <a:ext cx="1619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4" name="Straight Connector 1513">
                  <a:extLst>
                    <a:ext uri="{FF2B5EF4-FFF2-40B4-BE49-F238E27FC236}">
                      <a16:creationId xmlns:a16="http://schemas.microsoft.com/office/drawing/2014/main" id="{9AA4204A-37D5-9BBD-5C83-AC5653875D3A}"/>
                    </a:ext>
                  </a:extLst>
                </p:cNvPr>
                <p:cNvCxnSpPr>
                  <a:endCxn id="1512" idx="1"/>
                </p:cNvCxnSpPr>
                <p:nvPr/>
              </p:nvCxnSpPr>
              <p:spPr>
                <a:xfrm flipV="1">
                  <a:off x="10507294" y="10895836"/>
                  <a:ext cx="2434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5" name="Straight Connector 1514">
                  <a:extLst>
                    <a:ext uri="{FF2B5EF4-FFF2-40B4-BE49-F238E27FC236}">
                      <a16:creationId xmlns:a16="http://schemas.microsoft.com/office/drawing/2014/main" id="{A23303C4-AF0A-7C53-7A70-136A7E2665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3" y="10991086"/>
                  <a:ext cx="32739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6" name="Straight Connector 1515">
                  <a:extLst>
                    <a:ext uri="{FF2B5EF4-FFF2-40B4-BE49-F238E27FC236}">
                      <a16:creationId xmlns:a16="http://schemas.microsoft.com/office/drawing/2014/main" id="{E4DC9E4B-5C65-6592-4D38-D20ACAD3A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2" y="11086336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7" name="Straight Connector 1516">
                  <a:extLst>
                    <a:ext uri="{FF2B5EF4-FFF2-40B4-BE49-F238E27FC236}">
                      <a16:creationId xmlns:a16="http://schemas.microsoft.com/office/drawing/2014/main" id="{F023D7F2-9978-BE21-7C65-6D5EE1AB5633}"/>
                    </a:ext>
                  </a:extLst>
                </p:cNvPr>
                <p:cNvCxnSpPr>
                  <a:cxnSpLocks/>
                  <a:endCxn id="1512" idx="0"/>
                </p:cNvCxnSpPr>
                <p:nvPr/>
              </p:nvCxnSpPr>
              <p:spPr>
                <a:xfrm flipV="1">
                  <a:off x="10507291" y="11174718"/>
                  <a:ext cx="4868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8" name="Straight Connector 1517">
                  <a:extLst>
                    <a:ext uri="{FF2B5EF4-FFF2-40B4-BE49-F238E27FC236}">
                      <a16:creationId xmlns:a16="http://schemas.microsoft.com/office/drawing/2014/main" id="{4131163D-3BF6-7C95-7125-56463307B0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047" y="11262551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9" name="Straight Connector 1518">
                  <a:extLst>
                    <a:ext uri="{FF2B5EF4-FFF2-40B4-BE49-F238E27FC236}">
                      <a16:creationId xmlns:a16="http://schemas.microsoft.com/office/drawing/2014/main" id="{D6D20B03-EAB2-3F4F-EF02-E7937DBB69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1" y="11357800"/>
                  <a:ext cx="32739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0" name="Straight Connector 1519">
                  <a:extLst>
                    <a:ext uri="{FF2B5EF4-FFF2-40B4-BE49-F238E27FC236}">
                      <a16:creationId xmlns:a16="http://schemas.microsoft.com/office/drawing/2014/main" id="{A0A60515-E3BA-82C4-C420-C17D6C0349B2}"/>
                    </a:ext>
                  </a:extLst>
                </p:cNvPr>
                <p:cNvCxnSpPr>
                  <a:cxnSpLocks/>
                  <a:endCxn id="1512" idx="5"/>
                </p:cNvCxnSpPr>
                <p:nvPr/>
              </p:nvCxnSpPr>
              <p:spPr>
                <a:xfrm>
                  <a:off x="10507291" y="11448288"/>
                  <a:ext cx="24342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1" name="Straight Connector 1520">
                  <a:extLst>
                    <a:ext uri="{FF2B5EF4-FFF2-40B4-BE49-F238E27FC236}">
                      <a16:creationId xmlns:a16="http://schemas.microsoft.com/office/drawing/2014/main" id="{5B6267A4-0986-BBE0-F52C-4E71EE8B97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526" y="11529249"/>
                  <a:ext cx="16626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2" name="Straight Connector 1521">
                  <a:extLst>
                    <a:ext uri="{FF2B5EF4-FFF2-40B4-BE49-F238E27FC236}">
                      <a16:creationId xmlns:a16="http://schemas.microsoft.com/office/drawing/2014/main" id="{147CF632-B1C7-35B0-8E79-BCC47D8BB5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0693" y="11610209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3" name="Straight Connector 1522">
                  <a:extLst>
                    <a:ext uri="{FF2B5EF4-FFF2-40B4-BE49-F238E27FC236}">
                      <a16:creationId xmlns:a16="http://schemas.microsoft.com/office/drawing/2014/main" id="{9D178E6F-46CA-E489-4B5E-99FA9AA693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5922" y="10729135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63" name="Connector: Curved 1462">
              <a:extLst>
                <a:ext uri="{FF2B5EF4-FFF2-40B4-BE49-F238E27FC236}">
                  <a16:creationId xmlns:a16="http://schemas.microsoft.com/office/drawing/2014/main" id="{A82AF641-2BE8-39E5-1954-8D20B3B4C3F0}"/>
                </a:ext>
              </a:extLst>
            </p:cNvPr>
            <p:cNvCxnSpPr>
              <a:stCxn id="1448" idx="5"/>
              <a:endCxn id="1541" idx="0"/>
            </p:cNvCxnSpPr>
            <p:nvPr/>
          </p:nvCxnSpPr>
          <p:spPr>
            <a:xfrm>
              <a:off x="7355597" y="8405333"/>
              <a:ext cx="282272" cy="438226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4" name="Connector: Curved 1463">
              <a:extLst>
                <a:ext uri="{FF2B5EF4-FFF2-40B4-BE49-F238E27FC236}">
                  <a16:creationId xmlns:a16="http://schemas.microsoft.com/office/drawing/2014/main" id="{509A7331-4008-E895-46B7-DBBDC245EE35}"/>
                </a:ext>
              </a:extLst>
            </p:cNvPr>
            <p:cNvCxnSpPr>
              <a:stCxn id="1449" idx="5"/>
              <a:endCxn id="1541" idx="4"/>
            </p:cNvCxnSpPr>
            <p:nvPr/>
          </p:nvCxnSpPr>
          <p:spPr>
            <a:xfrm flipV="1">
              <a:off x="7351536" y="9072159"/>
              <a:ext cx="286333" cy="455093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5" name="Straight Arrow Connector 1464">
              <a:extLst>
                <a:ext uri="{FF2B5EF4-FFF2-40B4-BE49-F238E27FC236}">
                  <a16:creationId xmlns:a16="http://schemas.microsoft.com/office/drawing/2014/main" id="{0D54962D-769E-D20F-437B-75B2AEF0A152}"/>
                </a:ext>
              </a:extLst>
            </p:cNvPr>
            <p:cNvCxnSpPr>
              <a:cxnSpLocks/>
              <a:stCxn id="1541" idx="6"/>
              <a:endCxn id="1539" idx="2"/>
            </p:cNvCxnSpPr>
            <p:nvPr/>
          </p:nvCxnSpPr>
          <p:spPr>
            <a:xfrm>
              <a:off x="7752169" y="8957859"/>
              <a:ext cx="1995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6" name="Straight Arrow Connector 1465">
              <a:extLst>
                <a:ext uri="{FF2B5EF4-FFF2-40B4-BE49-F238E27FC236}">
                  <a16:creationId xmlns:a16="http://schemas.microsoft.com/office/drawing/2014/main" id="{CE7B8048-A651-BA83-B30D-FDB53BA18789}"/>
                </a:ext>
              </a:extLst>
            </p:cNvPr>
            <p:cNvCxnSpPr>
              <a:stCxn id="1454" idx="2"/>
              <a:endCxn id="1537" idx="2"/>
            </p:cNvCxnSpPr>
            <p:nvPr/>
          </p:nvCxnSpPr>
          <p:spPr>
            <a:xfrm flipV="1">
              <a:off x="8164133" y="8973282"/>
              <a:ext cx="1794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67" name="Rectangle 1466">
              <a:extLst>
                <a:ext uri="{FF2B5EF4-FFF2-40B4-BE49-F238E27FC236}">
                  <a16:creationId xmlns:a16="http://schemas.microsoft.com/office/drawing/2014/main" id="{5E947CD7-2605-42C6-0F87-17A28143DD82}"/>
                </a:ext>
              </a:extLst>
            </p:cNvPr>
            <p:cNvSpPr/>
            <p:nvPr/>
          </p:nvSpPr>
          <p:spPr>
            <a:xfrm>
              <a:off x="8248969" y="8042785"/>
              <a:ext cx="1828801" cy="1828801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isometricOffAxis2Righ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68" name="Picture 1467" descr="A diagram of a block diagram&#10;&#10;AI-generated content may be incorrect.">
              <a:extLst>
                <a:ext uri="{FF2B5EF4-FFF2-40B4-BE49-F238E27FC236}">
                  <a16:creationId xmlns:a16="http://schemas.microsoft.com/office/drawing/2014/main" id="{7437467C-4283-D36B-D55D-26F901D87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3914" y="7623806"/>
              <a:ext cx="1625762" cy="2583727"/>
            </a:xfrm>
            <a:prstGeom prst="rect">
              <a:avLst/>
            </a:prstGeom>
          </p:spPr>
        </p:pic>
        <p:sp>
          <p:nvSpPr>
            <p:cNvPr id="1469" name="TextBox 1468">
              <a:extLst>
                <a:ext uri="{FF2B5EF4-FFF2-40B4-BE49-F238E27FC236}">
                  <a16:creationId xmlns:a16="http://schemas.microsoft.com/office/drawing/2014/main" id="{E19BD1DA-4362-C2D9-F413-9B92F587F43F}"/>
                </a:ext>
              </a:extLst>
            </p:cNvPr>
            <p:cNvSpPr txBox="1"/>
            <p:nvPr/>
          </p:nvSpPr>
          <p:spPr>
            <a:xfrm>
              <a:off x="9811848" y="7185448"/>
              <a:ext cx="11079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Max pooling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H×W×1</a:t>
              </a:r>
            </a:p>
          </p:txBody>
        </p:sp>
        <p:sp>
          <p:nvSpPr>
            <p:cNvPr id="1470" name="TextBox 1469">
              <a:extLst>
                <a:ext uri="{FF2B5EF4-FFF2-40B4-BE49-F238E27FC236}">
                  <a16:creationId xmlns:a16="http://schemas.microsoft.com/office/drawing/2014/main" id="{4228A680-0151-C33E-AA24-B6E6598E4416}"/>
                </a:ext>
              </a:extLst>
            </p:cNvPr>
            <p:cNvSpPr txBox="1"/>
            <p:nvPr/>
          </p:nvSpPr>
          <p:spPr>
            <a:xfrm>
              <a:off x="9384229" y="10155539"/>
              <a:ext cx="1847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Avg pooling H×W×1</a:t>
              </a:r>
            </a:p>
          </p:txBody>
        </p:sp>
        <p:sp>
          <p:nvSpPr>
            <p:cNvPr id="1471" name="TextBox 1470">
              <a:extLst>
                <a:ext uri="{FF2B5EF4-FFF2-40B4-BE49-F238E27FC236}">
                  <a16:creationId xmlns:a16="http://schemas.microsoft.com/office/drawing/2014/main" id="{DC05DEFE-AC41-EB62-4F34-62AB32363537}"/>
                </a:ext>
              </a:extLst>
            </p:cNvPr>
            <p:cNvSpPr txBox="1"/>
            <p:nvPr/>
          </p:nvSpPr>
          <p:spPr>
            <a:xfrm>
              <a:off x="10611391" y="7680748"/>
              <a:ext cx="12234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Concatenation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H×W×2</a:t>
              </a:r>
            </a:p>
          </p:txBody>
        </p:sp>
        <p:sp>
          <p:nvSpPr>
            <p:cNvPr id="1472" name="TextBox 1471">
              <a:extLst>
                <a:ext uri="{FF2B5EF4-FFF2-40B4-BE49-F238E27FC236}">
                  <a16:creationId xmlns:a16="http://schemas.microsoft.com/office/drawing/2014/main" id="{D594C974-5DFF-8306-B321-42E6A1C5D1F0}"/>
                </a:ext>
              </a:extLst>
            </p:cNvPr>
            <p:cNvSpPr txBox="1"/>
            <p:nvPr/>
          </p:nvSpPr>
          <p:spPr>
            <a:xfrm>
              <a:off x="11261497" y="8462376"/>
              <a:ext cx="1212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Convolutional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2D</a:t>
              </a:r>
            </a:p>
          </p:txBody>
        </p:sp>
        <p:cxnSp>
          <p:nvCxnSpPr>
            <p:cNvPr id="1473" name="Straight Arrow Connector 1472">
              <a:extLst>
                <a:ext uri="{FF2B5EF4-FFF2-40B4-BE49-F238E27FC236}">
                  <a16:creationId xmlns:a16="http://schemas.microsoft.com/office/drawing/2014/main" id="{F0EBA284-18AA-0792-A954-0DB9D4965B92}"/>
                </a:ext>
              </a:extLst>
            </p:cNvPr>
            <p:cNvCxnSpPr>
              <a:cxnSpLocks/>
            </p:cNvCxnSpPr>
            <p:nvPr/>
          </p:nvCxnSpPr>
          <p:spPr>
            <a:xfrm>
              <a:off x="11351206" y="8740491"/>
              <a:ext cx="104820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74" name="Picture 1473" descr="A diagram of a block diagram&#10;&#10;AI-generated content may be incorrect.">
              <a:extLst>
                <a:ext uri="{FF2B5EF4-FFF2-40B4-BE49-F238E27FC236}">
                  <a16:creationId xmlns:a16="http://schemas.microsoft.com/office/drawing/2014/main" id="{1CD3E526-A569-7ECA-8042-2EA337E91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394" t="23359" r="18920" b="51894"/>
            <a:stretch/>
          </p:blipFill>
          <p:spPr>
            <a:xfrm>
              <a:off x="12414226" y="8042785"/>
              <a:ext cx="352424" cy="1395413"/>
            </a:xfrm>
            <a:prstGeom prst="rect">
              <a:avLst/>
            </a:prstGeom>
          </p:spPr>
        </p:pic>
        <p:grpSp>
          <p:nvGrpSpPr>
            <p:cNvPr id="1475" name="Group 1474">
              <a:extLst>
                <a:ext uri="{FF2B5EF4-FFF2-40B4-BE49-F238E27FC236}">
                  <a16:creationId xmlns:a16="http://schemas.microsoft.com/office/drawing/2014/main" id="{DB7B48B2-16CA-D2B7-A9A4-DAE7C9A7618E}"/>
                </a:ext>
              </a:extLst>
            </p:cNvPr>
            <p:cNvGrpSpPr/>
            <p:nvPr/>
          </p:nvGrpSpPr>
          <p:grpSpPr>
            <a:xfrm rot="20705433">
              <a:off x="12938977" y="8629054"/>
              <a:ext cx="228601" cy="228600"/>
              <a:chOff x="8626337" y="8656120"/>
              <a:chExt cx="228601" cy="228600"/>
            </a:xfrm>
          </p:grpSpPr>
          <p:cxnSp>
            <p:nvCxnSpPr>
              <p:cNvPr id="1508" name="Connector: Curved 1507">
                <a:extLst>
                  <a:ext uri="{FF2B5EF4-FFF2-40B4-BE49-F238E27FC236}">
                    <a16:creationId xmlns:a16="http://schemas.microsoft.com/office/drawing/2014/main" id="{CCF0B630-8954-CE56-BC0A-C7B6A570DD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5782" y="8693554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9" name="Oval 1508">
                <a:extLst>
                  <a:ext uri="{FF2B5EF4-FFF2-40B4-BE49-F238E27FC236}">
                    <a16:creationId xmlns:a16="http://schemas.microsoft.com/office/drawing/2014/main" id="{FF23AA23-709F-151F-A3C5-042430E6DB99}"/>
                  </a:ext>
                </a:extLst>
              </p:cNvPr>
              <p:cNvSpPr/>
              <p:nvPr/>
            </p:nvSpPr>
            <p:spPr>
              <a:xfrm>
                <a:off x="8626337" y="8656120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6" name="TextBox 1475">
              <a:extLst>
                <a:ext uri="{FF2B5EF4-FFF2-40B4-BE49-F238E27FC236}">
                  <a16:creationId xmlns:a16="http://schemas.microsoft.com/office/drawing/2014/main" id="{52F4706E-7089-5FE3-6625-510600EB16A1}"/>
                </a:ext>
              </a:extLst>
            </p:cNvPr>
            <p:cNvSpPr txBox="1"/>
            <p:nvPr/>
          </p:nvSpPr>
          <p:spPr>
            <a:xfrm>
              <a:off x="13062867" y="842844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1477" name="Group 1476">
              <a:extLst>
                <a:ext uri="{FF2B5EF4-FFF2-40B4-BE49-F238E27FC236}">
                  <a16:creationId xmlns:a16="http://schemas.microsoft.com/office/drawing/2014/main" id="{9E3F1451-C754-0624-3F6C-F43E864F1ACA}"/>
                </a:ext>
              </a:extLst>
            </p:cNvPr>
            <p:cNvGrpSpPr/>
            <p:nvPr/>
          </p:nvGrpSpPr>
          <p:grpSpPr>
            <a:xfrm>
              <a:off x="13334724" y="8611332"/>
              <a:ext cx="230190" cy="236033"/>
              <a:chOff x="13004673" y="6375891"/>
              <a:chExt cx="247005" cy="236033"/>
            </a:xfrm>
          </p:grpSpPr>
          <p:sp>
            <p:nvSpPr>
              <p:cNvPr id="1506" name="Cross 1505">
                <a:extLst>
                  <a:ext uri="{FF2B5EF4-FFF2-40B4-BE49-F238E27FC236}">
                    <a16:creationId xmlns:a16="http://schemas.microsoft.com/office/drawing/2014/main" id="{5B2AB9B5-80FF-17E3-5D45-A2518A09B314}"/>
                  </a:ext>
                </a:extLst>
              </p:cNvPr>
              <p:cNvSpPr/>
              <p:nvPr/>
            </p:nvSpPr>
            <p:spPr>
              <a:xfrm rot="2759110">
                <a:off x="13014728" y="6374974"/>
                <a:ext cx="228601" cy="245299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7" name="Oval 1506">
                <a:extLst>
                  <a:ext uri="{FF2B5EF4-FFF2-40B4-BE49-F238E27FC236}">
                    <a16:creationId xmlns:a16="http://schemas.microsoft.com/office/drawing/2014/main" id="{A5B13D39-F761-E0D1-1602-EAB33BC78AE3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478" name="Straight Arrow Connector 1477">
              <a:extLst>
                <a:ext uri="{FF2B5EF4-FFF2-40B4-BE49-F238E27FC236}">
                  <a16:creationId xmlns:a16="http://schemas.microsoft.com/office/drawing/2014/main" id="{677656CC-D564-1520-4600-490F248A5EF6}"/>
                </a:ext>
              </a:extLst>
            </p:cNvPr>
            <p:cNvCxnSpPr>
              <a:cxnSpLocks/>
              <a:endCxn id="1509" idx="2"/>
            </p:cNvCxnSpPr>
            <p:nvPr/>
          </p:nvCxnSpPr>
          <p:spPr>
            <a:xfrm>
              <a:off x="12743269" y="8729259"/>
              <a:ext cx="1995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9" name="Straight Arrow Connector 1478">
              <a:extLst>
                <a:ext uri="{FF2B5EF4-FFF2-40B4-BE49-F238E27FC236}">
                  <a16:creationId xmlns:a16="http://schemas.microsoft.com/office/drawing/2014/main" id="{F5379E6E-5B2E-C1BC-BC9D-A2700E2F8E28}"/>
                </a:ext>
              </a:extLst>
            </p:cNvPr>
            <p:cNvCxnSpPr>
              <a:stCxn id="1476" idx="2"/>
              <a:endCxn id="1507" idx="2"/>
            </p:cNvCxnSpPr>
            <p:nvPr/>
          </p:nvCxnSpPr>
          <p:spPr>
            <a:xfrm flipV="1">
              <a:off x="13155233" y="8725632"/>
              <a:ext cx="1794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80" name="TextBox 1479">
              <a:extLst>
                <a:ext uri="{FF2B5EF4-FFF2-40B4-BE49-F238E27FC236}">
                  <a16:creationId xmlns:a16="http://schemas.microsoft.com/office/drawing/2014/main" id="{A3B36DC7-2768-6E66-D03C-C5D6C3F3BD44}"/>
                </a:ext>
              </a:extLst>
            </p:cNvPr>
            <p:cNvSpPr txBox="1"/>
            <p:nvPr/>
          </p:nvSpPr>
          <p:spPr>
            <a:xfrm rot="16200000">
              <a:off x="12676021" y="8113404"/>
              <a:ext cx="7761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H×W×1</a:t>
              </a:r>
            </a:p>
          </p:txBody>
        </p:sp>
        <p:sp>
          <p:nvSpPr>
            <p:cNvPr id="1481" name="TextBox 1480">
              <a:extLst>
                <a:ext uri="{FF2B5EF4-FFF2-40B4-BE49-F238E27FC236}">
                  <a16:creationId xmlns:a16="http://schemas.microsoft.com/office/drawing/2014/main" id="{7ECF1AC3-DD1D-38F4-09A0-EC1D3A5A7EB7}"/>
                </a:ext>
              </a:extLst>
            </p:cNvPr>
            <p:cNvSpPr txBox="1"/>
            <p:nvPr/>
          </p:nvSpPr>
          <p:spPr>
            <a:xfrm>
              <a:off x="11852669" y="9332753"/>
              <a:ext cx="14045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Convolutional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H×W×1 </a:t>
              </a:r>
            </a:p>
          </p:txBody>
        </p:sp>
        <p:cxnSp>
          <p:nvCxnSpPr>
            <p:cNvPr id="1482" name="Straight Arrow Connector 1481">
              <a:extLst>
                <a:ext uri="{FF2B5EF4-FFF2-40B4-BE49-F238E27FC236}">
                  <a16:creationId xmlns:a16="http://schemas.microsoft.com/office/drawing/2014/main" id="{1B14C3E3-9C02-B14A-7488-C6B398097E49}"/>
                </a:ext>
              </a:extLst>
            </p:cNvPr>
            <p:cNvCxnSpPr>
              <a:cxnSpLocks/>
              <a:stCxn id="1537" idx="6"/>
            </p:cNvCxnSpPr>
            <p:nvPr/>
          </p:nvCxnSpPr>
          <p:spPr>
            <a:xfrm>
              <a:off x="8572225" y="8973282"/>
              <a:ext cx="140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3" name="Straight Arrow Connector 1482">
              <a:extLst>
                <a:ext uri="{FF2B5EF4-FFF2-40B4-BE49-F238E27FC236}">
                  <a16:creationId xmlns:a16="http://schemas.microsoft.com/office/drawing/2014/main" id="{A913A290-0215-1561-BC27-D2A10D41BE01}"/>
                </a:ext>
              </a:extLst>
            </p:cNvPr>
            <p:cNvCxnSpPr/>
            <p:nvPr/>
          </p:nvCxnSpPr>
          <p:spPr>
            <a:xfrm>
              <a:off x="9548692" y="9030437"/>
              <a:ext cx="2463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4" name="Connector: Elbow 1483">
              <a:extLst>
                <a:ext uri="{FF2B5EF4-FFF2-40B4-BE49-F238E27FC236}">
                  <a16:creationId xmlns:a16="http://schemas.microsoft.com/office/drawing/2014/main" id="{7A1476F0-8E28-C7B9-8171-49DC33C2E9A7}"/>
                </a:ext>
              </a:extLst>
            </p:cNvPr>
            <p:cNvCxnSpPr>
              <a:cxnSpLocks/>
              <a:endCxn id="1537" idx="4"/>
            </p:cNvCxnSpPr>
            <p:nvPr/>
          </p:nvCxnSpPr>
          <p:spPr>
            <a:xfrm flipV="1">
              <a:off x="2245713" y="9087582"/>
              <a:ext cx="6212212" cy="1405885"/>
            </a:xfrm>
            <a:prstGeom prst="bentConnector2">
              <a:avLst/>
            </a:prstGeom>
            <a:ln>
              <a:prstDash val="dash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5" name="Straight Connector 1484">
              <a:extLst>
                <a:ext uri="{FF2B5EF4-FFF2-40B4-BE49-F238E27FC236}">
                  <a16:creationId xmlns:a16="http://schemas.microsoft.com/office/drawing/2014/main" id="{3BBCA50F-632F-B764-3F58-46A82380A09E}"/>
                </a:ext>
              </a:extLst>
            </p:cNvPr>
            <p:cNvCxnSpPr>
              <a:cxnSpLocks/>
            </p:cNvCxnSpPr>
            <p:nvPr/>
          </p:nvCxnSpPr>
          <p:spPr>
            <a:xfrm>
              <a:off x="2245713" y="9970247"/>
              <a:ext cx="0" cy="523220"/>
            </a:xfrm>
            <a:prstGeom prst="line">
              <a:avLst/>
            </a:prstGeom>
            <a:ln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86" name="TextBox 1485">
              <a:extLst>
                <a:ext uri="{FF2B5EF4-FFF2-40B4-BE49-F238E27FC236}">
                  <a16:creationId xmlns:a16="http://schemas.microsoft.com/office/drawing/2014/main" id="{9245A5E6-FB4D-D7CA-8AAF-FA313E151202}"/>
                </a:ext>
              </a:extLst>
            </p:cNvPr>
            <p:cNvSpPr txBox="1"/>
            <p:nvPr/>
          </p:nvSpPr>
          <p:spPr>
            <a:xfrm rot="19669010">
              <a:off x="8318792" y="7808119"/>
              <a:ext cx="1439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Feature: H×W×C</a:t>
              </a:r>
            </a:p>
          </p:txBody>
        </p:sp>
        <p:cxnSp>
          <p:nvCxnSpPr>
            <p:cNvPr id="1487" name="Connector: Elbow 1486">
              <a:extLst>
                <a:ext uri="{FF2B5EF4-FFF2-40B4-BE49-F238E27FC236}">
                  <a16:creationId xmlns:a16="http://schemas.microsoft.com/office/drawing/2014/main" id="{AFB05D62-2DE6-2738-0B49-F798B1D2896B}"/>
                </a:ext>
              </a:extLst>
            </p:cNvPr>
            <p:cNvCxnSpPr>
              <a:cxnSpLocks/>
              <a:endCxn id="1507" idx="4"/>
            </p:cNvCxnSpPr>
            <p:nvPr/>
          </p:nvCxnSpPr>
          <p:spPr>
            <a:xfrm flipV="1">
              <a:off x="2209800" y="8839932"/>
              <a:ext cx="11239225" cy="1714758"/>
            </a:xfrm>
            <a:prstGeom prst="bentConnector2">
              <a:avLst/>
            </a:prstGeom>
            <a:ln>
              <a:solidFill>
                <a:srgbClr val="7030A0"/>
              </a:solidFill>
              <a:prstDash val="dash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8" name="Straight Connector 1487">
              <a:extLst>
                <a:ext uri="{FF2B5EF4-FFF2-40B4-BE49-F238E27FC236}">
                  <a16:creationId xmlns:a16="http://schemas.microsoft.com/office/drawing/2014/main" id="{3BEE6E8C-FBFE-548F-B2D5-8CFB962E6A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1263" y="10027397"/>
              <a:ext cx="0" cy="523220"/>
            </a:xfrm>
            <a:prstGeom prst="line">
              <a:avLst/>
            </a:prstGeom>
            <a:ln>
              <a:solidFill>
                <a:srgbClr val="7030A0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89" name="Cube 1488">
              <a:extLst>
                <a:ext uri="{FF2B5EF4-FFF2-40B4-BE49-F238E27FC236}">
                  <a16:creationId xmlns:a16="http://schemas.microsoft.com/office/drawing/2014/main" id="{3615B918-3857-966F-729D-85225A70E2F5}"/>
                </a:ext>
              </a:extLst>
            </p:cNvPr>
            <p:cNvSpPr/>
            <p:nvPr/>
          </p:nvSpPr>
          <p:spPr>
            <a:xfrm>
              <a:off x="13769133" y="8340143"/>
              <a:ext cx="640080" cy="640080"/>
            </a:xfrm>
            <a:prstGeom prst="cube">
              <a:avLst/>
            </a:prstGeom>
            <a:solidFill>
              <a:srgbClr val="FE7C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90" name="Straight Arrow Connector 1489">
              <a:extLst>
                <a:ext uri="{FF2B5EF4-FFF2-40B4-BE49-F238E27FC236}">
                  <a16:creationId xmlns:a16="http://schemas.microsoft.com/office/drawing/2014/main" id="{39CE5C0D-BDD0-4147-CA90-BB42010D0072}"/>
                </a:ext>
              </a:extLst>
            </p:cNvPr>
            <p:cNvCxnSpPr>
              <a:cxnSpLocks/>
            </p:cNvCxnSpPr>
            <p:nvPr/>
          </p:nvCxnSpPr>
          <p:spPr>
            <a:xfrm>
              <a:off x="13557195" y="8725632"/>
              <a:ext cx="2180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91" name="TextBox 1490">
              <a:extLst>
                <a:ext uri="{FF2B5EF4-FFF2-40B4-BE49-F238E27FC236}">
                  <a16:creationId xmlns:a16="http://schemas.microsoft.com/office/drawing/2014/main" id="{9689C62C-FE75-3608-F2BA-B973A5EAE8AD}"/>
                </a:ext>
              </a:extLst>
            </p:cNvPr>
            <p:cNvSpPr txBox="1"/>
            <p:nvPr/>
          </p:nvSpPr>
          <p:spPr>
            <a:xfrm>
              <a:off x="13703742" y="7845957"/>
              <a:ext cx="7938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CBAM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Features</a:t>
              </a:r>
            </a:p>
          </p:txBody>
        </p:sp>
        <p:sp>
          <p:nvSpPr>
            <p:cNvPr id="1492" name="TextBox 1491">
              <a:extLst>
                <a:ext uri="{FF2B5EF4-FFF2-40B4-BE49-F238E27FC236}">
                  <a16:creationId xmlns:a16="http://schemas.microsoft.com/office/drawing/2014/main" id="{11704156-DE2B-D668-19D6-724AFAE86CAE}"/>
                </a:ext>
              </a:extLst>
            </p:cNvPr>
            <p:cNvSpPr txBox="1"/>
            <p:nvPr/>
          </p:nvSpPr>
          <p:spPr>
            <a:xfrm>
              <a:off x="3938090" y="10563762"/>
              <a:ext cx="23774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Channel Attention Module</a:t>
              </a:r>
            </a:p>
          </p:txBody>
        </p:sp>
        <p:sp>
          <p:nvSpPr>
            <p:cNvPr id="1493" name="TextBox 1492">
              <a:extLst>
                <a:ext uri="{FF2B5EF4-FFF2-40B4-BE49-F238E27FC236}">
                  <a16:creationId xmlns:a16="http://schemas.microsoft.com/office/drawing/2014/main" id="{47484563-CBAC-ABFD-C92D-035F0C9E0965}"/>
                </a:ext>
              </a:extLst>
            </p:cNvPr>
            <p:cNvSpPr txBox="1"/>
            <p:nvPr/>
          </p:nvSpPr>
          <p:spPr>
            <a:xfrm rot="16200000">
              <a:off x="13041792" y="8113404"/>
              <a:ext cx="8066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H×W×C</a:t>
              </a:r>
            </a:p>
          </p:txBody>
        </p:sp>
        <p:sp>
          <p:nvSpPr>
            <p:cNvPr id="1494" name="TextBox 1493">
              <a:extLst>
                <a:ext uri="{FF2B5EF4-FFF2-40B4-BE49-F238E27FC236}">
                  <a16:creationId xmlns:a16="http://schemas.microsoft.com/office/drawing/2014/main" id="{AF42388A-DB7B-30C7-3ACE-9A6B0C1DAF8D}"/>
                </a:ext>
              </a:extLst>
            </p:cNvPr>
            <p:cNvSpPr txBox="1"/>
            <p:nvPr/>
          </p:nvSpPr>
          <p:spPr>
            <a:xfrm>
              <a:off x="10206321" y="10580639"/>
              <a:ext cx="22652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Attention Module</a:t>
              </a:r>
            </a:p>
          </p:txBody>
        </p:sp>
        <p:sp>
          <p:nvSpPr>
            <p:cNvPr id="1495" name="Flowchart: Summing Junction 1494">
              <a:extLst>
                <a:ext uri="{FF2B5EF4-FFF2-40B4-BE49-F238E27FC236}">
                  <a16:creationId xmlns:a16="http://schemas.microsoft.com/office/drawing/2014/main" id="{57C1F125-16E6-B2C6-B5BA-6E4A18A53B75}"/>
                </a:ext>
              </a:extLst>
            </p:cNvPr>
            <p:cNvSpPr/>
            <p:nvPr/>
          </p:nvSpPr>
          <p:spPr>
            <a:xfrm>
              <a:off x="9516781" y="10953171"/>
              <a:ext cx="320040" cy="320040"/>
            </a:xfrm>
            <a:prstGeom prst="flowChartSummingJunct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6" name="TextBox 1495">
              <a:extLst>
                <a:ext uri="{FF2B5EF4-FFF2-40B4-BE49-F238E27FC236}">
                  <a16:creationId xmlns:a16="http://schemas.microsoft.com/office/drawing/2014/main" id="{9DFE883E-3BA9-37D2-2A11-62D96AB75F55}"/>
                </a:ext>
              </a:extLst>
            </p:cNvPr>
            <p:cNvSpPr txBox="1"/>
            <p:nvPr/>
          </p:nvSpPr>
          <p:spPr>
            <a:xfrm>
              <a:off x="7421118" y="10986254"/>
              <a:ext cx="20873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Addition</a:t>
              </a:r>
            </a:p>
          </p:txBody>
        </p:sp>
        <p:sp>
          <p:nvSpPr>
            <p:cNvPr id="1497" name="Flowchart: Or 1496">
              <a:extLst>
                <a:ext uri="{FF2B5EF4-FFF2-40B4-BE49-F238E27FC236}">
                  <a16:creationId xmlns:a16="http://schemas.microsoft.com/office/drawing/2014/main" id="{6461538E-C4A6-12D6-2A75-6B4A5816FD17}"/>
                </a:ext>
              </a:extLst>
            </p:cNvPr>
            <p:cNvSpPr/>
            <p:nvPr/>
          </p:nvSpPr>
          <p:spPr>
            <a:xfrm>
              <a:off x="7158228" y="10953171"/>
              <a:ext cx="320040" cy="320040"/>
            </a:xfrm>
            <a:prstGeom prst="flowChar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8" name="TextBox 1497">
              <a:extLst>
                <a:ext uri="{FF2B5EF4-FFF2-40B4-BE49-F238E27FC236}">
                  <a16:creationId xmlns:a16="http://schemas.microsoft.com/office/drawing/2014/main" id="{3D70975A-E625-2D5B-2122-42B071CC7857}"/>
                </a:ext>
              </a:extLst>
            </p:cNvPr>
            <p:cNvSpPr txBox="1"/>
            <p:nvPr/>
          </p:nvSpPr>
          <p:spPr>
            <a:xfrm>
              <a:off x="9823329" y="10967204"/>
              <a:ext cx="20072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Product</a:t>
              </a:r>
            </a:p>
          </p:txBody>
        </p:sp>
        <p:grpSp>
          <p:nvGrpSpPr>
            <p:cNvPr id="1499" name="Group 1498">
              <a:extLst>
                <a:ext uri="{FF2B5EF4-FFF2-40B4-BE49-F238E27FC236}">
                  <a16:creationId xmlns:a16="http://schemas.microsoft.com/office/drawing/2014/main" id="{122D1357-2ABC-58B3-E5D6-797AD2CC33C7}"/>
                </a:ext>
              </a:extLst>
            </p:cNvPr>
            <p:cNvGrpSpPr/>
            <p:nvPr/>
          </p:nvGrpSpPr>
          <p:grpSpPr>
            <a:xfrm>
              <a:off x="11932764" y="10995511"/>
              <a:ext cx="320040" cy="320040"/>
              <a:chOff x="8100277" y="10048279"/>
              <a:chExt cx="228601" cy="228600"/>
            </a:xfrm>
          </p:grpSpPr>
          <p:cxnSp>
            <p:nvCxnSpPr>
              <p:cNvPr id="1504" name="Connector: Curved 1503">
                <a:extLst>
                  <a:ext uri="{FF2B5EF4-FFF2-40B4-BE49-F238E27FC236}">
                    <a16:creationId xmlns:a16="http://schemas.microsoft.com/office/drawing/2014/main" id="{3F445638-94AF-9C31-3416-734D76C527A3}"/>
                  </a:ext>
                </a:extLst>
              </p:cNvPr>
              <p:cNvCxnSpPr>
                <a:cxnSpLocks/>
              </p:cNvCxnSpPr>
              <p:nvPr/>
            </p:nvCxnSpPr>
            <p:spPr>
              <a:xfrm rot="20705433" flipV="1">
                <a:off x="8129730" y="10085772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5" name="Oval 1504">
                <a:extLst>
                  <a:ext uri="{FF2B5EF4-FFF2-40B4-BE49-F238E27FC236}">
                    <a16:creationId xmlns:a16="http://schemas.microsoft.com/office/drawing/2014/main" id="{92E223A2-43B2-B529-5175-5E3E42C9D72D}"/>
                  </a:ext>
                </a:extLst>
              </p:cNvPr>
              <p:cNvSpPr/>
              <p:nvPr/>
            </p:nvSpPr>
            <p:spPr>
              <a:xfrm rot="20705433">
                <a:off x="8100277" y="10048279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00" name="TextBox 1499">
              <a:extLst>
                <a:ext uri="{FF2B5EF4-FFF2-40B4-BE49-F238E27FC236}">
                  <a16:creationId xmlns:a16="http://schemas.microsoft.com/office/drawing/2014/main" id="{A4304D43-122C-6B34-E2F8-C6A814DC09DF}"/>
                </a:ext>
              </a:extLst>
            </p:cNvPr>
            <p:cNvSpPr txBox="1"/>
            <p:nvPr/>
          </p:nvSpPr>
          <p:spPr>
            <a:xfrm>
              <a:off x="12236649" y="10986254"/>
              <a:ext cx="17907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 Activation</a:t>
              </a:r>
            </a:p>
          </p:txBody>
        </p:sp>
        <p:sp>
          <p:nvSpPr>
            <p:cNvPr id="1501" name="TextBox 1500">
              <a:extLst>
                <a:ext uri="{FF2B5EF4-FFF2-40B4-BE49-F238E27FC236}">
                  <a16:creationId xmlns:a16="http://schemas.microsoft.com/office/drawing/2014/main" id="{EA6E6086-C30D-5A09-0127-3D3B8FF8AF9E}"/>
                </a:ext>
              </a:extLst>
            </p:cNvPr>
            <p:cNvSpPr txBox="1"/>
            <p:nvPr/>
          </p:nvSpPr>
          <p:spPr>
            <a:xfrm rot="19693843">
              <a:off x="4585822" y="7362266"/>
              <a:ext cx="11192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Act. = ReLU</a:t>
              </a:r>
            </a:p>
          </p:txBody>
        </p:sp>
        <p:sp>
          <p:nvSpPr>
            <p:cNvPr id="1502" name="TextBox 1501">
              <a:extLst>
                <a:ext uri="{FF2B5EF4-FFF2-40B4-BE49-F238E27FC236}">
                  <a16:creationId xmlns:a16="http://schemas.microsoft.com/office/drawing/2014/main" id="{48CDAC9B-E317-30E1-B8BE-31142355E5E2}"/>
                </a:ext>
              </a:extLst>
            </p:cNvPr>
            <p:cNvSpPr txBox="1"/>
            <p:nvPr/>
          </p:nvSpPr>
          <p:spPr>
            <a:xfrm>
              <a:off x="11892075" y="7391216"/>
              <a:ext cx="121433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a-DK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Filters=1</a:t>
              </a:r>
            </a:p>
            <a:p>
              <a:pPr algn="ctr"/>
              <a:r>
                <a:rPr lang="da-DK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Kernel Size=7</a:t>
              </a:r>
            </a:p>
            <a:p>
              <a:pPr algn="ctr"/>
              <a:r>
                <a:rPr lang="da-DK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Strides=1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3" name="TextBox 1502">
              <a:extLst>
                <a:ext uri="{FF2B5EF4-FFF2-40B4-BE49-F238E27FC236}">
                  <a16:creationId xmlns:a16="http://schemas.microsoft.com/office/drawing/2014/main" id="{CC226070-8B13-673F-CA0B-755F41A2A3FA}"/>
                </a:ext>
              </a:extLst>
            </p:cNvPr>
            <p:cNvSpPr txBox="1"/>
            <p:nvPr/>
          </p:nvSpPr>
          <p:spPr>
            <a:xfrm>
              <a:off x="1850756" y="10976631"/>
              <a:ext cx="52648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H= Height, W= Width, C= Channel, Act= Activation Function</a:t>
              </a:r>
            </a:p>
          </p:txBody>
        </p:sp>
      </p:grpSp>
      <p:grpSp>
        <p:nvGrpSpPr>
          <p:cNvPr id="1542" name="Group 1541">
            <a:extLst>
              <a:ext uri="{FF2B5EF4-FFF2-40B4-BE49-F238E27FC236}">
                <a16:creationId xmlns:a16="http://schemas.microsoft.com/office/drawing/2014/main" id="{9A813685-09A0-F1ED-68CB-D2A5792137A7}"/>
              </a:ext>
            </a:extLst>
          </p:cNvPr>
          <p:cNvGrpSpPr/>
          <p:nvPr/>
        </p:nvGrpSpPr>
        <p:grpSpPr>
          <a:xfrm>
            <a:off x="2977833" y="611782"/>
            <a:ext cx="16904333" cy="7470353"/>
            <a:chOff x="744804" y="2825028"/>
            <a:chExt cx="16904333" cy="7470353"/>
          </a:xfrm>
        </p:grpSpPr>
        <p:cxnSp>
          <p:nvCxnSpPr>
            <p:cNvPr id="1416" name="Straight Arrow Connector 1415">
              <a:extLst>
                <a:ext uri="{FF2B5EF4-FFF2-40B4-BE49-F238E27FC236}">
                  <a16:creationId xmlns:a16="http://schemas.microsoft.com/office/drawing/2014/main" id="{6F6AA96C-DCBD-1CF0-B6EF-F8EB931A8D39}"/>
                </a:ext>
              </a:extLst>
            </p:cNvPr>
            <p:cNvCxnSpPr>
              <a:stCxn id="10" idx="3"/>
              <a:endCxn id="1094" idx="2"/>
            </p:cNvCxnSpPr>
            <p:nvPr/>
          </p:nvCxnSpPr>
          <p:spPr>
            <a:xfrm>
              <a:off x="7474709" y="4271229"/>
              <a:ext cx="503272" cy="333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3" name="Straight Arrow Connector 1152">
              <a:extLst>
                <a:ext uri="{FF2B5EF4-FFF2-40B4-BE49-F238E27FC236}">
                  <a16:creationId xmlns:a16="http://schemas.microsoft.com/office/drawing/2014/main" id="{388BA380-3E4F-723E-766B-CEA3BF328ADF}"/>
                </a:ext>
              </a:extLst>
            </p:cNvPr>
            <p:cNvCxnSpPr>
              <a:stCxn id="10" idx="3"/>
              <a:endCxn id="1067" idx="2"/>
            </p:cNvCxnSpPr>
            <p:nvPr/>
          </p:nvCxnSpPr>
          <p:spPr>
            <a:xfrm flipV="1">
              <a:off x="7474709" y="3267344"/>
              <a:ext cx="519216" cy="100388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7" name="Straight Arrow Connector 1156">
              <a:extLst>
                <a:ext uri="{FF2B5EF4-FFF2-40B4-BE49-F238E27FC236}">
                  <a16:creationId xmlns:a16="http://schemas.microsoft.com/office/drawing/2014/main" id="{E52BB527-C140-0BF6-370E-4616A10BF7A7}"/>
                </a:ext>
              </a:extLst>
            </p:cNvPr>
            <p:cNvCxnSpPr>
              <a:stCxn id="10" idx="3"/>
              <a:endCxn id="1104" idx="2"/>
            </p:cNvCxnSpPr>
            <p:nvPr/>
          </p:nvCxnSpPr>
          <p:spPr>
            <a:xfrm>
              <a:off x="7474709" y="4271229"/>
              <a:ext cx="543372" cy="99157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AD7944-2DA7-C3F0-A6E6-4FE5A884596D}"/>
                </a:ext>
              </a:extLst>
            </p:cNvPr>
            <p:cNvSpPr txBox="1"/>
            <p:nvPr/>
          </p:nvSpPr>
          <p:spPr>
            <a:xfrm>
              <a:off x="10190532" y="5205206"/>
              <a:ext cx="17908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Resize: 224×224×3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792E5D7-B951-6E16-DDBB-4CAEC333DAD6}"/>
                </a:ext>
              </a:extLst>
            </p:cNvPr>
            <p:cNvSpPr/>
            <p:nvPr/>
          </p:nvSpPr>
          <p:spPr>
            <a:xfrm>
              <a:off x="12359654" y="3171578"/>
              <a:ext cx="4165600" cy="2294739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5056EA-A41E-CB38-7B63-8792A2F8E110}"/>
                </a:ext>
              </a:extLst>
            </p:cNvPr>
            <p:cNvSpPr txBox="1"/>
            <p:nvPr/>
          </p:nvSpPr>
          <p:spPr>
            <a:xfrm rot="16200000">
              <a:off x="12126579" y="4217108"/>
              <a:ext cx="10999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Rotation 17°</a:t>
              </a:r>
            </a:p>
          </p:txBody>
        </p:sp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FC880F28-7A18-C8CC-B38D-2DF1E99BB9B7}"/>
                </a:ext>
              </a:extLst>
            </p:cNvPr>
            <p:cNvGrpSpPr/>
            <p:nvPr/>
          </p:nvGrpSpPr>
          <p:grpSpPr>
            <a:xfrm>
              <a:off x="5621699" y="3919539"/>
              <a:ext cx="1911366" cy="741774"/>
              <a:chOff x="6064048" y="1637835"/>
              <a:chExt cx="1737305" cy="576993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351E1ED-3833-7F80-D6EE-0DB09079D1A8}"/>
                  </a:ext>
                </a:extLst>
              </p:cNvPr>
              <p:cNvSpPr/>
              <p:nvPr/>
            </p:nvSpPr>
            <p:spPr>
              <a:xfrm rot="16200000">
                <a:off x="6644204" y="1057679"/>
                <a:ext cx="576993" cy="1737305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B455E7-4041-D5EE-1D39-2364DEF3E565}"/>
                  </a:ext>
                </a:extLst>
              </p:cNvPr>
              <p:cNvSpPr txBox="1"/>
              <p:nvPr/>
            </p:nvSpPr>
            <p:spPr>
              <a:xfrm>
                <a:off x="6132869" y="1650228"/>
                <a:ext cx="1615442" cy="5223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CLAHE to YUV, 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Channel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Clip Limit = 1%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554373-11F3-4CCA-0604-BDD48A27603D}"/>
                </a:ext>
              </a:extLst>
            </p:cNvPr>
            <p:cNvSpPr txBox="1"/>
            <p:nvPr/>
          </p:nvSpPr>
          <p:spPr>
            <a:xfrm rot="16200000">
              <a:off x="12844346" y="4145444"/>
              <a:ext cx="9861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Zoom 16%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B577C9-3AA9-0ADE-55E9-7EB222FC2DE0}"/>
                </a:ext>
              </a:extLst>
            </p:cNvPr>
            <p:cNvSpPr txBox="1"/>
            <p:nvPr/>
          </p:nvSpPr>
          <p:spPr>
            <a:xfrm rot="16200000">
              <a:off x="13293428" y="4325730"/>
              <a:ext cx="14820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Width Shift 13%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4F2B84-DD04-2A0A-04EB-C7CD2F44F016}"/>
                </a:ext>
              </a:extLst>
            </p:cNvPr>
            <p:cNvSpPr txBox="1"/>
            <p:nvPr/>
          </p:nvSpPr>
          <p:spPr>
            <a:xfrm rot="16200000">
              <a:off x="13915047" y="4338784"/>
              <a:ext cx="14820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Height Shift 13%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3E09E3-710B-C397-3643-824EE3D3A88E}"/>
                </a:ext>
              </a:extLst>
            </p:cNvPr>
            <p:cNvSpPr txBox="1"/>
            <p:nvPr/>
          </p:nvSpPr>
          <p:spPr>
            <a:xfrm rot="16200000">
              <a:off x="14808488" y="4124777"/>
              <a:ext cx="9669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Shear 12%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2246A2-B71E-B966-A355-206D12A57E14}"/>
                </a:ext>
              </a:extLst>
            </p:cNvPr>
            <p:cNvSpPr txBox="1"/>
            <p:nvPr/>
          </p:nvSpPr>
          <p:spPr>
            <a:xfrm rot="16200000">
              <a:off x="15332081" y="4286252"/>
              <a:ext cx="14419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Horizontal Flip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88DBF2B-CCBD-2B10-9B13-C86877BD4DC6}"/>
                </a:ext>
              </a:extLst>
            </p:cNvPr>
            <p:cNvSpPr txBox="1"/>
            <p:nvPr/>
          </p:nvSpPr>
          <p:spPr>
            <a:xfrm>
              <a:off x="13380551" y="2825028"/>
              <a:ext cx="21024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Augmentation</a:t>
              </a:r>
            </a:p>
          </p:txBody>
        </p: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6422AC7D-A8ED-289F-5F79-DF37D62D902D}"/>
                </a:ext>
              </a:extLst>
            </p:cNvPr>
            <p:cNvGrpSpPr/>
            <p:nvPr/>
          </p:nvGrpSpPr>
          <p:grpSpPr>
            <a:xfrm>
              <a:off x="843976" y="3698293"/>
              <a:ext cx="1446341" cy="1142105"/>
              <a:chOff x="588058" y="3613392"/>
              <a:chExt cx="2329346" cy="1381948"/>
            </a:xfrm>
          </p:grpSpPr>
          <p:sp>
            <p:nvSpPr>
              <p:cNvPr id="1032" name="Flowchart: Magnetic Disk 1031">
                <a:extLst>
                  <a:ext uri="{FF2B5EF4-FFF2-40B4-BE49-F238E27FC236}">
                    <a16:creationId xmlns:a16="http://schemas.microsoft.com/office/drawing/2014/main" id="{064D0AF4-623D-779D-1EE1-6F892A8BAF03}"/>
                  </a:ext>
                </a:extLst>
              </p:cNvPr>
              <p:cNvSpPr/>
              <p:nvPr/>
            </p:nvSpPr>
            <p:spPr>
              <a:xfrm>
                <a:off x="588058" y="3613392"/>
                <a:ext cx="2329346" cy="1381948"/>
              </a:xfrm>
              <a:prstGeom prst="flowChartMagneticDisk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5" name="TextBox 1184">
                <a:extLst>
                  <a:ext uri="{FF2B5EF4-FFF2-40B4-BE49-F238E27FC236}">
                    <a16:creationId xmlns:a16="http://schemas.microsoft.com/office/drawing/2014/main" id="{3DA9331D-718B-1FBC-F502-E445AED81643}"/>
                  </a:ext>
                </a:extLst>
              </p:cNvPr>
              <p:cNvSpPr txBox="1"/>
              <p:nvPr/>
            </p:nvSpPr>
            <p:spPr>
              <a:xfrm>
                <a:off x="1051064" y="4045340"/>
                <a:ext cx="1467068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Imbalanced 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HAM10000 &amp; 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ISIC2019 Dataset</a:t>
                </a:r>
              </a:p>
            </p:txBody>
          </p:sp>
        </p:grpSp>
        <p:pic>
          <p:nvPicPr>
            <p:cNvPr id="140" name="Picture 139" descr="A red spot on a person's skin&#10;&#10;AI-generated content may be incorrect.">
              <a:extLst>
                <a:ext uri="{FF2B5EF4-FFF2-40B4-BE49-F238E27FC236}">
                  <a16:creationId xmlns:a16="http://schemas.microsoft.com/office/drawing/2014/main" id="{2947D4F5-6BB3-57AD-1366-B7317F26A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490233">
              <a:off x="12495812" y="3304840"/>
              <a:ext cx="484632" cy="484632"/>
            </a:xfrm>
            <a:prstGeom prst="rect">
              <a:avLst/>
            </a:prstGeom>
          </p:spPr>
        </p:pic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B65AD4E-424F-98C5-548A-425F5CB08A42}"/>
                </a:ext>
              </a:extLst>
            </p:cNvPr>
            <p:cNvGrpSpPr/>
            <p:nvPr/>
          </p:nvGrpSpPr>
          <p:grpSpPr>
            <a:xfrm>
              <a:off x="10092996" y="3375039"/>
              <a:ext cx="1826513" cy="1820845"/>
              <a:chOff x="1604798" y="4730332"/>
              <a:chExt cx="1826513" cy="1820845"/>
            </a:xfrm>
          </p:grpSpPr>
          <p:pic>
            <p:nvPicPr>
              <p:cNvPr id="5" name="Picture 4" descr="A close-up of a skin with a bruise&#10;&#10;AI-generated content may be incorrect.">
                <a:extLst>
                  <a:ext uri="{FF2B5EF4-FFF2-40B4-BE49-F238E27FC236}">
                    <a16:creationId xmlns:a16="http://schemas.microsoft.com/office/drawing/2014/main" id="{46E48E9D-8E64-2DAD-C7BE-906BCAAD10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4798" y="4730332"/>
                <a:ext cx="1657230" cy="1677527"/>
              </a:xfrm>
              <a:prstGeom prst="rect">
                <a:avLst/>
              </a:prstGeom>
            </p:spPr>
          </p:pic>
          <p:pic>
            <p:nvPicPr>
              <p:cNvPr id="3" name="Picture 2" descr="A red spot on a person's skin&#10;&#10;AI-generated content may be incorrect.">
                <a:extLst>
                  <a:ext uri="{FF2B5EF4-FFF2-40B4-BE49-F238E27FC236}">
                    <a16:creationId xmlns:a16="http://schemas.microsoft.com/office/drawing/2014/main" id="{1E3E6407-0026-5517-0EC5-5424835C5A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8815" y="4868681"/>
                <a:ext cx="1682496" cy="1682496"/>
              </a:xfrm>
              <a:prstGeom prst="rect">
                <a:avLst/>
              </a:prstGeom>
            </p:spPr>
          </p:pic>
        </p:grpSp>
        <p:pic>
          <p:nvPicPr>
            <p:cNvPr id="142" name="Picture 141" descr="A red spot on a person's skin&#10;&#10;AI-generated content may be incorrect.">
              <a:extLst>
                <a:ext uri="{FF2B5EF4-FFF2-40B4-BE49-F238E27FC236}">
                  <a16:creationId xmlns:a16="http://schemas.microsoft.com/office/drawing/2014/main" id="{D1FEBE4A-1948-484E-E730-10804361A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18" t="8943" r="15957" b="21495"/>
            <a:stretch>
              <a:fillRect/>
            </a:stretch>
          </p:blipFill>
          <p:spPr>
            <a:xfrm>
              <a:off x="13154034" y="3325566"/>
              <a:ext cx="521208" cy="480683"/>
            </a:xfrm>
            <a:prstGeom prst="rect">
              <a:avLst/>
            </a:prstGeom>
          </p:spPr>
        </p:pic>
        <p:pic>
          <p:nvPicPr>
            <p:cNvPr id="176" name="Picture 175" descr="A red spot on a person's skin&#10;&#10;AI-generated content may be incorrect.">
              <a:extLst>
                <a:ext uri="{FF2B5EF4-FFF2-40B4-BE49-F238E27FC236}">
                  <a16:creationId xmlns:a16="http://schemas.microsoft.com/office/drawing/2014/main" id="{26292735-EBFD-C1B2-71B2-5414DE93A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38"/>
            <a:stretch>
              <a:fillRect/>
            </a:stretch>
          </p:blipFill>
          <p:spPr>
            <a:xfrm>
              <a:off x="13783710" y="3305303"/>
              <a:ext cx="521208" cy="521208"/>
            </a:xfrm>
            <a:prstGeom prst="rect">
              <a:avLst/>
            </a:prstGeom>
          </p:spPr>
        </p:pic>
        <p:pic>
          <p:nvPicPr>
            <p:cNvPr id="177" name="Picture 176" descr="A red spot on a person's skin&#10;&#10;AI-generated content may be incorrect.">
              <a:extLst>
                <a:ext uri="{FF2B5EF4-FFF2-40B4-BE49-F238E27FC236}">
                  <a16:creationId xmlns:a16="http://schemas.microsoft.com/office/drawing/2014/main" id="{693EECE1-C64F-EFAC-A0A8-57080F434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674" b="1056"/>
            <a:stretch>
              <a:fillRect/>
            </a:stretch>
          </p:blipFill>
          <p:spPr>
            <a:xfrm>
              <a:off x="14401761" y="3302179"/>
              <a:ext cx="521208" cy="521208"/>
            </a:xfrm>
            <a:prstGeom prst="rect">
              <a:avLst/>
            </a:prstGeom>
          </p:spPr>
        </p:pic>
        <p:pic>
          <p:nvPicPr>
            <p:cNvPr id="184" name="Picture 183" descr="A close-up of a red spot&#10;&#10;AI-generated content may be incorrect.">
              <a:extLst>
                <a:ext uri="{FF2B5EF4-FFF2-40B4-BE49-F238E27FC236}">
                  <a16:creationId xmlns:a16="http://schemas.microsoft.com/office/drawing/2014/main" id="{87C450DF-92A7-9542-7DB4-0810086B9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10942" y="3295987"/>
              <a:ext cx="660818" cy="521208"/>
            </a:xfrm>
            <a:prstGeom prst="rect">
              <a:avLst/>
            </a:prstGeom>
          </p:spPr>
        </p:pic>
        <p:pic>
          <p:nvPicPr>
            <p:cNvPr id="187" name="Picture 186" descr="A red spot on a person's skin&#10;&#10;AI-generated content may be incorrect.">
              <a:extLst>
                <a:ext uri="{FF2B5EF4-FFF2-40B4-BE49-F238E27FC236}">
                  <a16:creationId xmlns:a16="http://schemas.microsoft.com/office/drawing/2014/main" id="{0912AE8C-4C89-93D8-AF88-C588F141E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5787429" y="3279953"/>
              <a:ext cx="521208" cy="521208"/>
            </a:xfrm>
            <a:prstGeom prst="rect">
              <a:avLst/>
            </a:prstGeom>
          </p:spPr>
        </p:pic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DEA3F94B-5018-E048-34ED-EB664C6FE596}"/>
                </a:ext>
              </a:extLst>
            </p:cNvPr>
            <p:cNvSpPr txBox="1"/>
            <p:nvPr/>
          </p:nvSpPr>
          <p:spPr>
            <a:xfrm>
              <a:off x="13519667" y="5164922"/>
              <a:ext cx="1790875" cy="2718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sz="1400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   </a:t>
              </a:r>
              <a:r>
                <a:rPr lang="en-US" sz="1400" b="0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fill_mode</a:t>
              </a:r>
              <a:r>
                <a:rPr lang="en-US" sz="1400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= nearest</a:t>
              </a:r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BA8DF4AC-91DD-5A19-84F7-8274F3621CF1}"/>
                </a:ext>
              </a:extLst>
            </p:cNvPr>
            <p:cNvSpPr txBox="1"/>
            <p:nvPr/>
          </p:nvSpPr>
          <p:spPr>
            <a:xfrm>
              <a:off x="2523109" y="3894128"/>
              <a:ext cx="934823" cy="3052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Augmentation</a:t>
              </a:r>
            </a:p>
          </p:txBody>
        </p:sp>
        <p:grpSp>
          <p:nvGrpSpPr>
            <p:cNvPr id="1065" name="Group 1064">
              <a:extLst>
                <a:ext uri="{FF2B5EF4-FFF2-40B4-BE49-F238E27FC236}">
                  <a16:creationId xmlns:a16="http://schemas.microsoft.com/office/drawing/2014/main" id="{35FC109A-71B4-DC9E-D97A-C33ECFF9328E}"/>
                </a:ext>
              </a:extLst>
            </p:cNvPr>
            <p:cNvGrpSpPr/>
            <p:nvPr/>
          </p:nvGrpSpPr>
          <p:grpSpPr>
            <a:xfrm>
              <a:off x="7993925" y="3007542"/>
              <a:ext cx="1251658" cy="519603"/>
              <a:chOff x="588058" y="3613392"/>
              <a:chExt cx="2329346" cy="1381948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067" name="Flowchart: Magnetic Disk 1066">
                <a:extLst>
                  <a:ext uri="{FF2B5EF4-FFF2-40B4-BE49-F238E27FC236}">
                    <a16:creationId xmlns:a16="http://schemas.microsoft.com/office/drawing/2014/main" id="{B5DF29FF-2C2E-F5B9-26EB-6B2DC7A4D827}"/>
                  </a:ext>
                </a:extLst>
              </p:cNvPr>
              <p:cNvSpPr/>
              <p:nvPr/>
            </p:nvSpPr>
            <p:spPr>
              <a:xfrm>
                <a:off x="588058" y="3613392"/>
                <a:ext cx="2329346" cy="1381948"/>
              </a:xfrm>
              <a:prstGeom prst="flowChartMagneticDisk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71" name="TextBox 1070">
                <a:extLst>
                  <a:ext uri="{FF2B5EF4-FFF2-40B4-BE49-F238E27FC236}">
                    <a16:creationId xmlns:a16="http://schemas.microsoft.com/office/drawing/2014/main" id="{90496204-5F40-6409-BAC4-35629BE26458}"/>
                  </a:ext>
                </a:extLst>
              </p:cNvPr>
              <p:cNvSpPr txBox="1"/>
              <p:nvPr/>
            </p:nvSpPr>
            <p:spPr>
              <a:xfrm>
                <a:off x="885593" y="4113995"/>
                <a:ext cx="1798010" cy="676505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70%</a:t>
                </a:r>
              </a:p>
            </p:txBody>
          </p:sp>
        </p:grpSp>
        <p:grpSp>
          <p:nvGrpSpPr>
            <p:cNvPr id="1073" name="Group 1072">
              <a:extLst>
                <a:ext uri="{FF2B5EF4-FFF2-40B4-BE49-F238E27FC236}">
                  <a16:creationId xmlns:a16="http://schemas.microsoft.com/office/drawing/2014/main" id="{4C906972-CE4C-11EB-DD80-99328106BD97}"/>
                </a:ext>
              </a:extLst>
            </p:cNvPr>
            <p:cNvGrpSpPr/>
            <p:nvPr/>
          </p:nvGrpSpPr>
          <p:grpSpPr>
            <a:xfrm>
              <a:off x="7977981" y="4014758"/>
              <a:ext cx="1251658" cy="519603"/>
              <a:chOff x="588058" y="3613392"/>
              <a:chExt cx="2329346" cy="1381948"/>
            </a:xfrm>
            <a:solidFill>
              <a:schemeClr val="bg2">
                <a:lumMod val="90000"/>
              </a:schemeClr>
            </a:solidFill>
          </p:grpSpPr>
          <p:sp>
            <p:nvSpPr>
              <p:cNvPr id="1094" name="Flowchart: Magnetic Disk 1093">
                <a:extLst>
                  <a:ext uri="{FF2B5EF4-FFF2-40B4-BE49-F238E27FC236}">
                    <a16:creationId xmlns:a16="http://schemas.microsoft.com/office/drawing/2014/main" id="{848AF921-C871-F6CF-8A31-45D4C68B8870}"/>
                  </a:ext>
                </a:extLst>
              </p:cNvPr>
              <p:cNvSpPr/>
              <p:nvPr/>
            </p:nvSpPr>
            <p:spPr>
              <a:xfrm>
                <a:off x="588058" y="3613392"/>
                <a:ext cx="2329346" cy="1381948"/>
              </a:xfrm>
              <a:prstGeom prst="flowChartMagneticDisk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98" name="TextBox 1097">
                <a:extLst>
                  <a:ext uri="{FF2B5EF4-FFF2-40B4-BE49-F238E27FC236}">
                    <a16:creationId xmlns:a16="http://schemas.microsoft.com/office/drawing/2014/main" id="{E8A18B59-566F-0A13-B327-E65371E497DD}"/>
                  </a:ext>
                </a:extLst>
              </p:cNvPr>
              <p:cNvSpPr txBox="1"/>
              <p:nvPr/>
            </p:nvSpPr>
            <p:spPr>
              <a:xfrm>
                <a:off x="787568" y="4113995"/>
                <a:ext cx="1994062" cy="676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 20%</a:t>
                </a:r>
              </a:p>
            </p:txBody>
          </p:sp>
        </p:grpSp>
        <p:grpSp>
          <p:nvGrpSpPr>
            <p:cNvPr id="1102" name="Group 1101">
              <a:extLst>
                <a:ext uri="{FF2B5EF4-FFF2-40B4-BE49-F238E27FC236}">
                  <a16:creationId xmlns:a16="http://schemas.microsoft.com/office/drawing/2014/main" id="{71DF9CA5-41DC-2265-F330-9D382AFE3044}"/>
                </a:ext>
              </a:extLst>
            </p:cNvPr>
            <p:cNvGrpSpPr/>
            <p:nvPr/>
          </p:nvGrpSpPr>
          <p:grpSpPr>
            <a:xfrm>
              <a:off x="8018081" y="5003006"/>
              <a:ext cx="1251658" cy="519603"/>
              <a:chOff x="588058" y="3613392"/>
              <a:chExt cx="2329346" cy="1381948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1104" name="Flowchart: Magnetic Disk 1103">
                <a:extLst>
                  <a:ext uri="{FF2B5EF4-FFF2-40B4-BE49-F238E27FC236}">
                    <a16:creationId xmlns:a16="http://schemas.microsoft.com/office/drawing/2014/main" id="{68803F0F-2687-B2DB-B3BD-48E48FA21C69}"/>
                  </a:ext>
                </a:extLst>
              </p:cNvPr>
              <p:cNvSpPr/>
              <p:nvPr/>
            </p:nvSpPr>
            <p:spPr>
              <a:xfrm>
                <a:off x="588058" y="3613392"/>
                <a:ext cx="2329346" cy="1381948"/>
              </a:xfrm>
              <a:prstGeom prst="flowChartMagneticDisk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10" name="TextBox 1109">
                <a:extLst>
                  <a:ext uri="{FF2B5EF4-FFF2-40B4-BE49-F238E27FC236}">
                    <a16:creationId xmlns:a16="http://schemas.microsoft.com/office/drawing/2014/main" id="{F0DBC2B5-9BEE-EE0A-63A7-0EC57795FA0D}"/>
                  </a:ext>
                </a:extLst>
              </p:cNvPr>
              <p:cNvSpPr txBox="1"/>
              <p:nvPr/>
            </p:nvSpPr>
            <p:spPr>
              <a:xfrm>
                <a:off x="950827" y="4113995"/>
                <a:ext cx="1667538" cy="676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10%</a:t>
                </a:r>
              </a:p>
            </p:txBody>
          </p:sp>
        </p:grpSp>
        <p:grpSp>
          <p:nvGrpSpPr>
            <p:cNvPr id="1132" name="Group 1131">
              <a:extLst>
                <a:ext uri="{FF2B5EF4-FFF2-40B4-BE49-F238E27FC236}">
                  <a16:creationId xmlns:a16="http://schemas.microsoft.com/office/drawing/2014/main" id="{055AAB8C-DDE8-83E5-4774-AF30C98B8462}"/>
                </a:ext>
              </a:extLst>
            </p:cNvPr>
            <p:cNvGrpSpPr/>
            <p:nvPr/>
          </p:nvGrpSpPr>
          <p:grpSpPr>
            <a:xfrm>
              <a:off x="3728818" y="3702449"/>
              <a:ext cx="1446341" cy="1142105"/>
              <a:chOff x="588058" y="3613392"/>
              <a:chExt cx="2329346" cy="1381948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1133" name="Flowchart: Magnetic Disk 1132">
                <a:extLst>
                  <a:ext uri="{FF2B5EF4-FFF2-40B4-BE49-F238E27FC236}">
                    <a16:creationId xmlns:a16="http://schemas.microsoft.com/office/drawing/2014/main" id="{03FDB45D-B458-7EE3-DE44-8287153C93BA}"/>
                  </a:ext>
                </a:extLst>
              </p:cNvPr>
              <p:cNvSpPr/>
              <p:nvPr/>
            </p:nvSpPr>
            <p:spPr>
              <a:xfrm>
                <a:off x="588058" y="3613392"/>
                <a:ext cx="2329346" cy="1381948"/>
              </a:xfrm>
              <a:prstGeom prst="flowChartMagneticDisk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6" name="TextBox 1135">
                <a:extLst>
                  <a:ext uri="{FF2B5EF4-FFF2-40B4-BE49-F238E27FC236}">
                    <a16:creationId xmlns:a16="http://schemas.microsoft.com/office/drawing/2014/main" id="{5AC5D58E-A800-1DD9-DE6D-1ED6A2ADDF73}"/>
                  </a:ext>
                </a:extLst>
              </p:cNvPr>
              <p:cNvSpPr txBox="1"/>
              <p:nvPr/>
            </p:nvSpPr>
            <p:spPr>
              <a:xfrm>
                <a:off x="1051064" y="4045340"/>
                <a:ext cx="1467068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Balanced 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HAM10000 &amp; 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ISIC2019 Dataset</a:t>
                </a:r>
              </a:p>
            </p:txBody>
          </p:sp>
        </p:grpSp>
        <p:cxnSp>
          <p:nvCxnSpPr>
            <p:cNvPr id="1140" name="Straight Arrow Connector 1139">
              <a:extLst>
                <a:ext uri="{FF2B5EF4-FFF2-40B4-BE49-F238E27FC236}">
                  <a16:creationId xmlns:a16="http://schemas.microsoft.com/office/drawing/2014/main" id="{FDAAEA0B-1F70-DAA1-69EB-DF2DCD7EACA6}"/>
                </a:ext>
              </a:extLst>
            </p:cNvPr>
            <p:cNvCxnSpPr>
              <a:stCxn id="1032" idx="4"/>
              <a:endCxn id="1133" idx="2"/>
            </p:cNvCxnSpPr>
            <p:nvPr/>
          </p:nvCxnSpPr>
          <p:spPr>
            <a:xfrm>
              <a:off x="2290317" y="4269346"/>
              <a:ext cx="1438501" cy="415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5" name="Straight Arrow Connector 1144">
              <a:extLst>
                <a:ext uri="{FF2B5EF4-FFF2-40B4-BE49-F238E27FC236}">
                  <a16:creationId xmlns:a16="http://schemas.microsoft.com/office/drawing/2014/main" id="{243EEA9E-A9BF-0ECB-619D-6CDB95215464}"/>
                </a:ext>
              </a:extLst>
            </p:cNvPr>
            <p:cNvCxnSpPr>
              <a:cxnSpLocks/>
              <a:stCxn id="1133" idx="4"/>
              <a:endCxn id="10" idx="1"/>
            </p:cNvCxnSpPr>
            <p:nvPr/>
          </p:nvCxnSpPr>
          <p:spPr>
            <a:xfrm flipV="1">
              <a:off x="5175159" y="4271229"/>
              <a:ext cx="522256" cy="227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0" name="Straight Arrow Connector 1159">
              <a:extLst>
                <a:ext uri="{FF2B5EF4-FFF2-40B4-BE49-F238E27FC236}">
                  <a16:creationId xmlns:a16="http://schemas.microsoft.com/office/drawing/2014/main" id="{F7942DDF-FF95-F8DD-2FCA-962E493A9EE4}"/>
                </a:ext>
              </a:extLst>
            </p:cNvPr>
            <p:cNvCxnSpPr>
              <a:stCxn id="1067" idx="4"/>
              <a:endCxn id="5" idx="1"/>
            </p:cNvCxnSpPr>
            <p:nvPr/>
          </p:nvCxnSpPr>
          <p:spPr>
            <a:xfrm>
              <a:off x="9245583" y="3267344"/>
              <a:ext cx="847413" cy="94645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3" name="Straight Arrow Connector 1162">
              <a:extLst>
                <a:ext uri="{FF2B5EF4-FFF2-40B4-BE49-F238E27FC236}">
                  <a16:creationId xmlns:a16="http://schemas.microsoft.com/office/drawing/2014/main" id="{E3CB43A8-0A23-25FF-5860-2C6EDC50D9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9639" y="4274763"/>
              <a:ext cx="8633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7" name="Straight Arrow Connector 1166">
              <a:extLst>
                <a:ext uri="{FF2B5EF4-FFF2-40B4-BE49-F238E27FC236}">
                  <a16:creationId xmlns:a16="http://schemas.microsoft.com/office/drawing/2014/main" id="{FA38E7EA-7108-69D2-5C78-F5E17DF0809A}"/>
                </a:ext>
              </a:extLst>
            </p:cNvPr>
            <p:cNvCxnSpPr>
              <a:cxnSpLocks/>
              <a:stCxn id="3" idx="3"/>
              <a:endCxn id="13" idx="1"/>
            </p:cNvCxnSpPr>
            <p:nvPr/>
          </p:nvCxnSpPr>
          <p:spPr>
            <a:xfrm flipV="1">
              <a:off x="11919509" y="4318948"/>
              <a:ext cx="44014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86" name="Group 1385">
              <a:extLst>
                <a:ext uri="{FF2B5EF4-FFF2-40B4-BE49-F238E27FC236}">
                  <a16:creationId xmlns:a16="http://schemas.microsoft.com/office/drawing/2014/main" id="{2F76589C-0E19-6F6F-21E7-AEF3DADAAF01}"/>
                </a:ext>
              </a:extLst>
            </p:cNvPr>
            <p:cNvGrpSpPr/>
            <p:nvPr/>
          </p:nvGrpSpPr>
          <p:grpSpPr>
            <a:xfrm>
              <a:off x="11424868" y="5838714"/>
              <a:ext cx="6067479" cy="4456667"/>
              <a:chOff x="11159395" y="4974325"/>
              <a:chExt cx="6067479" cy="4456667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D8B64DA-323E-FB49-73E8-9EC25268CD6E}"/>
                  </a:ext>
                </a:extLst>
              </p:cNvPr>
              <p:cNvGrpSpPr/>
              <p:nvPr/>
            </p:nvGrpSpPr>
            <p:grpSpPr>
              <a:xfrm rot="5400000">
                <a:off x="14021308" y="4282818"/>
                <a:ext cx="337109" cy="1720124"/>
                <a:chOff x="8132919" y="3338760"/>
                <a:chExt cx="493560" cy="1433135"/>
              </a:xfrm>
              <a:solidFill>
                <a:schemeClr val="accent6">
                  <a:lumMod val="20000"/>
                  <a:lumOff val="80000"/>
                </a:schemeClr>
              </a:solidFill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6D09182B-E119-2452-C02B-4B54C1BF751A}"/>
                    </a:ext>
                  </a:extLst>
                </p:cNvPr>
                <p:cNvSpPr/>
                <p:nvPr/>
              </p:nvSpPr>
              <p:spPr>
                <a:xfrm>
                  <a:off x="8134348" y="3357215"/>
                  <a:ext cx="492131" cy="1414680"/>
                </a:xfrm>
                <a:prstGeom prst="roundRect">
                  <a:avLst/>
                </a:prstGeom>
                <a:grpFill/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D3061AE-A306-473B-E400-1C2E994B1E1D}"/>
                    </a:ext>
                  </a:extLst>
                </p:cNvPr>
                <p:cNvSpPr txBox="1"/>
                <p:nvPr/>
              </p:nvSpPr>
              <p:spPr>
                <a:xfrm rot="16200000">
                  <a:off x="7591398" y="3880281"/>
                  <a:ext cx="1421300" cy="338258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Input: 224×224×3</a:t>
                  </a:r>
                </a:p>
              </p:txBody>
            </p:sp>
          </p:grpSp>
          <p:sp>
            <p:nvSpPr>
              <p:cNvPr id="1180" name="Rectangle: Rounded Corners 1179">
                <a:extLst>
                  <a:ext uri="{FF2B5EF4-FFF2-40B4-BE49-F238E27FC236}">
                    <a16:creationId xmlns:a16="http://schemas.microsoft.com/office/drawing/2014/main" id="{6B5F66BE-99B9-D13D-8AFE-AE8648568890}"/>
                  </a:ext>
                </a:extLst>
              </p:cNvPr>
              <p:cNvSpPr/>
              <p:nvPr/>
            </p:nvSpPr>
            <p:spPr>
              <a:xfrm>
                <a:off x="11159396" y="5695422"/>
                <a:ext cx="1666691" cy="338554"/>
              </a:xfrm>
              <a:prstGeom prst="roundRect">
                <a:avLst/>
              </a:prstGeom>
              <a:solidFill>
                <a:srgbClr val="A1E9AB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Xception</a:t>
                </a:r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187" name="Rectangle: Rounded Corners 1186">
                <a:extLst>
                  <a:ext uri="{FF2B5EF4-FFF2-40B4-BE49-F238E27FC236}">
                    <a16:creationId xmlns:a16="http://schemas.microsoft.com/office/drawing/2014/main" id="{1B7B732A-DCF8-072A-0325-96C65CA5D2D2}"/>
                  </a:ext>
                </a:extLst>
              </p:cNvPr>
              <p:cNvSpPr/>
              <p:nvPr/>
            </p:nvSpPr>
            <p:spPr>
              <a:xfrm>
                <a:off x="13340099" y="5695422"/>
                <a:ext cx="1666691" cy="338554"/>
              </a:xfrm>
              <a:prstGeom prst="roundRect">
                <a:avLst/>
              </a:prstGeom>
              <a:solidFill>
                <a:srgbClr val="F8CFB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InceptionV3</a:t>
                </a:r>
              </a:p>
            </p:txBody>
          </p:sp>
          <p:sp>
            <p:nvSpPr>
              <p:cNvPr id="1188" name="Rectangle: Rounded Corners 1187">
                <a:extLst>
                  <a:ext uri="{FF2B5EF4-FFF2-40B4-BE49-F238E27FC236}">
                    <a16:creationId xmlns:a16="http://schemas.microsoft.com/office/drawing/2014/main" id="{CA0BE7CB-0FF5-05EE-231A-478F9C78A8EE}"/>
                  </a:ext>
                </a:extLst>
              </p:cNvPr>
              <p:cNvSpPr/>
              <p:nvPr/>
            </p:nvSpPr>
            <p:spPr>
              <a:xfrm>
                <a:off x="15520802" y="5695422"/>
                <a:ext cx="1666691" cy="338554"/>
              </a:xfrm>
              <a:prstGeom prst="roundRect">
                <a:avLst/>
              </a:prstGeom>
              <a:solidFill>
                <a:srgbClr val="BDD8F1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InceptionResNetV2</a:t>
                </a:r>
              </a:p>
            </p:txBody>
          </p:sp>
          <p:sp>
            <p:nvSpPr>
              <p:cNvPr id="1189" name="Rectangle: Rounded Corners 1188">
                <a:extLst>
                  <a:ext uri="{FF2B5EF4-FFF2-40B4-BE49-F238E27FC236}">
                    <a16:creationId xmlns:a16="http://schemas.microsoft.com/office/drawing/2014/main" id="{66815C36-81EA-77CE-F63C-43F087F995EB}"/>
                  </a:ext>
                </a:extLst>
              </p:cNvPr>
              <p:cNvSpPr/>
              <p:nvPr/>
            </p:nvSpPr>
            <p:spPr>
              <a:xfrm>
                <a:off x="11159395" y="6619383"/>
                <a:ext cx="1666691" cy="338554"/>
              </a:xfrm>
              <a:prstGeom prst="roundRect">
                <a:avLst/>
              </a:prstGeom>
              <a:solidFill>
                <a:srgbClr val="EEC0E9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CBAM Layer</a:t>
                </a:r>
              </a:p>
            </p:txBody>
          </p:sp>
          <p:sp>
            <p:nvSpPr>
              <p:cNvPr id="1190" name="Rectangle: Rounded Corners 1189">
                <a:extLst>
                  <a:ext uri="{FF2B5EF4-FFF2-40B4-BE49-F238E27FC236}">
                    <a16:creationId xmlns:a16="http://schemas.microsoft.com/office/drawing/2014/main" id="{04893FF6-6B63-6BC2-B2DA-36A678F75804}"/>
                  </a:ext>
                </a:extLst>
              </p:cNvPr>
              <p:cNvSpPr/>
              <p:nvPr/>
            </p:nvSpPr>
            <p:spPr>
              <a:xfrm>
                <a:off x="13359789" y="6639988"/>
                <a:ext cx="1666691" cy="338554"/>
              </a:xfrm>
              <a:prstGeom prst="roundRect">
                <a:avLst/>
              </a:prstGeom>
              <a:solidFill>
                <a:srgbClr val="EEC0E9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CBAM Layer</a:t>
                </a:r>
              </a:p>
            </p:txBody>
          </p:sp>
          <p:sp>
            <p:nvSpPr>
              <p:cNvPr id="1265" name="Rectangle: Rounded Corners 1264">
                <a:extLst>
                  <a:ext uri="{FF2B5EF4-FFF2-40B4-BE49-F238E27FC236}">
                    <a16:creationId xmlns:a16="http://schemas.microsoft.com/office/drawing/2014/main" id="{99C429D7-019F-616E-0033-617F74E61100}"/>
                  </a:ext>
                </a:extLst>
              </p:cNvPr>
              <p:cNvSpPr/>
              <p:nvPr/>
            </p:nvSpPr>
            <p:spPr>
              <a:xfrm>
                <a:off x="15560183" y="6660593"/>
                <a:ext cx="1666691" cy="338554"/>
              </a:xfrm>
              <a:prstGeom prst="roundRect">
                <a:avLst/>
              </a:prstGeom>
              <a:solidFill>
                <a:srgbClr val="EEC0E9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CBAM Layer</a:t>
                </a:r>
              </a:p>
            </p:txBody>
          </p:sp>
          <p:sp>
            <p:nvSpPr>
              <p:cNvPr id="1266" name="Rectangle: Rounded Corners 1265">
                <a:extLst>
                  <a:ext uri="{FF2B5EF4-FFF2-40B4-BE49-F238E27FC236}">
                    <a16:creationId xmlns:a16="http://schemas.microsoft.com/office/drawing/2014/main" id="{44142C0D-F8A7-3EBA-95CB-21955D5F7DAF}"/>
                  </a:ext>
                </a:extLst>
              </p:cNvPr>
              <p:cNvSpPr/>
              <p:nvPr/>
            </p:nvSpPr>
            <p:spPr>
              <a:xfrm>
                <a:off x="11187089" y="7543344"/>
                <a:ext cx="1666691" cy="338554"/>
              </a:xfrm>
              <a:prstGeom prst="roundRect">
                <a:avLst/>
              </a:prstGeom>
              <a:solidFill>
                <a:srgbClr val="A7D971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GlobalMaxPooling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7" name="Rectangle: Rounded Corners 1266">
                <a:extLst>
                  <a:ext uri="{FF2B5EF4-FFF2-40B4-BE49-F238E27FC236}">
                    <a16:creationId xmlns:a16="http://schemas.microsoft.com/office/drawing/2014/main" id="{C4E81737-DAC1-227A-2759-5DA109273D4D}"/>
                  </a:ext>
                </a:extLst>
              </p:cNvPr>
              <p:cNvSpPr/>
              <p:nvPr/>
            </p:nvSpPr>
            <p:spPr>
              <a:xfrm>
                <a:off x="13359788" y="7543344"/>
                <a:ext cx="1666691" cy="338554"/>
              </a:xfrm>
              <a:prstGeom prst="roundRect">
                <a:avLst/>
              </a:prstGeom>
              <a:solidFill>
                <a:srgbClr val="A7D971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GlobalMaxPooling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8" name="Rectangle: Rounded Corners 1267">
                <a:extLst>
                  <a:ext uri="{FF2B5EF4-FFF2-40B4-BE49-F238E27FC236}">
                    <a16:creationId xmlns:a16="http://schemas.microsoft.com/office/drawing/2014/main" id="{08E2418B-362B-9039-BCD4-8B43E9EB306A}"/>
                  </a:ext>
                </a:extLst>
              </p:cNvPr>
              <p:cNvSpPr/>
              <p:nvPr/>
            </p:nvSpPr>
            <p:spPr>
              <a:xfrm>
                <a:off x="15532487" y="7543344"/>
                <a:ext cx="1666691" cy="338554"/>
              </a:xfrm>
              <a:prstGeom prst="roundRect">
                <a:avLst/>
              </a:prstGeom>
              <a:solidFill>
                <a:srgbClr val="A7D971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GlobalMaxPooling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74" name="Group 1273">
                <a:extLst>
                  <a:ext uri="{FF2B5EF4-FFF2-40B4-BE49-F238E27FC236}">
                    <a16:creationId xmlns:a16="http://schemas.microsoft.com/office/drawing/2014/main" id="{65676B54-98EB-DD75-7B4B-0F18A24B8FD7}"/>
                  </a:ext>
                </a:extLst>
              </p:cNvPr>
              <p:cNvGrpSpPr/>
              <p:nvPr/>
            </p:nvGrpSpPr>
            <p:grpSpPr>
              <a:xfrm>
                <a:off x="13413907" y="8735782"/>
                <a:ext cx="1604821" cy="695210"/>
                <a:chOff x="13471435" y="8584289"/>
                <a:chExt cx="1604821" cy="695210"/>
              </a:xfrm>
            </p:grpSpPr>
            <p:sp>
              <p:nvSpPr>
                <p:cNvPr id="1272" name="Rectangle: Rounded Corners 1271">
                  <a:extLst>
                    <a:ext uri="{FF2B5EF4-FFF2-40B4-BE49-F238E27FC236}">
                      <a16:creationId xmlns:a16="http://schemas.microsoft.com/office/drawing/2014/main" id="{85E43B7A-95A8-A50D-9FAE-4C98B88C337F}"/>
                    </a:ext>
                  </a:extLst>
                </p:cNvPr>
                <p:cNvSpPr/>
                <p:nvPr/>
              </p:nvSpPr>
              <p:spPr>
                <a:xfrm rot="16200000">
                  <a:off x="13926241" y="8129483"/>
                  <a:ext cx="695210" cy="1604821"/>
                </a:xfrm>
                <a:prstGeom prst="round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73" name="TextBox 1272">
                  <a:extLst>
                    <a:ext uri="{FF2B5EF4-FFF2-40B4-BE49-F238E27FC236}">
                      <a16:creationId xmlns:a16="http://schemas.microsoft.com/office/drawing/2014/main" id="{46FC17E0-0CB1-FBDE-290C-615C70820F62}"/>
                    </a:ext>
                  </a:extLst>
                </p:cNvPr>
                <p:cNvSpPr txBox="1"/>
                <p:nvPr/>
              </p:nvSpPr>
              <p:spPr>
                <a:xfrm>
                  <a:off x="13613754" y="8687718"/>
                  <a:ext cx="130356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Concatenated</a:t>
                  </a:r>
                </a:p>
                <a:p>
                  <a:pPr algn="ct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Features</a:t>
                  </a:r>
                </a:p>
              </p:txBody>
            </p:sp>
          </p:grpSp>
          <p:cxnSp>
            <p:nvCxnSpPr>
              <p:cNvPr id="1276" name="Connector: Elbow 1275">
                <a:extLst>
                  <a:ext uri="{FF2B5EF4-FFF2-40B4-BE49-F238E27FC236}">
                    <a16:creationId xmlns:a16="http://schemas.microsoft.com/office/drawing/2014/main" id="{AE604CB2-ECC7-6DEC-4721-9EA5C9086275}"/>
                  </a:ext>
                </a:extLst>
              </p:cNvPr>
              <p:cNvCxnSpPr>
                <a:stCxn id="28" idx="3"/>
                <a:endCxn id="1180" idx="0"/>
              </p:cNvCxnSpPr>
              <p:nvPr/>
            </p:nvCxnSpPr>
            <p:spPr>
              <a:xfrm rot="5400000">
                <a:off x="12893771" y="4410406"/>
                <a:ext cx="383988" cy="2186045"/>
              </a:xfrm>
              <a:prstGeom prst="bentConnector5">
                <a:avLst>
                  <a:gd name="adj1" fmla="val 40308"/>
                  <a:gd name="adj2" fmla="val 34784"/>
                  <a:gd name="adj3" fmla="val 40467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9" name="Connector: Elbow 1278">
                <a:extLst>
                  <a:ext uri="{FF2B5EF4-FFF2-40B4-BE49-F238E27FC236}">
                    <a16:creationId xmlns:a16="http://schemas.microsoft.com/office/drawing/2014/main" id="{F2117D13-3C01-9708-6CD2-468D0B3959DF}"/>
                  </a:ext>
                </a:extLst>
              </p:cNvPr>
              <p:cNvCxnSpPr>
                <a:stCxn id="28" idx="3"/>
                <a:endCxn id="1188" idx="0"/>
              </p:cNvCxnSpPr>
              <p:nvPr/>
            </p:nvCxnSpPr>
            <p:spPr>
              <a:xfrm rot="16200000" flipH="1">
                <a:off x="15074473" y="4415747"/>
                <a:ext cx="383988" cy="2175361"/>
              </a:xfrm>
              <a:prstGeom prst="bentConnector5">
                <a:avLst>
                  <a:gd name="adj1" fmla="val 40309"/>
                  <a:gd name="adj2" fmla="val 34709"/>
                  <a:gd name="adj3" fmla="val 40467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2" name="Straight Arrow Connector 1281">
                <a:extLst>
                  <a:ext uri="{FF2B5EF4-FFF2-40B4-BE49-F238E27FC236}">
                    <a16:creationId xmlns:a16="http://schemas.microsoft.com/office/drawing/2014/main" id="{B483D080-E093-E1A0-3F71-F1E2D3388F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181065" y="5311434"/>
                <a:ext cx="0" cy="3839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4" name="Straight Arrow Connector 1283">
                <a:extLst>
                  <a:ext uri="{FF2B5EF4-FFF2-40B4-BE49-F238E27FC236}">
                    <a16:creationId xmlns:a16="http://schemas.microsoft.com/office/drawing/2014/main" id="{9065BA94-8EBC-7005-F9BA-1C3CBDCA00A5}"/>
                  </a:ext>
                </a:extLst>
              </p:cNvPr>
              <p:cNvCxnSpPr>
                <a:stCxn id="1180" idx="2"/>
                <a:endCxn id="1189" idx="0"/>
              </p:cNvCxnSpPr>
              <p:nvPr/>
            </p:nvCxnSpPr>
            <p:spPr>
              <a:xfrm flipH="1">
                <a:off x="11992741" y="6033976"/>
                <a:ext cx="1" cy="5854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6" name="Straight Arrow Connector 1285">
                <a:extLst>
                  <a:ext uri="{FF2B5EF4-FFF2-40B4-BE49-F238E27FC236}">
                    <a16:creationId xmlns:a16="http://schemas.microsoft.com/office/drawing/2014/main" id="{E1F4599B-9C19-D0C9-9D19-25B25EA39D17}"/>
                  </a:ext>
                </a:extLst>
              </p:cNvPr>
              <p:cNvCxnSpPr>
                <a:stCxn id="1187" idx="2"/>
                <a:endCxn id="1190" idx="0"/>
              </p:cNvCxnSpPr>
              <p:nvPr/>
            </p:nvCxnSpPr>
            <p:spPr>
              <a:xfrm>
                <a:off x="14173445" y="6033976"/>
                <a:ext cx="0" cy="6060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8" name="Straight Arrow Connector 1287">
                <a:extLst>
                  <a:ext uri="{FF2B5EF4-FFF2-40B4-BE49-F238E27FC236}">
                    <a16:creationId xmlns:a16="http://schemas.microsoft.com/office/drawing/2014/main" id="{6777A9B9-E320-353A-A645-00AA3F5E1909}"/>
                  </a:ext>
                </a:extLst>
              </p:cNvPr>
              <p:cNvCxnSpPr>
                <a:stCxn id="1188" idx="2"/>
                <a:endCxn id="1265" idx="0"/>
              </p:cNvCxnSpPr>
              <p:nvPr/>
            </p:nvCxnSpPr>
            <p:spPr>
              <a:xfrm>
                <a:off x="16354148" y="6033976"/>
                <a:ext cx="0" cy="62661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0" name="Straight Arrow Connector 1289">
                <a:extLst>
                  <a:ext uri="{FF2B5EF4-FFF2-40B4-BE49-F238E27FC236}">
                    <a16:creationId xmlns:a16="http://schemas.microsoft.com/office/drawing/2014/main" id="{67ED28ED-5112-08A3-0346-2512EC4DAB3E}"/>
                  </a:ext>
                </a:extLst>
              </p:cNvPr>
              <p:cNvCxnSpPr>
                <a:stCxn id="1189" idx="2"/>
                <a:endCxn id="1266" idx="0"/>
              </p:cNvCxnSpPr>
              <p:nvPr/>
            </p:nvCxnSpPr>
            <p:spPr>
              <a:xfrm>
                <a:off x="11992741" y="6957937"/>
                <a:ext cx="0" cy="5854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2" name="Straight Arrow Connector 1291">
                <a:extLst>
                  <a:ext uri="{FF2B5EF4-FFF2-40B4-BE49-F238E27FC236}">
                    <a16:creationId xmlns:a16="http://schemas.microsoft.com/office/drawing/2014/main" id="{40ABBBC6-53E3-0152-C71C-D371A0BBC104}"/>
                  </a:ext>
                </a:extLst>
              </p:cNvPr>
              <p:cNvCxnSpPr>
                <a:stCxn id="1190" idx="2"/>
                <a:endCxn id="1267" idx="0"/>
              </p:cNvCxnSpPr>
              <p:nvPr/>
            </p:nvCxnSpPr>
            <p:spPr>
              <a:xfrm flipH="1">
                <a:off x="14193134" y="6978542"/>
                <a:ext cx="1" cy="5648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4" name="Straight Arrow Connector 1293">
                <a:extLst>
                  <a:ext uri="{FF2B5EF4-FFF2-40B4-BE49-F238E27FC236}">
                    <a16:creationId xmlns:a16="http://schemas.microsoft.com/office/drawing/2014/main" id="{3F1C7F48-857E-C45A-D9DD-8D587D1C3764}"/>
                  </a:ext>
                </a:extLst>
              </p:cNvPr>
              <p:cNvCxnSpPr>
                <a:stCxn id="1265" idx="2"/>
                <a:endCxn id="1268" idx="0"/>
              </p:cNvCxnSpPr>
              <p:nvPr/>
            </p:nvCxnSpPr>
            <p:spPr>
              <a:xfrm flipH="1">
                <a:off x="16365833" y="6999147"/>
                <a:ext cx="0" cy="5441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7" name="Flowchart: Or 1296">
                <a:extLst>
                  <a:ext uri="{FF2B5EF4-FFF2-40B4-BE49-F238E27FC236}">
                    <a16:creationId xmlns:a16="http://schemas.microsoft.com/office/drawing/2014/main" id="{1A14987F-C26D-6AA3-8176-E1D6692053E9}"/>
                  </a:ext>
                </a:extLst>
              </p:cNvPr>
              <p:cNvSpPr/>
              <p:nvPr/>
            </p:nvSpPr>
            <p:spPr>
              <a:xfrm>
                <a:off x="14039445" y="8179437"/>
                <a:ext cx="320040" cy="320040"/>
              </a:xfrm>
              <a:prstGeom prst="flowChar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99" name="Straight Arrow Connector 1298">
                <a:extLst>
                  <a:ext uri="{FF2B5EF4-FFF2-40B4-BE49-F238E27FC236}">
                    <a16:creationId xmlns:a16="http://schemas.microsoft.com/office/drawing/2014/main" id="{13D954AB-11DB-48F4-322C-76086550783E}"/>
                  </a:ext>
                </a:extLst>
              </p:cNvPr>
              <p:cNvCxnSpPr>
                <a:stCxn id="1266" idx="2"/>
                <a:endCxn id="1297" idx="2"/>
              </p:cNvCxnSpPr>
              <p:nvPr/>
            </p:nvCxnSpPr>
            <p:spPr>
              <a:xfrm>
                <a:off x="12020435" y="7881898"/>
                <a:ext cx="2019010" cy="4575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1" name="Straight Arrow Connector 1300">
                <a:extLst>
                  <a:ext uri="{FF2B5EF4-FFF2-40B4-BE49-F238E27FC236}">
                    <a16:creationId xmlns:a16="http://schemas.microsoft.com/office/drawing/2014/main" id="{8172CAFA-81B5-D163-2BE9-5CEA0CE7E159}"/>
                  </a:ext>
                </a:extLst>
              </p:cNvPr>
              <p:cNvCxnSpPr>
                <a:stCxn id="1268" idx="2"/>
                <a:endCxn id="1297" idx="6"/>
              </p:cNvCxnSpPr>
              <p:nvPr/>
            </p:nvCxnSpPr>
            <p:spPr>
              <a:xfrm flipH="1">
                <a:off x="14359485" y="7881898"/>
                <a:ext cx="2006348" cy="4575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3" name="Straight Arrow Connector 1302">
                <a:extLst>
                  <a:ext uri="{FF2B5EF4-FFF2-40B4-BE49-F238E27FC236}">
                    <a16:creationId xmlns:a16="http://schemas.microsoft.com/office/drawing/2014/main" id="{083A1576-9EA7-3B5E-D27D-3AD62EC1B61A}"/>
                  </a:ext>
                </a:extLst>
              </p:cNvPr>
              <p:cNvCxnSpPr>
                <a:stCxn id="1267" idx="2"/>
                <a:endCxn id="1297" idx="0"/>
              </p:cNvCxnSpPr>
              <p:nvPr/>
            </p:nvCxnSpPr>
            <p:spPr>
              <a:xfrm>
                <a:off x="14193134" y="7881898"/>
                <a:ext cx="0" cy="2975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5" name="Straight Arrow Connector 1304">
                <a:extLst>
                  <a:ext uri="{FF2B5EF4-FFF2-40B4-BE49-F238E27FC236}">
                    <a16:creationId xmlns:a16="http://schemas.microsoft.com/office/drawing/2014/main" id="{78C0B748-FDC0-53FB-6470-239487853D3E}"/>
                  </a:ext>
                </a:extLst>
              </p:cNvPr>
              <p:cNvCxnSpPr>
                <a:stCxn id="1297" idx="4"/>
                <a:endCxn id="1273" idx="0"/>
              </p:cNvCxnSpPr>
              <p:nvPr/>
            </p:nvCxnSpPr>
            <p:spPr>
              <a:xfrm>
                <a:off x="14199465" y="8499477"/>
                <a:ext cx="0" cy="3397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83" name="Group 1382">
              <a:extLst>
                <a:ext uri="{FF2B5EF4-FFF2-40B4-BE49-F238E27FC236}">
                  <a16:creationId xmlns:a16="http://schemas.microsoft.com/office/drawing/2014/main" id="{CDA3D3A1-67CF-C51E-F4DC-105AC8506511}"/>
                </a:ext>
              </a:extLst>
            </p:cNvPr>
            <p:cNvGrpSpPr/>
            <p:nvPr/>
          </p:nvGrpSpPr>
          <p:grpSpPr>
            <a:xfrm>
              <a:off x="3599578" y="5880179"/>
              <a:ext cx="6957759" cy="4283146"/>
              <a:chOff x="5787814" y="7258634"/>
              <a:chExt cx="5283742" cy="3499098"/>
            </a:xfrm>
          </p:grpSpPr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2D58DD06-CF8D-F507-6461-425AFBF456E2}"/>
                  </a:ext>
                </a:extLst>
              </p:cNvPr>
              <p:cNvGrpSpPr/>
              <p:nvPr/>
            </p:nvGrpSpPr>
            <p:grpSpPr>
              <a:xfrm>
                <a:off x="7965871" y="8024292"/>
                <a:ext cx="369332" cy="1858099"/>
                <a:chOff x="10941671" y="12162247"/>
                <a:chExt cx="369332" cy="1858099"/>
              </a:xfrm>
            </p:grpSpPr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50AF544C-69E6-5AED-D614-C2E727C32868}"/>
                    </a:ext>
                  </a:extLst>
                </p:cNvPr>
                <p:cNvSpPr/>
                <p:nvPr/>
              </p:nvSpPr>
              <p:spPr>
                <a:xfrm>
                  <a:off x="10947529" y="12162247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E6005C60-3CC5-58ED-BCBF-EDFB2A7FC82A}"/>
                    </a:ext>
                  </a:extLst>
                </p:cNvPr>
                <p:cNvSpPr/>
                <p:nvPr/>
              </p:nvSpPr>
              <p:spPr>
                <a:xfrm>
                  <a:off x="10947529" y="13791746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16964DE0-6362-E535-EB55-06142EA065A1}"/>
                    </a:ext>
                  </a:extLst>
                </p:cNvPr>
                <p:cNvSpPr/>
                <p:nvPr/>
              </p:nvSpPr>
              <p:spPr>
                <a:xfrm>
                  <a:off x="10941671" y="12611945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D0215C34-2804-ED9E-40D7-6D3B1A05F172}"/>
                    </a:ext>
                  </a:extLst>
                </p:cNvPr>
                <p:cNvSpPr/>
                <p:nvPr/>
              </p:nvSpPr>
              <p:spPr>
                <a:xfrm>
                  <a:off x="10941671" y="13342048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2D3C6619-3D7D-35EC-53CE-E4D9B14F0BCD}"/>
                    </a:ext>
                  </a:extLst>
                </p:cNvPr>
                <p:cNvSpPr txBox="1"/>
                <p:nvPr/>
              </p:nvSpPr>
              <p:spPr>
                <a:xfrm rot="5400000">
                  <a:off x="10883322" y="12936242"/>
                  <a:ext cx="486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…. </a:t>
                  </a:r>
                </a:p>
              </p:txBody>
            </p:sp>
          </p:grpSp>
          <p:grpSp>
            <p:nvGrpSpPr>
              <p:cNvPr id="1036" name="Group 1035">
                <a:extLst>
                  <a:ext uri="{FF2B5EF4-FFF2-40B4-BE49-F238E27FC236}">
                    <a16:creationId xmlns:a16="http://schemas.microsoft.com/office/drawing/2014/main" id="{DD0A5118-5DDE-6F82-D40E-94EB503CC76B}"/>
                  </a:ext>
                </a:extLst>
              </p:cNvPr>
              <p:cNvGrpSpPr/>
              <p:nvPr/>
            </p:nvGrpSpPr>
            <p:grpSpPr>
              <a:xfrm>
                <a:off x="10607694" y="8165474"/>
                <a:ext cx="463862" cy="1591301"/>
                <a:chOff x="10425497" y="12236498"/>
                <a:chExt cx="383356" cy="1315125"/>
              </a:xfrm>
            </p:grpSpPr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69CC3A26-13B4-6072-779B-63C6D2877B33}"/>
                    </a:ext>
                  </a:extLst>
                </p:cNvPr>
                <p:cNvSpPr/>
                <p:nvPr/>
              </p:nvSpPr>
              <p:spPr>
                <a:xfrm>
                  <a:off x="10425497" y="12236498"/>
                  <a:ext cx="300313" cy="129856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1A1A7178-3697-EAE4-B30C-E8546C148AA5}"/>
                    </a:ext>
                  </a:extLst>
                </p:cNvPr>
                <p:cNvSpPr txBox="1"/>
                <p:nvPr/>
              </p:nvSpPr>
              <p:spPr>
                <a:xfrm rot="16200000">
                  <a:off x="10011199" y="12753968"/>
                  <a:ext cx="1287532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Dropout = 0.45</a:t>
                  </a:r>
                </a:p>
              </p:txBody>
            </p:sp>
          </p:grp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C14DF3BB-4546-469E-1E3A-CB0F5591DB63}"/>
                  </a:ext>
                </a:extLst>
              </p:cNvPr>
              <p:cNvGrpSpPr/>
              <p:nvPr/>
            </p:nvGrpSpPr>
            <p:grpSpPr>
              <a:xfrm>
                <a:off x="6286663" y="8588290"/>
                <a:ext cx="369332" cy="958703"/>
                <a:chOff x="10941671" y="12611945"/>
                <a:chExt cx="369332" cy="958703"/>
              </a:xfrm>
            </p:grpSpPr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3BDD7C97-2F4D-1E2B-597D-5B870A0BB371}"/>
                    </a:ext>
                  </a:extLst>
                </p:cNvPr>
                <p:cNvSpPr/>
                <p:nvPr/>
              </p:nvSpPr>
              <p:spPr>
                <a:xfrm>
                  <a:off x="10941671" y="12611945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15C64976-60EF-B5A8-E952-C55EA5EFA5F9}"/>
                    </a:ext>
                  </a:extLst>
                </p:cNvPr>
                <p:cNvSpPr/>
                <p:nvPr/>
              </p:nvSpPr>
              <p:spPr>
                <a:xfrm>
                  <a:off x="10941671" y="13342048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9899E87-C5D3-6686-63C7-12202484E3D5}"/>
                    </a:ext>
                  </a:extLst>
                </p:cNvPr>
                <p:cNvSpPr txBox="1"/>
                <p:nvPr/>
              </p:nvSpPr>
              <p:spPr>
                <a:xfrm rot="5400000">
                  <a:off x="10883322" y="12936242"/>
                  <a:ext cx="486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…. </a:t>
                  </a:r>
                </a:p>
              </p:txBody>
            </p:sp>
          </p:grp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F7C89D6F-0F5A-5FE5-681D-BCF1C15AA5A9}"/>
                  </a:ext>
                </a:extLst>
              </p:cNvPr>
              <p:cNvCxnSpPr>
                <a:stCxn id="144" idx="2"/>
                <a:endCxn id="179" idx="6"/>
              </p:cNvCxnSpPr>
              <p:nvPr/>
            </p:nvCxnSpPr>
            <p:spPr>
              <a:xfrm flipH="1">
                <a:off x="6515263" y="8138592"/>
                <a:ext cx="1456466" cy="5639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F0118C3B-5F28-A23A-9E5B-FD0B34A15228}"/>
                  </a:ext>
                </a:extLst>
              </p:cNvPr>
              <p:cNvCxnSpPr>
                <a:stCxn id="144" idx="2"/>
                <a:endCxn id="180" idx="6"/>
              </p:cNvCxnSpPr>
              <p:nvPr/>
            </p:nvCxnSpPr>
            <p:spPr>
              <a:xfrm flipH="1">
                <a:off x="6515263" y="8138592"/>
                <a:ext cx="1456466" cy="12941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C88B6C64-EB61-5483-75C7-B4B508280B2F}"/>
                  </a:ext>
                </a:extLst>
              </p:cNvPr>
              <p:cNvCxnSpPr>
                <a:stCxn id="148" idx="2"/>
                <a:endCxn id="179" idx="6"/>
              </p:cNvCxnSpPr>
              <p:nvPr/>
            </p:nvCxnSpPr>
            <p:spPr>
              <a:xfrm flipH="1">
                <a:off x="6515263" y="8588290"/>
                <a:ext cx="1450608" cy="1143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FEB7DE76-09CD-0FD4-FCED-26E0D641840A}"/>
                  </a:ext>
                </a:extLst>
              </p:cNvPr>
              <p:cNvCxnSpPr>
                <a:stCxn id="148" idx="2"/>
                <a:endCxn id="180" idx="6"/>
              </p:cNvCxnSpPr>
              <p:nvPr/>
            </p:nvCxnSpPr>
            <p:spPr>
              <a:xfrm flipH="1">
                <a:off x="6515263" y="8588290"/>
                <a:ext cx="1450608" cy="8444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" name="Straight Connector 1025">
                <a:extLst>
                  <a:ext uri="{FF2B5EF4-FFF2-40B4-BE49-F238E27FC236}">
                    <a16:creationId xmlns:a16="http://schemas.microsoft.com/office/drawing/2014/main" id="{2A1FE75A-CA38-1BA3-4A6B-5A3F9F1FCCB7}"/>
                  </a:ext>
                </a:extLst>
              </p:cNvPr>
              <p:cNvCxnSpPr>
                <a:stCxn id="149" idx="2"/>
                <a:endCxn id="180" idx="6"/>
              </p:cNvCxnSpPr>
              <p:nvPr/>
            </p:nvCxnSpPr>
            <p:spPr>
              <a:xfrm flipH="1">
                <a:off x="6515263" y="9318393"/>
                <a:ext cx="1450608" cy="1143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" name="Straight Connector 1027">
                <a:extLst>
                  <a:ext uri="{FF2B5EF4-FFF2-40B4-BE49-F238E27FC236}">
                    <a16:creationId xmlns:a16="http://schemas.microsoft.com/office/drawing/2014/main" id="{97AA8D98-5122-CA59-A2CF-EABE00A42E5F}"/>
                  </a:ext>
                </a:extLst>
              </p:cNvPr>
              <p:cNvCxnSpPr>
                <a:stCxn id="149" idx="2"/>
                <a:endCxn id="179" idx="6"/>
              </p:cNvCxnSpPr>
              <p:nvPr/>
            </p:nvCxnSpPr>
            <p:spPr>
              <a:xfrm flipH="1" flipV="1">
                <a:off x="6515263" y="8702590"/>
                <a:ext cx="1450608" cy="6158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" name="Straight Connector 1029">
                <a:extLst>
                  <a:ext uri="{FF2B5EF4-FFF2-40B4-BE49-F238E27FC236}">
                    <a16:creationId xmlns:a16="http://schemas.microsoft.com/office/drawing/2014/main" id="{681F45D8-1403-35EB-6032-AAC2D9020A7D}"/>
                  </a:ext>
                </a:extLst>
              </p:cNvPr>
              <p:cNvCxnSpPr>
                <a:stCxn id="147" idx="2"/>
                <a:endCxn id="180" idx="6"/>
              </p:cNvCxnSpPr>
              <p:nvPr/>
            </p:nvCxnSpPr>
            <p:spPr>
              <a:xfrm flipH="1" flipV="1">
                <a:off x="6515263" y="9432693"/>
                <a:ext cx="1456466" cy="3353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4" name="Straight Connector 1033">
                <a:extLst>
                  <a:ext uri="{FF2B5EF4-FFF2-40B4-BE49-F238E27FC236}">
                    <a16:creationId xmlns:a16="http://schemas.microsoft.com/office/drawing/2014/main" id="{D7D60594-4126-CCB4-6DBE-AA58DD98BE61}"/>
                  </a:ext>
                </a:extLst>
              </p:cNvPr>
              <p:cNvCxnSpPr>
                <a:stCxn id="147" idx="2"/>
                <a:endCxn id="179" idx="6"/>
              </p:cNvCxnSpPr>
              <p:nvPr/>
            </p:nvCxnSpPr>
            <p:spPr>
              <a:xfrm flipH="1" flipV="1">
                <a:off x="6515263" y="8702590"/>
                <a:ext cx="1456466" cy="10655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912E2720-0D35-5CEB-791B-4570FDCF285B}"/>
                  </a:ext>
                </a:extLst>
              </p:cNvPr>
              <p:cNvGrpSpPr/>
              <p:nvPr/>
            </p:nvGrpSpPr>
            <p:grpSpPr>
              <a:xfrm>
                <a:off x="7006888" y="8362727"/>
                <a:ext cx="347446" cy="1304964"/>
                <a:chOff x="10425497" y="12236498"/>
                <a:chExt cx="347446" cy="1304964"/>
              </a:xfrm>
            </p:grpSpPr>
            <p:sp>
              <p:nvSpPr>
                <p:cNvPr id="1038" name="Oval 1037">
                  <a:extLst>
                    <a:ext uri="{FF2B5EF4-FFF2-40B4-BE49-F238E27FC236}">
                      <a16:creationId xmlns:a16="http://schemas.microsoft.com/office/drawing/2014/main" id="{A137379A-4217-3181-F636-A437C9DCDA5D}"/>
                    </a:ext>
                  </a:extLst>
                </p:cNvPr>
                <p:cNvSpPr/>
                <p:nvPr/>
              </p:nvSpPr>
              <p:spPr>
                <a:xfrm>
                  <a:off x="10425497" y="12236498"/>
                  <a:ext cx="300313" cy="129856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40" name="TextBox 1039">
                  <a:extLst>
                    <a:ext uri="{FF2B5EF4-FFF2-40B4-BE49-F238E27FC236}">
                      <a16:creationId xmlns:a16="http://schemas.microsoft.com/office/drawing/2014/main" id="{8CC716E8-1881-EA72-F09B-E78F138DADB7}"/>
                    </a:ext>
                  </a:extLst>
                </p:cNvPr>
                <p:cNvSpPr txBox="1"/>
                <p:nvPr/>
              </p:nvSpPr>
              <p:spPr>
                <a:xfrm rot="16200000">
                  <a:off x="9975289" y="12743807"/>
                  <a:ext cx="1287532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Dropout = 0.25</a:t>
                  </a:r>
                </a:p>
              </p:txBody>
            </p:sp>
          </p:grpSp>
          <p:sp>
            <p:nvSpPr>
              <p:cNvPr id="1058" name="Left Brace 1057">
                <a:extLst>
                  <a:ext uri="{FF2B5EF4-FFF2-40B4-BE49-F238E27FC236}">
                    <a16:creationId xmlns:a16="http://schemas.microsoft.com/office/drawing/2014/main" id="{63ED2815-0F7D-13F2-94AC-86BFBA660C3A}"/>
                  </a:ext>
                </a:extLst>
              </p:cNvPr>
              <p:cNvSpPr/>
              <p:nvPr/>
            </p:nvSpPr>
            <p:spPr>
              <a:xfrm rot="5400000">
                <a:off x="6259916" y="8184299"/>
                <a:ext cx="170493" cy="560850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0" name="TextBox 1059">
                <a:extLst>
                  <a:ext uri="{FF2B5EF4-FFF2-40B4-BE49-F238E27FC236}">
                    <a16:creationId xmlns:a16="http://schemas.microsoft.com/office/drawing/2014/main" id="{5D0E6E75-B4CC-22D7-DE81-0C946C96B3C3}"/>
                  </a:ext>
                </a:extLst>
              </p:cNvPr>
              <p:cNvSpPr txBox="1"/>
              <p:nvPr/>
            </p:nvSpPr>
            <p:spPr>
              <a:xfrm>
                <a:off x="5787814" y="8112561"/>
                <a:ext cx="12554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Softmax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5" name="TextBox 1104">
                    <a:extLst>
                      <a:ext uri="{FF2B5EF4-FFF2-40B4-BE49-F238E27FC236}">
                        <a16:creationId xmlns:a16="http://schemas.microsoft.com/office/drawing/2014/main" id="{D85B2089-05FF-FD6C-C855-A32D9C00D9ED}"/>
                      </a:ext>
                    </a:extLst>
                  </p:cNvPr>
                  <p:cNvSpPr txBox="1"/>
                  <p:nvPr/>
                </p:nvSpPr>
                <p:spPr>
                  <a:xfrm>
                    <a:off x="6081161" y="9497550"/>
                    <a:ext cx="77662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a14:m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unit</a:t>
                    </a:r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05" name="TextBox 1104">
                    <a:extLst>
                      <a:ext uri="{FF2B5EF4-FFF2-40B4-BE49-F238E27FC236}">
                        <a16:creationId xmlns:a16="http://schemas.microsoft.com/office/drawing/2014/main" id="{D85B2089-05FF-FD6C-C855-A32D9C00D9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81161" y="9497550"/>
                    <a:ext cx="776623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44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1" name="TextBox 1110">
                    <a:extLst>
                      <a:ext uri="{FF2B5EF4-FFF2-40B4-BE49-F238E27FC236}">
                        <a16:creationId xmlns:a16="http://schemas.microsoft.com/office/drawing/2014/main" id="{6FA55C17-6E95-F3F5-A7F4-974FEF0AF797}"/>
                      </a:ext>
                    </a:extLst>
                  </p:cNvPr>
                  <p:cNvSpPr txBox="1"/>
                  <p:nvPr/>
                </p:nvSpPr>
                <p:spPr>
                  <a:xfrm>
                    <a:off x="9340512" y="10330290"/>
                    <a:ext cx="1148181" cy="42744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256 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𝑢𝑛𝑖𝑡</m:t>
                          </m:r>
                        </m:oMath>
                      </m:oMathPara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L1=1e-4, L2=1e-3</a:t>
                    </a:r>
                  </a:p>
                </p:txBody>
              </p:sp>
            </mc:Choice>
            <mc:Fallback xmlns="">
              <p:sp>
                <p:nvSpPr>
                  <p:cNvPr id="1111" name="TextBox 1110">
                    <a:extLst>
                      <a:ext uri="{FF2B5EF4-FFF2-40B4-BE49-F238E27FC236}">
                        <a16:creationId xmlns:a16="http://schemas.microsoft.com/office/drawing/2014/main" id="{6FA55C17-6E95-F3F5-A7F4-974FEF0AF7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40512" y="10330290"/>
                    <a:ext cx="1148181" cy="42744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162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13" name="TextBox 1112">
                <a:extLst>
                  <a:ext uri="{FF2B5EF4-FFF2-40B4-BE49-F238E27FC236}">
                    <a16:creationId xmlns:a16="http://schemas.microsoft.com/office/drawing/2014/main" id="{233EB5B8-E535-F7BB-E7BD-43D054414235}"/>
                  </a:ext>
                </a:extLst>
              </p:cNvPr>
              <p:cNvSpPr txBox="1"/>
              <p:nvPr/>
            </p:nvSpPr>
            <p:spPr>
              <a:xfrm>
                <a:off x="7818105" y="7750611"/>
                <a:ext cx="6238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1307" name="Oval 1306">
                <a:extLst>
                  <a:ext uri="{FF2B5EF4-FFF2-40B4-BE49-F238E27FC236}">
                    <a16:creationId xmlns:a16="http://schemas.microsoft.com/office/drawing/2014/main" id="{3391EE92-AF02-9A21-798A-35423C2D8C80}"/>
                  </a:ext>
                </a:extLst>
              </p:cNvPr>
              <p:cNvSpPr/>
              <p:nvPr/>
            </p:nvSpPr>
            <p:spPr>
              <a:xfrm>
                <a:off x="9733762" y="8020885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8" name="Oval 1307">
                <a:extLst>
                  <a:ext uri="{FF2B5EF4-FFF2-40B4-BE49-F238E27FC236}">
                    <a16:creationId xmlns:a16="http://schemas.microsoft.com/office/drawing/2014/main" id="{5ADB0890-6220-6D5D-9B11-99CDADC89A19}"/>
                  </a:ext>
                </a:extLst>
              </p:cNvPr>
              <p:cNvSpPr/>
              <p:nvPr/>
            </p:nvSpPr>
            <p:spPr>
              <a:xfrm>
                <a:off x="9733762" y="9650384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9" name="Oval 1308">
                <a:extLst>
                  <a:ext uri="{FF2B5EF4-FFF2-40B4-BE49-F238E27FC236}">
                    <a16:creationId xmlns:a16="http://schemas.microsoft.com/office/drawing/2014/main" id="{BEC6508A-604D-5CE3-835A-899338BBFE14}"/>
                  </a:ext>
                </a:extLst>
              </p:cNvPr>
              <p:cNvSpPr/>
              <p:nvPr/>
            </p:nvSpPr>
            <p:spPr>
              <a:xfrm>
                <a:off x="9727904" y="8470583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0" name="Oval 1309">
                <a:extLst>
                  <a:ext uri="{FF2B5EF4-FFF2-40B4-BE49-F238E27FC236}">
                    <a16:creationId xmlns:a16="http://schemas.microsoft.com/office/drawing/2014/main" id="{31F28C8F-A80F-31CD-50D5-FFA9E5A7C2B6}"/>
                  </a:ext>
                </a:extLst>
              </p:cNvPr>
              <p:cNvSpPr/>
              <p:nvPr/>
            </p:nvSpPr>
            <p:spPr>
              <a:xfrm>
                <a:off x="9727904" y="9200686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1" name="TextBox 1310">
                <a:extLst>
                  <a:ext uri="{FF2B5EF4-FFF2-40B4-BE49-F238E27FC236}">
                    <a16:creationId xmlns:a16="http://schemas.microsoft.com/office/drawing/2014/main" id="{4516D3B2-99C2-8630-9720-012B692FB439}"/>
                  </a:ext>
                </a:extLst>
              </p:cNvPr>
              <p:cNvSpPr txBox="1"/>
              <p:nvPr/>
            </p:nvSpPr>
            <p:spPr>
              <a:xfrm rot="5400000">
                <a:off x="9669555" y="8794880"/>
                <a:ext cx="486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…. </a:t>
                </a:r>
              </a:p>
            </p:txBody>
          </p:sp>
          <p:sp>
            <p:nvSpPr>
              <p:cNvPr id="1312" name="TextBox 1311">
                <a:extLst>
                  <a:ext uri="{FF2B5EF4-FFF2-40B4-BE49-F238E27FC236}">
                    <a16:creationId xmlns:a16="http://schemas.microsoft.com/office/drawing/2014/main" id="{FA283204-1B8E-FF33-C264-153F0B6654B8}"/>
                  </a:ext>
                </a:extLst>
              </p:cNvPr>
              <p:cNvSpPr txBox="1"/>
              <p:nvPr/>
            </p:nvSpPr>
            <p:spPr>
              <a:xfrm>
                <a:off x="9530777" y="7258634"/>
                <a:ext cx="6238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1313" name="Oval 1312">
                <a:extLst>
                  <a:ext uri="{FF2B5EF4-FFF2-40B4-BE49-F238E27FC236}">
                    <a16:creationId xmlns:a16="http://schemas.microsoft.com/office/drawing/2014/main" id="{95110199-9079-788E-BE97-8C4B818C2945}"/>
                  </a:ext>
                </a:extLst>
              </p:cNvPr>
              <p:cNvSpPr/>
              <p:nvPr/>
            </p:nvSpPr>
            <p:spPr>
              <a:xfrm>
                <a:off x="9735295" y="10098697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4" name="Oval 1313">
                <a:extLst>
                  <a:ext uri="{FF2B5EF4-FFF2-40B4-BE49-F238E27FC236}">
                    <a16:creationId xmlns:a16="http://schemas.microsoft.com/office/drawing/2014/main" id="{06CD10A8-4C80-D33D-B2E8-1D65DE7C3D31}"/>
                  </a:ext>
                </a:extLst>
              </p:cNvPr>
              <p:cNvSpPr/>
              <p:nvPr/>
            </p:nvSpPr>
            <p:spPr>
              <a:xfrm>
                <a:off x="9735295" y="7566411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19" name="Straight Connector 1318">
                <a:extLst>
                  <a:ext uri="{FF2B5EF4-FFF2-40B4-BE49-F238E27FC236}">
                    <a16:creationId xmlns:a16="http://schemas.microsoft.com/office/drawing/2014/main" id="{26FA7619-CB33-8968-E0D3-CA1B0742F31E}"/>
                  </a:ext>
                </a:extLst>
              </p:cNvPr>
              <p:cNvCxnSpPr>
                <a:stCxn id="1314" idx="2"/>
              </p:cNvCxnSpPr>
              <p:nvPr/>
            </p:nvCxnSpPr>
            <p:spPr>
              <a:xfrm flipH="1">
                <a:off x="8130050" y="7680711"/>
                <a:ext cx="1605245" cy="45447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1" name="Straight Connector 1320">
                <a:extLst>
                  <a:ext uri="{FF2B5EF4-FFF2-40B4-BE49-F238E27FC236}">
                    <a16:creationId xmlns:a16="http://schemas.microsoft.com/office/drawing/2014/main" id="{24B2D70E-413B-5643-B225-AB3A1C6B3742}"/>
                  </a:ext>
                </a:extLst>
              </p:cNvPr>
              <p:cNvCxnSpPr>
                <a:stCxn id="1314" idx="2"/>
                <a:endCxn id="148" idx="6"/>
              </p:cNvCxnSpPr>
              <p:nvPr/>
            </p:nvCxnSpPr>
            <p:spPr>
              <a:xfrm flipH="1">
                <a:off x="8194471" y="7680711"/>
                <a:ext cx="1540824" cy="90757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3" name="Straight Connector 1322">
                <a:extLst>
                  <a:ext uri="{FF2B5EF4-FFF2-40B4-BE49-F238E27FC236}">
                    <a16:creationId xmlns:a16="http://schemas.microsoft.com/office/drawing/2014/main" id="{6C17C917-B746-A44D-4519-9E7706D70DED}"/>
                  </a:ext>
                </a:extLst>
              </p:cNvPr>
              <p:cNvCxnSpPr>
                <a:stCxn id="1314" idx="2"/>
                <a:endCxn id="149" idx="6"/>
              </p:cNvCxnSpPr>
              <p:nvPr/>
            </p:nvCxnSpPr>
            <p:spPr>
              <a:xfrm flipH="1">
                <a:off x="8194471" y="7680711"/>
                <a:ext cx="1540824" cy="163768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5" name="Straight Connector 1324">
                <a:extLst>
                  <a:ext uri="{FF2B5EF4-FFF2-40B4-BE49-F238E27FC236}">
                    <a16:creationId xmlns:a16="http://schemas.microsoft.com/office/drawing/2014/main" id="{08EAB72E-33DB-D0C0-7ABD-82F32AB431B5}"/>
                  </a:ext>
                </a:extLst>
              </p:cNvPr>
              <p:cNvCxnSpPr>
                <a:stCxn id="1314" idx="2"/>
                <a:endCxn id="147" idx="6"/>
              </p:cNvCxnSpPr>
              <p:nvPr/>
            </p:nvCxnSpPr>
            <p:spPr>
              <a:xfrm flipH="1">
                <a:off x="8200329" y="7680711"/>
                <a:ext cx="1534966" cy="20873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7" name="Straight Connector 1326">
                <a:extLst>
                  <a:ext uri="{FF2B5EF4-FFF2-40B4-BE49-F238E27FC236}">
                    <a16:creationId xmlns:a16="http://schemas.microsoft.com/office/drawing/2014/main" id="{D3DED2F4-84F4-7B51-DDC5-8A38F89A8089}"/>
                  </a:ext>
                </a:extLst>
              </p:cNvPr>
              <p:cNvCxnSpPr>
                <a:stCxn id="1307" idx="2"/>
                <a:endCxn id="144" idx="6"/>
              </p:cNvCxnSpPr>
              <p:nvPr/>
            </p:nvCxnSpPr>
            <p:spPr>
              <a:xfrm flipH="1">
                <a:off x="8200329" y="8135185"/>
                <a:ext cx="1533433" cy="340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9" name="Straight Connector 1328">
                <a:extLst>
                  <a:ext uri="{FF2B5EF4-FFF2-40B4-BE49-F238E27FC236}">
                    <a16:creationId xmlns:a16="http://schemas.microsoft.com/office/drawing/2014/main" id="{C2B2D33C-4A1C-813B-0618-50AFC50B57B0}"/>
                  </a:ext>
                </a:extLst>
              </p:cNvPr>
              <p:cNvCxnSpPr>
                <a:stCxn id="1307" idx="2"/>
                <a:endCxn id="148" idx="6"/>
              </p:cNvCxnSpPr>
              <p:nvPr/>
            </p:nvCxnSpPr>
            <p:spPr>
              <a:xfrm flipH="1">
                <a:off x="8194471" y="8135185"/>
                <a:ext cx="1539291" cy="45310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1" name="Straight Connector 1330">
                <a:extLst>
                  <a:ext uri="{FF2B5EF4-FFF2-40B4-BE49-F238E27FC236}">
                    <a16:creationId xmlns:a16="http://schemas.microsoft.com/office/drawing/2014/main" id="{42723F0F-7EFC-42DA-0E08-6FC832B632F4}"/>
                  </a:ext>
                </a:extLst>
              </p:cNvPr>
              <p:cNvCxnSpPr>
                <a:stCxn id="1307" idx="2"/>
                <a:endCxn id="149" idx="6"/>
              </p:cNvCxnSpPr>
              <p:nvPr/>
            </p:nvCxnSpPr>
            <p:spPr>
              <a:xfrm flipH="1">
                <a:off x="8194471" y="8135185"/>
                <a:ext cx="1539291" cy="118320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" name="Straight Connector 1332">
                <a:extLst>
                  <a:ext uri="{FF2B5EF4-FFF2-40B4-BE49-F238E27FC236}">
                    <a16:creationId xmlns:a16="http://schemas.microsoft.com/office/drawing/2014/main" id="{84810616-89EE-46F3-38D4-55044716FCC9}"/>
                  </a:ext>
                </a:extLst>
              </p:cNvPr>
              <p:cNvCxnSpPr>
                <a:stCxn id="1307" idx="2"/>
                <a:endCxn id="147" idx="6"/>
              </p:cNvCxnSpPr>
              <p:nvPr/>
            </p:nvCxnSpPr>
            <p:spPr>
              <a:xfrm flipH="1">
                <a:off x="8200329" y="8135185"/>
                <a:ext cx="1533433" cy="163290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17811675-EFF9-EEEE-804D-9598DA80B2C8}"/>
                  </a:ext>
                </a:extLst>
              </p:cNvPr>
              <p:cNvCxnSpPr>
                <a:stCxn id="1309" idx="2"/>
              </p:cNvCxnSpPr>
              <p:nvPr/>
            </p:nvCxnSpPr>
            <p:spPr>
              <a:xfrm flipH="1" flipV="1">
                <a:off x="8194471" y="8134500"/>
                <a:ext cx="1533433" cy="45038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408B79FF-851C-75E1-5B4A-2AE314B543DD}"/>
                  </a:ext>
                </a:extLst>
              </p:cNvPr>
              <p:cNvCxnSpPr>
                <a:stCxn id="1309" idx="2"/>
                <a:endCxn id="148" idx="6"/>
              </p:cNvCxnSpPr>
              <p:nvPr/>
            </p:nvCxnSpPr>
            <p:spPr>
              <a:xfrm flipH="1">
                <a:off x="8194471" y="8584883"/>
                <a:ext cx="1533433" cy="340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9" name="Straight Connector 1338">
                <a:extLst>
                  <a:ext uri="{FF2B5EF4-FFF2-40B4-BE49-F238E27FC236}">
                    <a16:creationId xmlns:a16="http://schemas.microsoft.com/office/drawing/2014/main" id="{81EBB0FD-E9EC-722E-9B8A-986FF301262C}"/>
                  </a:ext>
                </a:extLst>
              </p:cNvPr>
              <p:cNvCxnSpPr>
                <a:stCxn id="1309" idx="2"/>
                <a:endCxn id="149" idx="5"/>
              </p:cNvCxnSpPr>
              <p:nvPr/>
            </p:nvCxnSpPr>
            <p:spPr>
              <a:xfrm flipH="1">
                <a:off x="8194471" y="8584883"/>
                <a:ext cx="1533433" cy="73351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1" name="Straight Connector 1340">
                <a:extLst>
                  <a:ext uri="{FF2B5EF4-FFF2-40B4-BE49-F238E27FC236}">
                    <a16:creationId xmlns:a16="http://schemas.microsoft.com/office/drawing/2014/main" id="{568B009A-7BF5-3735-051D-C2B86B7C327D}"/>
                  </a:ext>
                </a:extLst>
              </p:cNvPr>
              <p:cNvCxnSpPr>
                <a:cxnSpLocks/>
                <a:stCxn id="1309" idx="2"/>
                <a:endCxn id="147" idx="6"/>
              </p:cNvCxnSpPr>
              <p:nvPr/>
            </p:nvCxnSpPr>
            <p:spPr>
              <a:xfrm flipH="1">
                <a:off x="8200329" y="8584883"/>
                <a:ext cx="1527575" cy="118320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4" name="Straight Connector 1343">
                <a:extLst>
                  <a:ext uri="{FF2B5EF4-FFF2-40B4-BE49-F238E27FC236}">
                    <a16:creationId xmlns:a16="http://schemas.microsoft.com/office/drawing/2014/main" id="{99B35EB0-7340-068E-82F2-177B2854240C}"/>
                  </a:ext>
                </a:extLst>
              </p:cNvPr>
              <p:cNvCxnSpPr>
                <a:stCxn id="1310" idx="2"/>
              </p:cNvCxnSpPr>
              <p:nvPr/>
            </p:nvCxnSpPr>
            <p:spPr>
              <a:xfrm flipH="1" flipV="1">
                <a:off x="8194471" y="8179437"/>
                <a:ext cx="1533433" cy="113554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6" name="Straight Connector 1345">
                <a:extLst>
                  <a:ext uri="{FF2B5EF4-FFF2-40B4-BE49-F238E27FC236}">
                    <a16:creationId xmlns:a16="http://schemas.microsoft.com/office/drawing/2014/main" id="{A243F75C-8AC1-3D7A-B9A7-9BF71BDFD419}"/>
                  </a:ext>
                </a:extLst>
              </p:cNvPr>
              <p:cNvCxnSpPr>
                <a:stCxn id="1310" idx="2"/>
                <a:endCxn id="148" idx="6"/>
              </p:cNvCxnSpPr>
              <p:nvPr/>
            </p:nvCxnSpPr>
            <p:spPr>
              <a:xfrm flipH="1" flipV="1">
                <a:off x="8194471" y="8588290"/>
                <a:ext cx="1533433" cy="72669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8" name="Straight Connector 1347">
                <a:extLst>
                  <a:ext uri="{FF2B5EF4-FFF2-40B4-BE49-F238E27FC236}">
                    <a16:creationId xmlns:a16="http://schemas.microsoft.com/office/drawing/2014/main" id="{929C868F-812A-3038-3C8A-50B5D295E0BD}"/>
                  </a:ext>
                </a:extLst>
              </p:cNvPr>
              <p:cNvCxnSpPr>
                <a:stCxn id="1310" idx="2"/>
                <a:endCxn id="149" idx="6"/>
              </p:cNvCxnSpPr>
              <p:nvPr/>
            </p:nvCxnSpPr>
            <p:spPr>
              <a:xfrm flipH="1">
                <a:off x="8194471" y="9314986"/>
                <a:ext cx="1533433" cy="340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0" name="Straight Connector 1349">
                <a:extLst>
                  <a:ext uri="{FF2B5EF4-FFF2-40B4-BE49-F238E27FC236}">
                    <a16:creationId xmlns:a16="http://schemas.microsoft.com/office/drawing/2014/main" id="{47751788-6403-340E-6221-CBE459F27FEE}"/>
                  </a:ext>
                </a:extLst>
              </p:cNvPr>
              <p:cNvCxnSpPr>
                <a:endCxn id="147" idx="5"/>
              </p:cNvCxnSpPr>
              <p:nvPr/>
            </p:nvCxnSpPr>
            <p:spPr>
              <a:xfrm flipH="1">
                <a:off x="8200329" y="9314986"/>
                <a:ext cx="1527575" cy="45310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2" name="Straight Connector 1351">
                <a:extLst>
                  <a:ext uri="{FF2B5EF4-FFF2-40B4-BE49-F238E27FC236}">
                    <a16:creationId xmlns:a16="http://schemas.microsoft.com/office/drawing/2014/main" id="{951AEFF4-36BF-80EA-22FE-FC301BB10633}"/>
                  </a:ext>
                </a:extLst>
              </p:cNvPr>
              <p:cNvCxnSpPr>
                <a:stCxn id="1308" idx="2"/>
              </p:cNvCxnSpPr>
              <p:nvPr/>
            </p:nvCxnSpPr>
            <p:spPr>
              <a:xfrm flipH="1" flipV="1">
                <a:off x="8194471" y="8134500"/>
                <a:ext cx="1539291" cy="163018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4" name="Straight Connector 1353">
                <a:extLst>
                  <a:ext uri="{FF2B5EF4-FFF2-40B4-BE49-F238E27FC236}">
                    <a16:creationId xmlns:a16="http://schemas.microsoft.com/office/drawing/2014/main" id="{C0EA1FF0-AA3A-6423-77D1-8BBAD3B4B500}"/>
                  </a:ext>
                </a:extLst>
              </p:cNvPr>
              <p:cNvCxnSpPr>
                <a:stCxn id="1308" idx="2"/>
                <a:endCxn id="148" idx="6"/>
              </p:cNvCxnSpPr>
              <p:nvPr/>
            </p:nvCxnSpPr>
            <p:spPr>
              <a:xfrm flipH="1" flipV="1">
                <a:off x="8194471" y="8588290"/>
                <a:ext cx="1539291" cy="117639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6" name="Straight Connector 1355">
                <a:extLst>
                  <a:ext uri="{FF2B5EF4-FFF2-40B4-BE49-F238E27FC236}">
                    <a16:creationId xmlns:a16="http://schemas.microsoft.com/office/drawing/2014/main" id="{191EBF72-D78D-C8AF-14EE-5636FACB7926}"/>
                  </a:ext>
                </a:extLst>
              </p:cNvPr>
              <p:cNvCxnSpPr>
                <a:stCxn id="1308" idx="2"/>
                <a:endCxn id="149" idx="6"/>
              </p:cNvCxnSpPr>
              <p:nvPr/>
            </p:nvCxnSpPr>
            <p:spPr>
              <a:xfrm flipH="1" flipV="1">
                <a:off x="8194471" y="9318393"/>
                <a:ext cx="1539291" cy="44629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8" name="Straight Connector 1357">
                <a:extLst>
                  <a:ext uri="{FF2B5EF4-FFF2-40B4-BE49-F238E27FC236}">
                    <a16:creationId xmlns:a16="http://schemas.microsoft.com/office/drawing/2014/main" id="{F854F744-6822-FB1F-EC4B-063E9A982168}"/>
                  </a:ext>
                </a:extLst>
              </p:cNvPr>
              <p:cNvCxnSpPr>
                <a:stCxn id="1308" idx="2"/>
                <a:endCxn id="147" idx="6"/>
              </p:cNvCxnSpPr>
              <p:nvPr/>
            </p:nvCxnSpPr>
            <p:spPr>
              <a:xfrm flipH="1">
                <a:off x="8200329" y="9764684"/>
                <a:ext cx="1533433" cy="340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0" name="Straight Connector 1359">
                <a:extLst>
                  <a:ext uri="{FF2B5EF4-FFF2-40B4-BE49-F238E27FC236}">
                    <a16:creationId xmlns:a16="http://schemas.microsoft.com/office/drawing/2014/main" id="{2D83E0CF-1F43-E41C-019A-867FF260E769}"/>
                  </a:ext>
                </a:extLst>
              </p:cNvPr>
              <p:cNvCxnSpPr>
                <a:stCxn id="1313" idx="2"/>
                <a:endCxn id="144" idx="6"/>
              </p:cNvCxnSpPr>
              <p:nvPr/>
            </p:nvCxnSpPr>
            <p:spPr>
              <a:xfrm flipH="1" flipV="1">
                <a:off x="8200329" y="8138592"/>
                <a:ext cx="1534966" cy="207440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2" name="Straight Connector 1361">
                <a:extLst>
                  <a:ext uri="{FF2B5EF4-FFF2-40B4-BE49-F238E27FC236}">
                    <a16:creationId xmlns:a16="http://schemas.microsoft.com/office/drawing/2014/main" id="{BA408FE5-FF07-E642-B5E2-2B40405F55CB}"/>
                  </a:ext>
                </a:extLst>
              </p:cNvPr>
              <p:cNvCxnSpPr>
                <a:stCxn id="1313" idx="2"/>
                <a:endCxn id="148" idx="6"/>
              </p:cNvCxnSpPr>
              <p:nvPr/>
            </p:nvCxnSpPr>
            <p:spPr>
              <a:xfrm flipH="1" flipV="1">
                <a:off x="8194471" y="8588290"/>
                <a:ext cx="1540824" cy="162470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B7BA778F-8BC3-1B19-57B7-A00B36907C75}"/>
                  </a:ext>
                </a:extLst>
              </p:cNvPr>
              <p:cNvCxnSpPr>
                <a:stCxn id="1313" idx="2"/>
                <a:endCxn id="149" idx="6"/>
              </p:cNvCxnSpPr>
              <p:nvPr/>
            </p:nvCxnSpPr>
            <p:spPr>
              <a:xfrm flipH="1" flipV="1">
                <a:off x="8194471" y="9318393"/>
                <a:ext cx="1540824" cy="8946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9BBC0E18-DB8D-F241-0168-44C6E002851B}"/>
                  </a:ext>
                </a:extLst>
              </p:cNvPr>
              <p:cNvCxnSpPr>
                <a:stCxn id="1313" idx="2"/>
                <a:endCxn id="147" idx="6"/>
              </p:cNvCxnSpPr>
              <p:nvPr/>
            </p:nvCxnSpPr>
            <p:spPr>
              <a:xfrm flipH="1" flipV="1">
                <a:off x="8200329" y="9768091"/>
                <a:ext cx="1534966" cy="44490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15" name="Group 1314">
                <a:extLst>
                  <a:ext uri="{FF2B5EF4-FFF2-40B4-BE49-F238E27FC236}">
                    <a16:creationId xmlns:a16="http://schemas.microsoft.com/office/drawing/2014/main" id="{4D6E20B1-BF03-3868-9CC7-0699A3241B58}"/>
                  </a:ext>
                </a:extLst>
              </p:cNvPr>
              <p:cNvGrpSpPr/>
              <p:nvPr/>
            </p:nvGrpSpPr>
            <p:grpSpPr>
              <a:xfrm>
                <a:off x="8717193" y="7699227"/>
                <a:ext cx="392321" cy="2509038"/>
                <a:chOff x="10425497" y="11845340"/>
                <a:chExt cx="356656" cy="2073585"/>
              </a:xfrm>
            </p:grpSpPr>
            <p:sp>
              <p:nvSpPr>
                <p:cNvPr id="1316" name="Oval 1315">
                  <a:extLst>
                    <a:ext uri="{FF2B5EF4-FFF2-40B4-BE49-F238E27FC236}">
                      <a16:creationId xmlns:a16="http://schemas.microsoft.com/office/drawing/2014/main" id="{80EF43F6-A29F-2CD6-098A-D785A821592E}"/>
                    </a:ext>
                  </a:extLst>
                </p:cNvPr>
                <p:cNvSpPr/>
                <p:nvPr/>
              </p:nvSpPr>
              <p:spPr>
                <a:xfrm>
                  <a:off x="10425497" y="12021586"/>
                  <a:ext cx="300313" cy="17283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17" name="TextBox 1316">
                  <a:extLst>
                    <a:ext uri="{FF2B5EF4-FFF2-40B4-BE49-F238E27FC236}">
                      <a16:creationId xmlns:a16="http://schemas.microsoft.com/office/drawing/2014/main" id="{81F767B0-A8E3-6B82-0926-EE35B43C5741}"/>
                    </a:ext>
                  </a:extLst>
                </p:cNvPr>
                <p:cNvSpPr txBox="1"/>
                <p:nvPr/>
              </p:nvSpPr>
              <p:spPr>
                <a:xfrm rot="16200000">
                  <a:off x="9591472" y="12728244"/>
                  <a:ext cx="2073585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Dropout = 0.35</a:t>
                  </a:r>
                </a:p>
              </p:txBody>
            </p:sp>
          </p:grpSp>
          <p:cxnSp>
            <p:nvCxnSpPr>
              <p:cNvPr id="1368" name="Straight Arrow Connector 1367">
                <a:extLst>
                  <a:ext uri="{FF2B5EF4-FFF2-40B4-BE49-F238E27FC236}">
                    <a16:creationId xmlns:a16="http://schemas.microsoft.com/office/drawing/2014/main" id="{3317D7C0-63E2-CD72-A07E-79F7641E3AB5}"/>
                  </a:ext>
                </a:extLst>
              </p:cNvPr>
              <p:cNvCxnSpPr>
                <a:stCxn id="159" idx="2"/>
                <a:endCxn id="1314" idx="5"/>
              </p:cNvCxnSpPr>
              <p:nvPr/>
            </p:nvCxnSpPr>
            <p:spPr>
              <a:xfrm flipH="1" flipV="1">
                <a:off x="9963895" y="7680711"/>
                <a:ext cx="643774" cy="12703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0" name="Straight Arrow Connector 1369">
                <a:extLst>
                  <a:ext uri="{FF2B5EF4-FFF2-40B4-BE49-F238E27FC236}">
                    <a16:creationId xmlns:a16="http://schemas.microsoft.com/office/drawing/2014/main" id="{3DDF6A94-01B5-4A30-8122-FAF0D08DEEDA}"/>
                  </a:ext>
                </a:extLst>
              </p:cNvPr>
              <p:cNvCxnSpPr>
                <a:cxnSpLocks/>
                <a:stCxn id="159" idx="2"/>
                <a:endCxn id="1307" idx="6"/>
              </p:cNvCxnSpPr>
              <p:nvPr/>
            </p:nvCxnSpPr>
            <p:spPr>
              <a:xfrm flipH="1" flipV="1">
                <a:off x="9962362" y="8135186"/>
                <a:ext cx="645331" cy="8159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2" name="Straight Arrow Connector 1371">
                <a:extLst>
                  <a:ext uri="{FF2B5EF4-FFF2-40B4-BE49-F238E27FC236}">
                    <a16:creationId xmlns:a16="http://schemas.microsoft.com/office/drawing/2014/main" id="{EC7F7EBA-A1A8-97ED-179C-1B924B52A69D}"/>
                  </a:ext>
                </a:extLst>
              </p:cNvPr>
              <p:cNvCxnSpPr>
                <a:stCxn id="159" idx="2"/>
                <a:endCxn id="1309" idx="6"/>
              </p:cNvCxnSpPr>
              <p:nvPr/>
            </p:nvCxnSpPr>
            <p:spPr>
              <a:xfrm flipH="1" flipV="1">
                <a:off x="9956504" y="8584883"/>
                <a:ext cx="651165" cy="3662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4" name="Straight Arrow Connector 1373">
                <a:extLst>
                  <a:ext uri="{FF2B5EF4-FFF2-40B4-BE49-F238E27FC236}">
                    <a16:creationId xmlns:a16="http://schemas.microsoft.com/office/drawing/2014/main" id="{6C018885-E76A-59AB-5E8D-BFAC39EF4844}"/>
                  </a:ext>
                </a:extLst>
              </p:cNvPr>
              <p:cNvCxnSpPr>
                <a:stCxn id="159" idx="2"/>
                <a:endCxn id="1310" idx="6"/>
              </p:cNvCxnSpPr>
              <p:nvPr/>
            </p:nvCxnSpPr>
            <p:spPr>
              <a:xfrm flipH="1">
                <a:off x="9956504" y="8951110"/>
                <a:ext cx="651165" cy="3638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6" name="Straight Arrow Connector 1375">
                <a:extLst>
                  <a:ext uri="{FF2B5EF4-FFF2-40B4-BE49-F238E27FC236}">
                    <a16:creationId xmlns:a16="http://schemas.microsoft.com/office/drawing/2014/main" id="{A8C18C3E-C5A0-9365-F558-1F4F16B2E851}"/>
                  </a:ext>
                </a:extLst>
              </p:cNvPr>
              <p:cNvCxnSpPr>
                <a:stCxn id="159" idx="2"/>
                <a:endCxn id="1308" idx="6"/>
              </p:cNvCxnSpPr>
              <p:nvPr/>
            </p:nvCxnSpPr>
            <p:spPr>
              <a:xfrm flipH="1">
                <a:off x="9962362" y="8951110"/>
                <a:ext cx="645307" cy="8135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0" name="Straight Arrow Connector 1379">
                <a:extLst>
                  <a:ext uri="{FF2B5EF4-FFF2-40B4-BE49-F238E27FC236}">
                    <a16:creationId xmlns:a16="http://schemas.microsoft.com/office/drawing/2014/main" id="{97853864-6283-8BC4-420D-E79EF68292B4}"/>
                  </a:ext>
                </a:extLst>
              </p:cNvPr>
              <p:cNvCxnSpPr>
                <a:cxnSpLocks/>
                <a:stCxn id="159" idx="2"/>
                <a:endCxn id="1313" idx="6"/>
              </p:cNvCxnSpPr>
              <p:nvPr/>
            </p:nvCxnSpPr>
            <p:spPr>
              <a:xfrm flipH="1">
                <a:off x="9963895" y="8951106"/>
                <a:ext cx="643799" cy="12618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1" name="TextBox 1380">
                    <a:extLst>
                      <a:ext uri="{FF2B5EF4-FFF2-40B4-BE49-F238E27FC236}">
                        <a16:creationId xmlns:a16="http://schemas.microsoft.com/office/drawing/2014/main" id="{A538821B-5CD0-510A-08DC-1EA7D3E76C7F}"/>
                      </a:ext>
                    </a:extLst>
                  </p:cNvPr>
                  <p:cNvSpPr txBox="1"/>
                  <p:nvPr/>
                </p:nvSpPr>
                <p:spPr>
                  <a:xfrm>
                    <a:off x="7770651" y="9865119"/>
                    <a:ext cx="627605" cy="42744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4 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𝑢𝑛𝑖𝑡</m:t>
                          </m:r>
                        </m:oMath>
                      </m:oMathPara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L2=1e-4</a:t>
                    </a:r>
                  </a:p>
                </p:txBody>
              </p:sp>
            </mc:Choice>
            <mc:Fallback xmlns="">
              <p:sp>
                <p:nvSpPr>
                  <p:cNvPr id="1381" name="TextBox 1380">
                    <a:extLst>
                      <a:ext uri="{FF2B5EF4-FFF2-40B4-BE49-F238E27FC236}">
                        <a16:creationId xmlns:a16="http://schemas.microsoft.com/office/drawing/2014/main" id="{A538821B-5CD0-510A-08DC-1EA7D3E76C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0651" y="9865119"/>
                    <a:ext cx="627605" cy="42744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046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85" name="Cube 1384">
              <a:extLst>
                <a:ext uri="{FF2B5EF4-FFF2-40B4-BE49-F238E27FC236}">
                  <a16:creationId xmlns:a16="http://schemas.microsoft.com/office/drawing/2014/main" id="{C586C9C7-EB91-3B2A-0BBC-A6E9998BECF5}"/>
                </a:ext>
              </a:extLst>
            </p:cNvPr>
            <p:cNvSpPr/>
            <p:nvPr/>
          </p:nvSpPr>
          <p:spPr>
            <a:xfrm>
              <a:off x="2443492" y="7785151"/>
              <a:ext cx="1143005" cy="858756"/>
            </a:xfrm>
            <a:prstGeom prst="cub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95" name="Connector: Elbow 1394">
              <a:extLst>
                <a:ext uri="{FF2B5EF4-FFF2-40B4-BE49-F238E27FC236}">
                  <a16:creationId xmlns:a16="http://schemas.microsoft.com/office/drawing/2014/main" id="{AAF429AF-E509-FF0B-BA16-256BAEE0D5F9}"/>
                </a:ext>
              </a:extLst>
            </p:cNvPr>
            <p:cNvCxnSpPr>
              <a:cxnSpLocks/>
              <a:stCxn id="1104" idx="2"/>
              <a:endCxn id="1385" idx="0"/>
            </p:cNvCxnSpPr>
            <p:nvPr/>
          </p:nvCxnSpPr>
          <p:spPr>
            <a:xfrm rot="10800000" flipV="1">
              <a:off x="3122339" y="5262807"/>
              <a:ext cx="4895742" cy="2522343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9" name="Straight Arrow Connector 1398">
              <a:extLst>
                <a:ext uri="{FF2B5EF4-FFF2-40B4-BE49-F238E27FC236}">
                  <a16:creationId xmlns:a16="http://schemas.microsoft.com/office/drawing/2014/main" id="{F9B803F4-757D-4C60-D974-9313F9D3892D}"/>
                </a:ext>
              </a:extLst>
            </p:cNvPr>
            <p:cNvCxnSpPr>
              <a:stCxn id="181" idx="2"/>
              <a:endCxn id="1385" idx="5"/>
            </p:cNvCxnSpPr>
            <p:nvPr/>
          </p:nvCxnSpPr>
          <p:spPr>
            <a:xfrm flipH="1" flipV="1">
              <a:off x="3586497" y="8107185"/>
              <a:ext cx="6699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1" name="TextBox 1400">
              <a:extLst>
                <a:ext uri="{FF2B5EF4-FFF2-40B4-BE49-F238E27FC236}">
                  <a16:creationId xmlns:a16="http://schemas.microsoft.com/office/drawing/2014/main" id="{015B6D01-13A8-9A78-6AA6-DEE95A8F69EA}"/>
                </a:ext>
              </a:extLst>
            </p:cNvPr>
            <p:cNvSpPr txBox="1"/>
            <p:nvPr/>
          </p:nvSpPr>
          <p:spPr>
            <a:xfrm>
              <a:off x="2522776" y="8029487"/>
              <a:ext cx="8683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Trained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</a:p>
          </p:txBody>
        </p:sp>
        <p:pic>
          <p:nvPicPr>
            <p:cNvPr id="1404" name="Picture 1403">
              <a:extLst>
                <a:ext uri="{FF2B5EF4-FFF2-40B4-BE49-F238E27FC236}">
                  <a16:creationId xmlns:a16="http://schemas.microsoft.com/office/drawing/2014/main" id="{822FEA11-A800-5789-EB91-37D140FD3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51817" t="6174" r="2318" b="5836"/>
            <a:stretch>
              <a:fillRect/>
            </a:stretch>
          </p:blipFill>
          <p:spPr>
            <a:xfrm>
              <a:off x="815966" y="5202728"/>
              <a:ext cx="1470197" cy="1456915"/>
            </a:xfrm>
            <a:prstGeom prst="rect">
              <a:avLst/>
            </a:prstGeom>
          </p:spPr>
        </p:pic>
        <p:cxnSp>
          <p:nvCxnSpPr>
            <p:cNvPr id="1406" name="Connector: Elbow 1405">
              <a:extLst>
                <a:ext uri="{FF2B5EF4-FFF2-40B4-BE49-F238E27FC236}">
                  <a16:creationId xmlns:a16="http://schemas.microsoft.com/office/drawing/2014/main" id="{B3D1A091-0341-E943-2C19-876D80D55A25}"/>
                </a:ext>
              </a:extLst>
            </p:cNvPr>
            <p:cNvCxnSpPr>
              <a:stCxn id="1385" idx="2"/>
              <a:endCxn id="1404" idx="2"/>
            </p:cNvCxnSpPr>
            <p:nvPr/>
          </p:nvCxnSpPr>
          <p:spPr>
            <a:xfrm rot="10800000">
              <a:off x="1551066" y="6659644"/>
              <a:ext cx="892427" cy="166223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9" name="TextBox 1408">
              <a:extLst>
                <a:ext uri="{FF2B5EF4-FFF2-40B4-BE49-F238E27FC236}">
                  <a16:creationId xmlns:a16="http://schemas.microsoft.com/office/drawing/2014/main" id="{E8AA60A4-1538-95B1-8D6E-DF0B5E0D6F2F}"/>
                </a:ext>
              </a:extLst>
            </p:cNvPr>
            <p:cNvSpPr txBox="1"/>
            <p:nvPr/>
          </p:nvSpPr>
          <p:spPr>
            <a:xfrm rot="16200000">
              <a:off x="236011" y="7038335"/>
              <a:ext cx="184858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Classified Output +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Last conv layer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(conv_7b) features </a:t>
              </a:r>
            </a:p>
          </p:txBody>
        </p:sp>
        <p:sp>
          <p:nvSpPr>
            <p:cNvPr id="1410" name="TextBox 1409">
              <a:extLst>
                <a:ext uri="{FF2B5EF4-FFF2-40B4-BE49-F238E27FC236}">
                  <a16:creationId xmlns:a16="http://schemas.microsoft.com/office/drawing/2014/main" id="{B310BA1B-FCFC-7622-C508-2760269ED712}"/>
                </a:ext>
              </a:extLst>
            </p:cNvPr>
            <p:cNvSpPr txBox="1"/>
            <p:nvPr/>
          </p:nvSpPr>
          <p:spPr>
            <a:xfrm rot="5400000">
              <a:off x="1935506" y="5626428"/>
              <a:ext cx="127951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GradCam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++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Visualization</a:t>
              </a:r>
            </a:p>
          </p:txBody>
        </p:sp>
        <p:sp>
          <p:nvSpPr>
            <p:cNvPr id="1411" name="Rectangle: Rounded Corners 1410">
              <a:extLst>
                <a:ext uri="{FF2B5EF4-FFF2-40B4-BE49-F238E27FC236}">
                  <a16:creationId xmlns:a16="http://schemas.microsoft.com/office/drawing/2014/main" id="{13819ED4-0835-AF1F-FC20-6CE56B712B5A}"/>
                </a:ext>
              </a:extLst>
            </p:cNvPr>
            <p:cNvSpPr/>
            <p:nvPr/>
          </p:nvSpPr>
          <p:spPr>
            <a:xfrm>
              <a:off x="11214462" y="5677455"/>
              <a:ext cx="6434675" cy="3697295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2" name="TextBox 1411">
              <a:extLst>
                <a:ext uri="{FF2B5EF4-FFF2-40B4-BE49-F238E27FC236}">
                  <a16:creationId xmlns:a16="http://schemas.microsoft.com/office/drawing/2014/main" id="{A6ADA4AA-74F5-4E29-7E43-2DDABB70BFB1}"/>
                </a:ext>
              </a:extLst>
            </p:cNvPr>
            <p:cNvSpPr txBox="1"/>
            <p:nvPr/>
          </p:nvSpPr>
          <p:spPr>
            <a:xfrm rot="16200000">
              <a:off x="9463119" y="7424576"/>
              <a:ext cx="32658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Best Performing Triplet Combination</a:t>
              </a:r>
            </a:p>
          </p:txBody>
        </p:sp>
        <p:cxnSp>
          <p:nvCxnSpPr>
            <p:cNvPr id="1418" name="Straight Arrow Connector 1417">
              <a:extLst>
                <a:ext uri="{FF2B5EF4-FFF2-40B4-BE49-F238E27FC236}">
                  <a16:creationId xmlns:a16="http://schemas.microsoft.com/office/drawing/2014/main" id="{98D62476-FFB1-5BE3-38A3-B8B411EBE353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14442454" y="5466317"/>
              <a:ext cx="0" cy="37239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22" name="Connector: Elbow 1421">
              <a:extLst>
                <a:ext uri="{FF2B5EF4-FFF2-40B4-BE49-F238E27FC236}">
                  <a16:creationId xmlns:a16="http://schemas.microsoft.com/office/drawing/2014/main" id="{68CB23EE-3617-088E-0DE9-6E9A886EE988}"/>
                </a:ext>
              </a:extLst>
            </p:cNvPr>
            <p:cNvCxnSpPr>
              <a:cxnSpLocks/>
              <a:stCxn id="1272" idx="0"/>
            </p:cNvCxnSpPr>
            <p:nvPr/>
          </p:nvCxnSpPr>
          <p:spPr>
            <a:xfrm rot="10800000">
              <a:off x="10444747" y="7956822"/>
              <a:ext cx="3234635" cy="1990955"/>
            </a:xfrm>
            <a:prstGeom prst="bentConnector3">
              <a:avLst>
                <a:gd name="adj1" fmla="val 86809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30" name="Rectangle: Rounded Corners 1429">
              <a:extLst>
                <a:ext uri="{FF2B5EF4-FFF2-40B4-BE49-F238E27FC236}">
                  <a16:creationId xmlns:a16="http://schemas.microsoft.com/office/drawing/2014/main" id="{581937F6-0773-15DE-99F7-715C5AB0E762}"/>
                </a:ext>
              </a:extLst>
            </p:cNvPr>
            <p:cNvSpPr/>
            <p:nvPr/>
          </p:nvSpPr>
          <p:spPr>
            <a:xfrm>
              <a:off x="3817351" y="5780498"/>
              <a:ext cx="6768245" cy="4468402"/>
            </a:xfrm>
            <a:prstGeom prst="roundRect">
              <a:avLst>
                <a:gd name="adj" fmla="val 26852"/>
              </a:avLst>
            </a:prstGeom>
            <a:noFill/>
            <a:ln>
              <a:solidFill>
                <a:srgbClr val="FF0000"/>
              </a:solidFill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1" name="TextBox 1430">
              <a:extLst>
                <a:ext uri="{FF2B5EF4-FFF2-40B4-BE49-F238E27FC236}">
                  <a16:creationId xmlns:a16="http://schemas.microsoft.com/office/drawing/2014/main" id="{01924591-EB83-6174-882C-6B7A2C1CBC81}"/>
                </a:ext>
              </a:extLst>
            </p:cNvPr>
            <p:cNvSpPr txBox="1"/>
            <p:nvPr/>
          </p:nvSpPr>
          <p:spPr>
            <a:xfrm>
              <a:off x="6051313" y="5462490"/>
              <a:ext cx="20794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Fully Connected Layer</a:t>
              </a:r>
              <a:endPara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33" name="Straight Arrow Connector 1432">
              <a:extLst>
                <a:ext uri="{FF2B5EF4-FFF2-40B4-BE49-F238E27FC236}">
                  <a16:creationId xmlns:a16="http://schemas.microsoft.com/office/drawing/2014/main" id="{431374C8-E168-48BD-4B57-1ECEF596101E}"/>
                </a:ext>
              </a:extLst>
            </p:cNvPr>
            <p:cNvCxnSpPr>
              <a:stCxn id="1401" idx="2"/>
            </p:cNvCxnSpPr>
            <p:nvPr/>
          </p:nvCxnSpPr>
          <p:spPr>
            <a:xfrm flipH="1">
              <a:off x="2956933" y="8614262"/>
              <a:ext cx="1" cy="3519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35" name="TextBox 1434">
              <a:extLst>
                <a:ext uri="{FF2B5EF4-FFF2-40B4-BE49-F238E27FC236}">
                  <a16:creationId xmlns:a16="http://schemas.microsoft.com/office/drawing/2014/main" id="{5A50AC6A-E973-A981-F945-39053543C5EB}"/>
                </a:ext>
              </a:extLst>
            </p:cNvPr>
            <p:cNvSpPr txBox="1"/>
            <p:nvPr/>
          </p:nvSpPr>
          <p:spPr>
            <a:xfrm>
              <a:off x="2360379" y="8910658"/>
              <a:ext cx="1260281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Accuracy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Precision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Recall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F1 Score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6323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D27F2-C101-444C-42B8-E09BD421F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B35EB6B-19B6-A63B-21CB-54162E6011EA}"/>
              </a:ext>
            </a:extLst>
          </p:cNvPr>
          <p:cNvGrpSpPr/>
          <p:nvPr/>
        </p:nvGrpSpPr>
        <p:grpSpPr>
          <a:xfrm>
            <a:off x="1353149" y="7185448"/>
            <a:ext cx="13144400" cy="4139360"/>
            <a:chOff x="1353149" y="7185448"/>
            <a:chExt cx="13144400" cy="413936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77F7827-4631-581A-5783-8534B467397F}"/>
                </a:ext>
              </a:extLst>
            </p:cNvPr>
            <p:cNvSpPr/>
            <p:nvPr/>
          </p:nvSpPr>
          <p:spPr>
            <a:xfrm>
              <a:off x="1353149" y="8255746"/>
              <a:ext cx="1828801" cy="1828801"/>
            </a:xfrm>
            <a:prstGeom prst="rect">
              <a:avLst/>
            </a:prstGeom>
            <a:ln>
              <a:noFill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isometricOffAxis2Righ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297CD1B-744B-925B-8B0E-9535D77CEE94}"/>
                </a:ext>
              </a:extLst>
            </p:cNvPr>
            <p:cNvSpPr/>
            <p:nvPr/>
          </p:nvSpPr>
          <p:spPr>
            <a:xfrm>
              <a:off x="2870139" y="8233883"/>
              <a:ext cx="1442799" cy="45720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E3E8EE8C-3637-9144-B3A4-2E54C9C08D1A}"/>
                </a:ext>
              </a:extLst>
            </p:cNvPr>
            <p:cNvSpPr/>
            <p:nvPr/>
          </p:nvSpPr>
          <p:spPr>
            <a:xfrm>
              <a:off x="2870525" y="9355802"/>
              <a:ext cx="1438352" cy="457200"/>
            </a:xfrm>
            <a:prstGeom prst="cube">
              <a:avLst/>
            </a:prstGeom>
            <a:solidFill>
              <a:srgbClr val="B5EDBD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2BAC22A7-755B-B382-ABA2-82B4FFE591DA}"/>
                </a:ext>
              </a:extLst>
            </p:cNvPr>
            <p:cNvSpPr/>
            <p:nvPr/>
          </p:nvSpPr>
          <p:spPr>
            <a:xfrm>
              <a:off x="4662182" y="8011366"/>
              <a:ext cx="286557" cy="2012743"/>
            </a:xfrm>
            <a:prstGeom prst="cub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909D5E7E-6057-9A8A-171F-11236C5839DE}"/>
                </a:ext>
              </a:extLst>
            </p:cNvPr>
            <p:cNvSpPr/>
            <p:nvPr/>
          </p:nvSpPr>
          <p:spPr>
            <a:xfrm>
              <a:off x="5339567" y="8011366"/>
              <a:ext cx="286557" cy="2012743"/>
            </a:xfrm>
            <a:prstGeom prst="cub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B645307-8AF0-A725-7602-3A439405D1D6}"/>
                </a:ext>
              </a:extLst>
            </p:cNvPr>
            <p:cNvSpPr txBox="1"/>
            <p:nvPr/>
          </p:nvSpPr>
          <p:spPr>
            <a:xfrm rot="19669010">
              <a:off x="1403642" y="7998619"/>
              <a:ext cx="1439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Feature: H×W×C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20D56CB-7707-5562-2479-863AD960D828}"/>
                </a:ext>
              </a:extLst>
            </p:cNvPr>
            <p:cNvSpPr txBox="1"/>
            <p:nvPr/>
          </p:nvSpPr>
          <p:spPr>
            <a:xfrm>
              <a:off x="2843346" y="7929159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max pooling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8C5D65-0B84-A715-6215-CBF169E656E7}"/>
                </a:ext>
              </a:extLst>
            </p:cNvPr>
            <p:cNvSpPr txBox="1"/>
            <p:nvPr/>
          </p:nvSpPr>
          <p:spPr>
            <a:xfrm>
              <a:off x="2843346" y="9072159"/>
              <a:ext cx="15712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avg pooling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D36ECB0-B2D3-51DD-93C4-60C768456EBD}"/>
                </a:ext>
              </a:extLst>
            </p:cNvPr>
            <p:cNvSpPr txBox="1"/>
            <p:nvPr/>
          </p:nvSpPr>
          <p:spPr>
            <a:xfrm>
              <a:off x="3751693" y="9970038"/>
              <a:ext cx="275577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Shared Dense Layer with </a:t>
              </a:r>
            </a:p>
            <a:p>
              <a:pPr algn="ctr"/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Kernel Initializer=</a:t>
              </a:r>
              <a:r>
                <a:rPr lang="en-U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he_normal</a:t>
              </a:r>
              <a:endPara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F90566F-17DB-80FD-5D62-457E9BE93D5E}"/>
                </a:ext>
              </a:extLst>
            </p:cNvPr>
            <p:cNvSpPr txBox="1"/>
            <p:nvPr/>
          </p:nvSpPr>
          <p:spPr>
            <a:xfrm>
              <a:off x="4579392" y="7745296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C/16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97600BB-710A-02B2-8C72-20082502C1A7}"/>
                </a:ext>
              </a:extLst>
            </p:cNvPr>
            <p:cNvSpPr txBox="1"/>
            <p:nvPr/>
          </p:nvSpPr>
          <p:spPr>
            <a:xfrm>
              <a:off x="5357536" y="7748306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FB64B40E-68B0-0227-36EE-854A3459E727}"/>
                </a:ext>
              </a:extLst>
            </p:cNvPr>
            <p:cNvSpPr/>
            <p:nvPr/>
          </p:nvSpPr>
          <p:spPr>
            <a:xfrm>
              <a:off x="5912798" y="8233883"/>
              <a:ext cx="1442799" cy="45720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1×1×C</a:t>
              </a:r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7D4FC02E-9297-3DEC-2F7C-F6F1CB629962}"/>
                </a:ext>
              </a:extLst>
            </p:cNvPr>
            <p:cNvSpPr/>
            <p:nvPr/>
          </p:nvSpPr>
          <p:spPr>
            <a:xfrm>
              <a:off x="5913184" y="9355802"/>
              <a:ext cx="1438352" cy="457200"/>
            </a:xfrm>
            <a:prstGeom prst="cube">
              <a:avLst/>
            </a:prstGeom>
            <a:solidFill>
              <a:srgbClr val="B5EDBD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1×1×C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8BB80C9-5B13-797F-5070-D60A7AA6983D}"/>
                </a:ext>
              </a:extLst>
            </p:cNvPr>
            <p:cNvSpPr txBox="1"/>
            <p:nvPr/>
          </p:nvSpPr>
          <p:spPr>
            <a:xfrm>
              <a:off x="5852178" y="7938296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max pooling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FA728D2-EDDE-AB69-AE1C-7C000E7F5EE4}"/>
                </a:ext>
              </a:extLst>
            </p:cNvPr>
            <p:cNvSpPr txBox="1"/>
            <p:nvPr/>
          </p:nvSpPr>
          <p:spPr>
            <a:xfrm>
              <a:off x="5886005" y="9072159"/>
              <a:ext cx="15712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avg pooling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87F3114-D6D1-F393-87BB-35370AA1F7D2}"/>
                </a:ext>
              </a:extLst>
            </p:cNvPr>
            <p:cNvGrpSpPr/>
            <p:nvPr/>
          </p:nvGrpSpPr>
          <p:grpSpPr>
            <a:xfrm>
              <a:off x="7523568" y="8843559"/>
              <a:ext cx="230190" cy="236032"/>
              <a:chOff x="13004673" y="6375891"/>
              <a:chExt cx="247005" cy="236032"/>
            </a:xfrm>
          </p:grpSpPr>
          <p:sp>
            <p:nvSpPr>
              <p:cNvPr id="118" name="Cross 117">
                <a:extLst>
                  <a:ext uri="{FF2B5EF4-FFF2-40B4-BE49-F238E27FC236}">
                    <a16:creationId xmlns:a16="http://schemas.microsoft.com/office/drawing/2014/main" id="{FAC6CEAF-79C0-55D7-7B8F-0150087A158F}"/>
                  </a:ext>
                </a:extLst>
              </p:cNvPr>
              <p:cNvSpPr/>
              <p:nvPr/>
            </p:nvSpPr>
            <p:spPr>
              <a:xfrm>
                <a:off x="13006378" y="6383323"/>
                <a:ext cx="245300" cy="228600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BD2620F2-6F14-78BF-DCB1-89BAF614BA68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092E891-3C9D-0BA0-80E9-7E5100C70FE0}"/>
                </a:ext>
              </a:extLst>
            </p:cNvPr>
            <p:cNvGrpSpPr/>
            <p:nvPr/>
          </p:nvGrpSpPr>
          <p:grpSpPr>
            <a:xfrm rot="20705433">
              <a:off x="7947877" y="8857654"/>
              <a:ext cx="228601" cy="228600"/>
              <a:chOff x="8626337" y="8656120"/>
              <a:chExt cx="228601" cy="228600"/>
            </a:xfrm>
          </p:grpSpPr>
          <p:cxnSp>
            <p:nvCxnSpPr>
              <p:cNvPr id="116" name="Connector: Curved 115">
                <a:extLst>
                  <a:ext uri="{FF2B5EF4-FFF2-40B4-BE49-F238E27FC236}">
                    <a16:creationId xmlns:a16="http://schemas.microsoft.com/office/drawing/2014/main" id="{1E23C30F-5A01-EB2F-6728-3DFDC878F3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5782" y="8693554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CA8539D5-139D-48A1-5544-63C33FAA732F}"/>
                  </a:ext>
                </a:extLst>
              </p:cNvPr>
              <p:cNvSpPr/>
              <p:nvPr/>
            </p:nvSpPr>
            <p:spPr>
              <a:xfrm>
                <a:off x="8626337" y="8656120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594C4F8-5942-16EA-3447-E2DDD675A854}"/>
                </a:ext>
              </a:extLst>
            </p:cNvPr>
            <p:cNvSpPr txBox="1"/>
            <p:nvPr/>
          </p:nvSpPr>
          <p:spPr>
            <a:xfrm>
              <a:off x="8071767" y="867609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5FF9D57-A9D7-32E7-A8CB-0C4580265F1B}"/>
                </a:ext>
              </a:extLst>
            </p:cNvPr>
            <p:cNvGrpSpPr/>
            <p:nvPr/>
          </p:nvGrpSpPr>
          <p:grpSpPr>
            <a:xfrm>
              <a:off x="8343624" y="8858982"/>
              <a:ext cx="230190" cy="236033"/>
              <a:chOff x="13004673" y="6375891"/>
              <a:chExt cx="247005" cy="236033"/>
            </a:xfrm>
          </p:grpSpPr>
          <p:sp>
            <p:nvSpPr>
              <p:cNvPr id="114" name="Cross 113">
                <a:extLst>
                  <a:ext uri="{FF2B5EF4-FFF2-40B4-BE49-F238E27FC236}">
                    <a16:creationId xmlns:a16="http://schemas.microsoft.com/office/drawing/2014/main" id="{DF4B022A-0A3C-6A3B-16B2-35BAFB142E1A}"/>
                  </a:ext>
                </a:extLst>
              </p:cNvPr>
              <p:cNvSpPr/>
              <p:nvPr/>
            </p:nvSpPr>
            <p:spPr>
              <a:xfrm rot="2759110">
                <a:off x="13014728" y="6374974"/>
                <a:ext cx="228601" cy="245299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B39A684D-4202-E2F6-D618-916959087C16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03660622-081D-A6E9-7455-708410C60DA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870200" y="8519632"/>
              <a:ext cx="264" cy="1121919"/>
            </a:xfrm>
            <a:prstGeom prst="bentConnector3">
              <a:avLst>
                <a:gd name="adj1" fmla="val -59222798"/>
              </a:avLst>
            </a:prstGeom>
            <a:ln w="1905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2E74F7D-0B2A-B9B6-1547-A0735CFA2E63}"/>
                </a:ext>
              </a:extLst>
            </p:cNvPr>
            <p:cNvCxnSpPr/>
            <p:nvPr/>
          </p:nvCxnSpPr>
          <p:spPr>
            <a:xfrm flipH="1">
              <a:off x="2620363" y="9068546"/>
              <a:ext cx="825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1C8EA53-07A7-CB25-057F-5A924A67775C}"/>
                </a:ext>
              </a:extLst>
            </p:cNvPr>
            <p:cNvCxnSpPr>
              <a:stCxn id="32" idx="5"/>
            </p:cNvCxnSpPr>
            <p:nvPr/>
          </p:nvCxnSpPr>
          <p:spPr>
            <a:xfrm>
              <a:off x="4312938" y="8405333"/>
              <a:ext cx="3492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A443088-B297-6DDB-0EC2-2C7A4561EEAB}"/>
                </a:ext>
              </a:extLst>
            </p:cNvPr>
            <p:cNvCxnSpPr>
              <a:stCxn id="33" idx="5"/>
            </p:cNvCxnSpPr>
            <p:nvPr/>
          </p:nvCxnSpPr>
          <p:spPr>
            <a:xfrm>
              <a:off x="4308877" y="9527252"/>
              <a:ext cx="3533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E92ED0D-89E3-D024-E4DF-59980DE2B2BA}"/>
                </a:ext>
              </a:extLst>
            </p:cNvPr>
            <p:cNvCxnSpPr/>
            <p:nvPr/>
          </p:nvCxnSpPr>
          <p:spPr>
            <a:xfrm>
              <a:off x="5626124" y="8405333"/>
              <a:ext cx="2866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363DB90-08CA-7868-E39B-FEEBDA25A367}"/>
                </a:ext>
              </a:extLst>
            </p:cNvPr>
            <p:cNvCxnSpPr/>
            <p:nvPr/>
          </p:nvCxnSpPr>
          <p:spPr>
            <a:xfrm>
              <a:off x="5626124" y="9527252"/>
              <a:ext cx="2866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36D2272-7AA3-6546-8DD9-A792DCDA24E6}"/>
                </a:ext>
              </a:extLst>
            </p:cNvPr>
            <p:cNvGrpSpPr/>
            <p:nvPr/>
          </p:nvGrpSpPr>
          <p:grpSpPr>
            <a:xfrm>
              <a:off x="4666243" y="8409136"/>
              <a:ext cx="959881" cy="1115525"/>
              <a:chOff x="10505922" y="10616954"/>
              <a:chExt cx="1000612" cy="1115525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C950AD02-BC73-5697-AECD-F172D30B938D}"/>
                  </a:ext>
                </a:extLst>
              </p:cNvPr>
              <p:cNvGrpSpPr/>
              <p:nvPr/>
            </p:nvGrpSpPr>
            <p:grpSpPr>
              <a:xfrm>
                <a:off x="10505922" y="10616954"/>
                <a:ext cx="488221" cy="1115525"/>
                <a:chOff x="10505922" y="10616954"/>
                <a:chExt cx="488221" cy="1115525"/>
              </a:xfrm>
            </p:grpSpPr>
            <p:sp>
              <p:nvSpPr>
                <p:cNvPr id="102" name="Isosceles Triangle 101">
                  <a:extLst>
                    <a:ext uri="{FF2B5EF4-FFF2-40B4-BE49-F238E27FC236}">
                      <a16:creationId xmlns:a16="http://schemas.microsoft.com/office/drawing/2014/main" id="{F7E90526-7087-B1A0-8C63-967E213961E6}"/>
                    </a:ext>
                  </a:extLst>
                </p:cNvPr>
                <p:cNvSpPr/>
                <p:nvPr/>
              </p:nvSpPr>
              <p:spPr>
                <a:xfrm rot="5400000">
                  <a:off x="10192956" y="10931293"/>
                  <a:ext cx="1115525" cy="486848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277DE453-DC94-AE49-256C-764A787858A4}"/>
                    </a:ext>
                  </a:extLst>
                </p:cNvPr>
                <p:cNvCxnSpPr/>
                <p:nvPr/>
              </p:nvCxnSpPr>
              <p:spPr>
                <a:xfrm>
                  <a:off x="10506075" y="10810875"/>
                  <a:ext cx="1619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D680C758-4828-FA7A-8A47-52A5180D9CD7}"/>
                    </a:ext>
                  </a:extLst>
                </p:cNvPr>
                <p:cNvCxnSpPr>
                  <a:endCxn id="102" idx="1"/>
                </p:cNvCxnSpPr>
                <p:nvPr/>
              </p:nvCxnSpPr>
              <p:spPr>
                <a:xfrm flipV="1">
                  <a:off x="10507294" y="10895836"/>
                  <a:ext cx="2434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5332B5D0-4E7E-589D-0284-DA8C6DD5D3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3" y="10991086"/>
                  <a:ext cx="32739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A65C4893-93F9-37EF-482A-2A4AB6351D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2" y="11086336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EB04180F-FCAB-C9DB-D1FB-35F887AD4BB8}"/>
                    </a:ext>
                  </a:extLst>
                </p:cNvPr>
                <p:cNvCxnSpPr>
                  <a:cxnSpLocks/>
                  <a:endCxn id="102" idx="0"/>
                </p:cNvCxnSpPr>
                <p:nvPr/>
              </p:nvCxnSpPr>
              <p:spPr>
                <a:xfrm flipV="1">
                  <a:off x="10507291" y="11174718"/>
                  <a:ext cx="4868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FD9D21DC-3FBF-44E1-9799-CD7AB3C59B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047" y="11262551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7BAA98C7-63C4-11D4-90F2-0430023909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1" y="11357800"/>
                  <a:ext cx="32739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FD055D6D-5382-162E-84AF-E96F2DDB7383}"/>
                    </a:ext>
                  </a:extLst>
                </p:cNvPr>
                <p:cNvCxnSpPr>
                  <a:cxnSpLocks/>
                  <a:endCxn id="102" idx="5"/>
                </p:cNvCxnSpPr>
                <p:nvPr/>
              </p:nvCxnSpPr>
              <p:spPr>
                <a:xfrm>
                  <a:off x="10507291" y="11448288"/>
                  <a:ext cx="24342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C0AD7A99-5E2D-C602-1993-94325D78D8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526" y="11529249"/>
                  <a:ext cx="16626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723FC041-B23F-B156-0E4F-DCB176DBFC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0693" y="11610209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B80096FC-4BFC-BCD4-AFEE-D4BA9CF53D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5922" y="10729135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A723A2E6-4B4D-2E0E-9E6E-850D025B290C}"/>
                  </a:ext>
                </a:extLst>
              </p:cNvPr>
              <p:cNvGrpSpPr/>
              <p:nvPr/>
            </p:nvGrpSpPr>
            <p:grpSpPr>
              <a:xfrm flipH="1">
                <a:off x="11018313" y="10616954"/>
                <a:ext cx="488221" cy="1115525"/>
                <a:chOff x="10505922" y="10616954"/>
                <a:chExt cx="488221" cy="1115525"/>
              </a:xfrm>
            </p:grpSpPr>
            <p:sp>
              <p:nvSpPr>
                <p:cNvPr id="90" name="Isosceles Triangle 89">
                  <a:extLst>
                    <a:ext uri="{FF2B5EF4-FFF2-40B4-BE49-F238E27FC236}">
                      <a16:creationId xmlns:a16="http://schemas.microsoft.com/office/drawing/2014/main" id="{4E99E617-55A1-BD40-1985-07C50374B6B6}"/>
                    </a:ext>
                  </a:extLst>
                </p:cNvPr>
                <p:cNvSpPr/>
                <p:nvPr/>
              </p:nvSpPr>
              <p:spPr>
                <a:xfrm rot="5400000">
                  <a:off x="10192956" y="10931293"/>
                  <a:ext cx="1115525" cy="486848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080C23CA-F58F-A56D-9A66-929DBAD41C9F}"/>
                    </a:ext>
                  </a:extLst>
                </p:cNvPr>
                <p:cNvCxnSpPr/>
                <p:nvPr/>
              </p:nvCxnSpPr>
              <p:spPr>
                <a:xfrm>
                  <a:off x="10506075" y="10810875"/>
                  <a:ext cx="1619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FB9CF87D-193E-63B0-9D9E-76793629854D}"/>
                    </a:ext>
                  </a:extLst>
                </p:cNvPr>
                <p:cNvCxnSpPr>
                  <a:endCxn id="90" idx="1"/>
                </p:cNvCxnSpPr>
                <p:nvPr/>
              </p:nvCxnSpPr>
              <p:spPr>
                <a:xfrm flipV="1">
                  <a:off x="10507294" y="10895836"/>
                  <a:ext cx="2434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8F4C7BA5-5A29-B856-D12F-F6E3DA3A2A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3" y="10991086"/>
                  <a:ext cx="32739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E7CAD236-033C-1C58-C327-33509AFA11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2" y="11086336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1A9A4B44-19E0-431D-15D2-1B2AD3D485C8}"/>
                    </a:ext>
                  </a:extLst>
                </p:cNvPr>
                <p:cNvCxnSpPr>
                  <a:cxnSpLocks/>
                  <a:endCxn id="90" idx="0"/>
                </p:cNvCxnSpPr>
                <p:nvPr/>
              </p:nvCxnSpPr>
              <p:spPr>
                <a:xfrm flipV="1">
                  <a:off x="10507291" y="11174718"/>
                  <a:ext cx="4868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F14D5396-F649-B877-BE5C-B89A58E52F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047" y="11262551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E4F78046-6379-BA17-C75C-2D0B12E689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1" y="11357800"/>
                  <a:ext cx="32739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0B36A7AB-8EBA-049A-0207-22B3573833DD}"/>
                    </a:ext>
                  </a:extLst>
                </p:cNvPr>
                <p:cNvCxnSpPr>
                  <a:cxnSpLocks/>
                  <a:endCxn id="90" idx="5"/>
                </p:cNvCxnSpPr>
                <p:nvPr/>
              </p:nvCxnSpPr>
              <p:spPr>
                <a:xfrm>
                  <a:off x="10507291" y="11448288"/>
                  <a:ext cx="24342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A392FD96-5596-A208-3052-B6C4AAA062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526" y="11529249"/>
                  <a:ext cx="16626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4931B7C1-E144-5B21-9C0B-5C19DDEABF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0693" y="11610209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55468B1C-57BB-71DC-D597-1C1EA15F0B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5922" y="10729135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7" name="Connector: Curved 56">
              <a:extLst>
                <a:ext uri="{FF2B5EF4-FFF2-40B4-BE49-F238E27FC236}">
                  <a16:creationId xmlns:a16="http://schemas.microsoft.com/office/drawing/2014/main" id="{D1558077-1FE1-E90B-B3DE-57B572BD5379}"/>
                </a:ext>
              </a:extLst>
            </p:cNvPr>
            <p:cNvCxnSpPr>
              <a:stCxn id="42" idx="5"/>
              <a:endCxn id="119" idx="0"/>
            </p:cNvCxnSpPr>
            <p:nvPr/>
          </p:nvCxnSpPr>
          <p:spPr>
            <a:xfrm>
              <a:off x="7355597" y="8405333"/>
              <a:ext cx="282272" cy="438226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Connector: Curved 57">
              <a:extLst>
                <a:ext uri="{FF2B5EF4-FFF2-40B4-BE49-F238E27FC236}">
                  <a16:creationId xmlns:a16="http://schemas.microsoft.com/office/drawing/2014/main" id="{18929B2C-A62B-33EC-CDF2-30B9D277E28B}"/>
                </a:ext>
              </a:extLst>
            </p:cNvPr>
            <p:cNvCxnSpPr>
              <a:stCxn id="43" idx="5"/>
              <a:endCxn id="119" idx="4"/>
            </p:cNvCxnSpPr>
            <p:nvPr/>
          </p:nvCxnSpPr>
          <p:spPr>
            <a:xfrm flipV="1">
              <a:off x="7351536" y="9072159"/>
              <a:ext cx="286333" cy="455093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810773E-A53B-CBBA-890B-E436D1876157}"/>
                </a:ext>
              </a:extLst>
            </p:cNvPr>
            <p:cNvCxnSpPr>
              <a:cxnSpLocks/>
              <a:stCxn id="119" idx="6"/>
              <a:endCxn id="117" idx="2"/>
            </p:cNvCxnSpPr>
            <p:nvPr/>
          </p:nvCxnSpPr>
          <p:spPr>
            <a:xfrm>
              <a:off x="7752169" y="8957859"/>
              <a:ext cx="1995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2F11D6B-FC8C-6671-9DE7-EB71BD935AA8}"/>
                </a:ext>
              </a:extLst>
            </p:cNvPr>
            <p:cNvCxnSpPr>
              <a:stCxn id="48" idx="2"/>
              <a:endCxn id="115" idx="2"/>
            </p:cNvCxnSpPr>
            <p:nvPr/>
          </p:nvCxnSpPr>
          <p:spPr>
            <a:xfrm flipV="1">
              <a:off x="8164133" y="8973282"/>
              <a:ext cx="1794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6BFEC29-F489-43B7-2E8E-4B8572DBB546}"/>
                </a:ext>
              </a:extLst>
            </p:cNvPr>
            <p:cNvSpPr/>
            <p:nvPr/>
          </p:nvSpPr>
          <p:spPr>
            <a:xfrm>
              <a:off x="8248969" y="8042785"/>
              <a:ext cx="1828801" cy="1828801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isometricOffAxis2Righ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" name="Picture 61" descr="A diagram of a block diagram&#10;&#10;AI-generated content may be incorrect.">
              <a:extLst>
                <a:ext uri="{FF2B5EF4-FFF2-40B4-BE49-F238E27FC236}">
                  <a16:creationId xmlns:a16="http://schemas.microsoft.com/office/drawing/2014/main" id="{82AECC1E-A0B7-6819-A448-E7F863814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3914" y="7623806"/>
              <a:ext cx="1625762" cy="2583727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D0F525D-35F0-A2F0-057F-D52447EA158E}"/>
                </a:ext>
              </a:extLst>
            </p:cNvPr>
            <p:cNvSpPr txBox="1"/>
            <p:nvPr/>
          </p:nvSpPr>
          <p:spPr>
            <a:xfrm>
              <a:off x="9811848" y="7185448"/>
              <a:ext cx="11079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Max pooling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E81A43A-FAA9-A33F-FF69-428171D8B576}"/>
                </a:ext>
              </a:extLst>
            </p:cNvPr>
            <p:cNvSpPr txBox="1"/>
            <p:nvPr/>
          </p:nvSpPr>
          <p:spPr>
            <a:xfrm>
              <a:off x="9384229" y="10155539"/>
              <a:ext cx="1847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Avg pooling H×W×1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C232282-7373-5C25-E82A-9697DDF34970}"/>
                </a:ext>
              </a:extLst>
            </p:cNvPr>
            <p:cNvSpPr txBox="1"/>
            <p:nvPr/>
          </p:nvSpPr>
          <p:spPr>
            <a:xfrm>
              <a:off x="10611391" y="7680748"/>
              <a:ext cx="12234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Concatenation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D0D33A1-FC40-F0B5-870F-46B9136159AF}"/>
                </a:ext>
              </a:extLst>
            </p:cNvPr>
            <p:cNvSpPr txBox="1"/>
            <p:nvPr/>
          </p:nvSpPr>
          <p:spPr>
            <a:xfrm>
              <a:off x="11261497" y="8462376"/>
              <a:ext cx="1212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Convolutional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2D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7CC55E0-DF10-28D9-8473-14C6D6341039}"/>
                </a:ext>
              </a:extLst>
            </p:cNvPr>
            <p:cNvCxnSpPr>
              <a:cxnSpLocks/>
            </p:cNvCxnSpPr>
            <p:nvPr/>
          </p:nvCxnSpPr>
          <p:spPr>
            <a:xfrm>
              <a:off x="11351206" y="8740491"/>
              <a:ext cx="104820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8" name="Picture 67" descr="A diagram of a block diagram&#10;&#10;AI-generated content may be incorrect.">
              <a:extLst>
                <a:ext uri="{FF2B5EF4-FFF2-40B4-BE49-F238E27FC236}">
                  <a16:creationId xmlns:a16="http://schemas.microsoft.com/office/drawing/2014/main" id="{7D6E411B-B4C9-5D8C-004F-50E9941A4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394" t="23359" r="18920" b="51894"/>
            <a:stretch/>
          </p:blipFill>
          <p:spPr>
            <a:xfrm>
              <a:off x="12414226" y="8042785"/>
              <a:ext cx="352424" cy="1395413"/>
            </a:xfrm>
            <a:prstGeom prst="rect">
              <a:avLst/>
            </a:prstGeom>
          </p:spPr>
        </p:pic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BC74899-01B6-D41A-3635-FBA6F1F49FA3}"/>
                </a:ext>
              </a:extLst>
            </p:cNvPr>
            <p:cNvGrpSpPr/>
            <p:nvPr/>
          </p:nvGrpSpPr>
          <p:grpSpPr>
            <a:xfrm rot="20705433">
              <a:off x="12938977" y="8629054"/>
              <a:ext cx="228601" cy="228600"/>
              <a:chOff x="8626337" y="8656120"/>
              <a:chExt cx="228601" cy="228600"/>
            </a:xfrm>
          </p:grpSpPr>
          <p:cxnSp>
            <p:nvCxnSpPr>
              <p:cNvPr id="85" name="Connector: Curved 84">
                <a:extLst>
                  <a:ext uri="{FF2B5EF4-FFF2-40B4-BE49-F238E27FC236}">
                    <a16:creationId xmlns:a16="http://schemas.microsoft.com/office/drawing/2014/main" id="{1E12A993-3F86-CBF1-E84D-F9F2AEDBBA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5782" y="8693554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09CDFD3-6313-3CE4-5C4A-3FD2A2BE3048}"/>
                  </a:ext>
                </a:extLst>
              </p:cNvPr>
              <p:cNvSpPr/>
              <p:nvPr/>
            </p:nvSpPr>
            <p:spPr>
              <a:xfrm>
                <a:off x="8626337" y="8656120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DD6E806-688C-7D5D-89B0-783DF0483ADF}"/>
                </a:ext>
              </a:extLst>
            </p:cNvPr>
            <p:cNvSpPr txBox="1"/>
            <p:nvPr/>
          </p:nvSpPr>
          <p:spPr>
            <a:xfrm>
              <a:off x="13062867" y="842844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45D74CA-387A-DF04-15A8-DAC7C7C5EA7E}"/>
                </a:ext>
              </a:extLst>
            </p:cNvPr>
            <p:cNvGrpSpPr/>
            <p:nvPr/>
          </p:nvGrpSpPr>
          <p:grpSpPr>
            <a:xfrm>
              <a:off x="13334724" y="8611332"/>
              <a:ext cx="230190" cy="236033"/>
              <a:chOff x="13004673" y="6375891"/>
              <a:chExt cx="247005" cy="236033"/>
            </a:xfrm>
          </p:grpSpPr>
          <p:sp>
            <p:nvSpPr>
              <p:cNvPr id="83" name="Cross 82">
                <a:extLst>
                  <a:ext uri="{FF2B5EF4-FFF2-40B4-BE49-F238E27FC236}">
                    <a16:creationId xmlns:a16="http://schemas.microsoft.com/office/drawing/2014/main" id="{46CDB936-D527-A830-A32F-F6107F8A7DC5}"/>
                  </a:ext>
                </a:extLst>
              </p:cNvPr>
              <p:cNvSpPr/>
              <p:nvPr/>
            </p:nvSpPr>
            <p:spPr>
              <a:xfrm rot="2759110">
                <a:off x="13014728" y="6374974"/>
                <a:ext cx="228601" cy="245299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995DDE3D-F285-EBD0-A8A1-F89029E7A546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8196C61D-C4DF-4D94-4CDF-44428C2CC148}"/>
                </a:ext>
              </a:extLst>
            </p:cNvPr>
            <p:cNvCxnSpPr>
              <a:cxnSpLocks/>
              <a:endCxn id="86" idx="2"/>
            </p:cNvCxnSpPr>
            <p:nvPr/>
          </p:nvCxnSpPr>
          <p:spPr>
            <a:xfrm>
              <a:off x="12743269" y="8729259"/>
              <a:ext cx="1995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FAB302A3-0B51-6E48-1FEC-68A6E0988D21}"/>
                </a:ext>
              </a:extLst>
            </p:cNvPr>
            <p:cNvCxnSpPr>
              <a:stCxn id="70" idx="2"/>
              <a:endCxn id="84" idx="2"/>
            </p:cNvCxnSpPr>
            <p:nvPr/>
          </p:nvCxnSpPr>
          <p:spPr>
            <a:xfrm flipV="1">
              <a:off x="13155233" y="8725632"/>
              <a:ext cx="1794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27ACBAC-6985-1C7F-3BCB-B03191259F77}"/>
                </a:ext>
              </a:extLst>
            </p:cNvPr>
            <p:cNvSpPr txBox="1"/>
            <p:nvPr/>
          </p:nvSpPr>
          <p:spPr>
            <a:xfrm rot="16200000">
              <a:off x="12676021" y="8113404"/>
              <a:ext cx="7761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H×W×1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F85170F-74D8-634B-9715-091794575B36}"/>
                </a:ext>
              </a:extLst>
            </p:cNvPr>
            <p:cNvSpPr txBox="1"/>
            <p:nvPr/>
          </p:nvSpPr>
          <p:spPr>
            <a:xfrm>
              <a:off x="11852669" y="9332753"/>
              <a:ext cx="14045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Convolutional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H×W×1 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1CD69C43-3EA4-A7CB-38B2-6AC69DAB283C}"/>
                </a:ext>
              </a:extLst>
            </p:cNvPr>
            <p:cNvCxnSpPr>
              <a:cxnSpLocks/>
              <a:stCxn id="115" idx="6"/>
            </p:cNvCxnSpPr>
            <p:nvPr/>
          </p:nvCxnSpPr>
          <p:spPr>
            <a:xfrm>
              <a:off x="8572225" y="8973282"/>
              <a:ext cx="140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4952F147-5E18-6F09-43F2-028A2B74BF5C}"/>
                </a:ext>
              </a:extLst>
            </p:cNvPr>
            <p:cNvCxnSpPr/>
            <p:nvPr/>
          </p:nvCxnSpPr>
          <p:spPr>
            <a:xfrm>
              <a:off x="9548692" y="9030437"/>
              <a:ext cx="2463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2C3D8F06-D8A4-A751-C4FC-5EC467E43AF7}"/>
                </a:ext>
              </a:extLst>
            </p:cNvPr>
            <p:cNvCxnSpPr>
              <a:cxnSpLocks/>
              <a:endCxn id="115" idx="4"/>
            </p:cNvCxnSpPr>
            <p:nvPr/>
          </p:nvCxnSpPr>
          <p:spPr>
            <a:xfrm flipV="1">
              <a:off x="2245713" y="9087582"/>
              <a:ext cx="6212212" cy="1405885"/>
            </a:xfrm>
            <a:prstGeom prst="bentConnector2">
              <a:avLst/>
            </a:prstGeom>
            <a:ln>
              <a:prstDash val="dash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6ACC456-40C1-70EA-8EEB-7522699462F3}"/>
                </a:ext>
              </a:extLst>
            </p:cNvPr>
            <p:cNvCxnSpPr>
              <a:cxnSpLocks/>
            </p:cNvCxnSpPr>
            <p:nvPr/>
          </p:nvCxnSpPr>
          <p:spPr>
            <a:xfrm>
              <a:off x="2245713" y="9970247"/>
              <a:ext cx="0" cy="523220"/>
            </a:xfrm>
            <a:prstGeom prst="line">
              <a:avLst/>
            </a:prstGeom>
            <a:ln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701E7D0-C785-3184-5334-A9C779723941}"/>
                </a:ext>
              </a:extLst>
            </p:cNvPr>
            <p:cNvSpPr txBox="1"/>
            <p:nvPr/>
          </p:nvSpPr>
          <p:spPr>
            <a:xfrm rot="19669010">
              <a:off x="8318792" y="7808119"/>
              <a:ext cx="1439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Feature: H×W×C</a:t>
              </a:r>
            </a:p>
          </p:txBody>
        </p: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101EB88C-17E4-3917-E452-FCCA748EB703}"/>
                </a:ext>
              </a:extLst>
            </p:cNvPr>
            <p:cNvCxnSpPr>
              <a:cxnSpLocks/>
              <a:endCxn id="84" idx="4"/>
            </p:cNvCxnSpPr>
            <p:nvPr/>
          </p:nvCxnSpPr>
          <p:spPr>
            <a:xfrm flipV="1">
              <a:off x="2209800" y="8839932"/>
              <a:ext cx="11239225" cy="1714758"/>
            </a:xfrm>
            <a:prstGeom prst="bentConnector2">
              <a:avLst/>
            </a:prstGeom>
            <a:ln>
              <a:solidFill>
                <a:srgbClr val="7030A0"/>
              </a:solidFill>
              <a:prstDash val="dash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8EFE93D-5516-8C6F-8BB1-14AC474DB084}"/>
                </a:ext>
              </a:extLst>
            </p:cNvPr>
            <p:cNvCxnSpPr>
              <a:cxnSpLocks/>
            </p:cNvCxnSpPr>
            <p:nvPr/>
          </p:nvCxnSpPr>
          <p:spPr>
            <a:xfrm>
              <a:off x="2201263" y="10027397"/>
              <a:ext cx="0" cy="523220"/>
            </a:xfrm>
            <a:prstGeom prst="line">
              <a:avLst/>
            </a:prstGeom>
            <a:ln>
              <a:solidFill>
                <a:srgbClr val="7030A0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6BB7C1E5-0E7B-5E61-3698-C2AF8B78D953}"/>
                </a:ext>
              </a:extLst>
            </p:cNvPr>
            <p:cNvSpPr/>
            <p:nvPr/>
          </p:nvSpPr>
          <p:spPr>
            <a:xfrm>
              <a:off x="13769133" y="8340143"/>
              <a:ext cx="640080" cy="640080"/>
            </a:xfrm>
            <a:prstGeom prst="cube">
              <a:avLst/>
            </a:prstGeom>
            <a:solidFill>
              <a:srgbClr val="FE7C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EE86FC3-C32D-FD9C-748F-FF18D740AD51}"/>
                </a:ext>
              </a:extLst>
            </p:cNvPr>
            <p:cNvCxnSpPr>
              <a:cxnSpLocks/>
            </p:cNvCxnSpPr>
            <p:nvPr/>
          </p:nvCxnSpPr>
          <p:spPr>
            <a:xfrm>
              <a:off x="13557195" y="8725632"/>
              <a:ext cx="2180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1CEFA9B-F0E9-418C-6036-1217B303A644}"/>
                </a:ext>
              </a:extLst>
            </p:cNvPr>
            <p:cNvSpPr txBox="1"/>
            <p:nvPr/>
          </p:nvSpPr>
          <p:spPr>
            <a:xfrm>
              <a:off x="13703742" y="7845957"/>
              <a:ext cx="7938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CBAM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Features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E3BE3A5-4C60-41B2-8545-FF69EC6F4ADA}"/>
                </a:ext>
              </a:extLst>
            </p:cNvPr>
            <p:cNvSpPr txBox="1"/>
            <p:nvPr/>
          </p:nvSpPr>
          <p:spPr>
            <a:xfrm>
              <a:off x="3938090" y="10563762"/>
              <a:ext cx="23774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Channel Attention Module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CFD68A2-4C4A-BBA4-3C81-A97347CDD07C}"/>
                </a:ext>
              </a:extLst>
            </p:cNvPr>
            <p:cNvSpPr txBox="1"/>
            <p:nvPr/>
          </p:nvSpPr>
          <p:spPr>
            <a:xfrm rot="16200000">
              <a:off x="13041792" y="8113404"/>
              <a:ext cx="8066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H×W×C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4C22182-7B93-23AD-D119-C7AEC2514BB8}"/>
                </a:ext>
              </a:extLst>
            </p:cNvPr>
            <p:cNvSpPr txBox="1"/>
            <p:nvPr/>
          </p:nvSpPr>
          <p:spPr>
            <a:xfrm>
              <a:off x="10206321" y="10580639"/>
              <a:ext cx="22652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Attention Module</a:t>
              </a:r>
            </a:p>
          </p:txBody>
        </p:sp>
        <p:sp>
          <p:nvSpPr>
            <p:cNvPr id="128" name="Flowchart: Summing Junction 127">
              <a:extLst>
                <a:ext uri="{FF2B5EF4-FFF2-40B4-BE49-F238E27FC236}">
                  <a16:creationId xmlns:a16="http://schemas.microsoft.com/office/drawing/2014/main" id="{5D974046-93FA-F740-F81A-84DAABA87ACA}"/>
                </a:ext>
              </a:extLst>
            </p:cNvPr>
            <p:cNvSpPr/>
            <p:nvPr/>
          </p:nvSpPr>
          <p:spPr>
            <a:xfrm>
              <a:off x="9516781" y="10953171"/>
              <a:ext cx="320040" cy="320040"/>
            </a:xfrm>
            <a:prstGeom prst="flowChartSummingJunct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FAEDA3E-9677-5A53-E7ED-DE470D82AFE7}"/>
                </a:ext>
              </a:extLst>
            </p:cNvPr>
            <p:cNvSpPr txBox="1"/>
            <p:nvPr/>
          </p:nvSpPr>
          <p:spPr>
            <a:xfrm>
              <a:off x="7421118" y="10986254"/>
              <a:ext cx="20873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Addition</a:t>
              </a:r>
            </a:p>
          </p:txBody>
        </p:sp>
        <p:sp>
          <p:nvSpPr>
            <p:cNvPr id="130" name="Flowchart: Or 129">
              <a:extLst>
                <a:ext uri="{FF2B5EF4-FFF2-40B4-BE49-F238E27FC236}">
                  <a16:creationId xmlns:a16="http://schemas.microsoft.com/office/drawing/2014/main" id="{D41E2EE4-C43A-E9C1-7CBC-CC5F96D2CCDC}"/>
                </a:ext>
              </a:extLst>
            </p:cNvPr>
            <p:cNvSpPr/>
            <p:nvPr/>
          </p:nvSpPr>
          <p:spPr>
            <a:xfrm>
              <a:off x="7158228" y="10953171"/>
              <a:ext cx="320040" cy="320040"/>
            </a:xfrm>
            <a:prstGeom prst="flowChar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5169165-068D-E17E-81E8-AE2F4AFDBECE}"/>
                </a:ext>
              </a:extLst>
            </p:cNvPr>
            <p:cNvSpPr txBox="1"/>
            <p:nvPr/>
          </p:nvSpPr>
          <p:spPr>
            <a:xfrm>
              <a:off x="9823329" y="10967204"/>
              <a:ext cx="20072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Product</a:t>
              </a: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0A52D035-5555-D0CD-1DAE-F1B345F0ACE8}"/>
                </a:ext>
              </a:extLst>
            </p:cNvPr>
            <p:cNvGrpSpPr/>
            <p:nvPr/>
          </p:nvGrpSpPr>
          <p:grpSpPr>
            <a:xfrm>
              <a:off x="11932764" y="10995511"/>
              <a:ext cx="320040" cy="320040"/>
              <a:chOff x="8100277" y="10048279"/>
              <a:chExt cx="228601" cy="228600"/>
            </a:xfrm>
          </p:grpSpPr>
          <p:cxnSp>
            <p:nvCxnSpPr>
              <p:cNvPr id="133" name="Connector: Curved 132">
                <a:extLst>
                  <a:ext uri="{FF2B5EF4-FFF2-40B4-BE49-F238E27FC236}">
                    <a16:creationId xmlns:a16="http://schemas.microsoft.com/office/drawing/2014/main" id="{77E435A1-83F5-CC20-FBDF-4C0B589BC382}"/>
                  </a:ext>
                </a:extLst>
              </p:cNvPr>
              <p:cNvCxnSpPr>
                <a:cxnSpLocks/>
              </p:cNvCxnSpPr>
              <p:nvPr/>
            </p:nvCxnSpPr>
            <p:spPr>
              <a:xfrm rot="20705433" flipV="1">
                <a:off x="8129730" y="10085772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C185CB7E-537A-FC79-65E2-3D048E8CAA2D}"/>
                  </a:ext>
                </a:extLst>
              </p:cNvPr>
              <p:cNvSpPr/>
              <p:nvPr/>
            </p:nvSpPr>
            <p:spPr>
              <a:xfrm rot="20705433">
                <a:off x="8100277" y="10048279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573E824-8DE2-2D9A-7DC0-3109724CDF5E}"/>
                </a:ext>
              </a:extLst>
            </p:cNvPr>
            <p:cNvSpPr txBox="1"/>
            <p:nvPr/>
          </p:nvSpPr>
          <p:spPr>
            <a:xfrm>
              <a:off x="12236649" y="10986254"/>
              <a:ext cx="17907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 Activation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79B4718-A15C-6AAB-3158-58CD5A9DEEB2}"/>
                </a:ext>
              </a:extLst>
            </p:cNvPr>
            <p:cNvSpPr txBox="1"/>
            <p:nvPr/>
          </p:nvSpPr>
          <p:spPr>
            <a:xfrm rot="19693843">
              <a:off x="4585822" y="7362266"/>
              <a:ext cx="11192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Act. = ReLU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0425CB3-0399-D2E6-BBEA-73E2052335BC}"/>
                </a:ext>
              </a:extLst>
            </p:cNvPr>
            <p:cNvSpPr txBox="1"/>
            <p:nvPr/>
          </p:nvSpPr>
          <p:spPr>
            <a:xfrm>
              <a:off x="11892075" y="7391216"/>
              <a:ext cx="121433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a-DK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Filters=1</a:t>
              </a:r>
            </a:p>
            <a:p>
              <a:pPr algn="ctr"/>
              <a:r>
                <a:rPr lang="da-DK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Kernel Size=7</a:t>
              </a:r>
            </a:p>
            <a:p>
              <a:pPr algn="ctr"/>
              <a:r>
                <a:rPr lang="da-DK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Strides=1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915B906-1637-7953-0272-6B19AB1D57BB}"/>
                </a:ext>
              </a:extLst>
            </p:cNvPr>
            <p:cNvSpPr txBox="1"/>
            <p:nvPr/>
          </p:nvSpPr>
          <p:spPr>
            <a:xfrm>
              <a:off x="1850756" y="10976631"/>
              <a:ext cx="52648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H= Height, W= Width, C= Channel, Act= Activation Function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010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573</TotalTime>
  <Words>394</Words>
  <Application>Microsoft Office PowerPoint</Application>
  <PresentationFormat>Custom</PresentationFormat>
  <Paragraphs>132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Tahoma</vt:lpstr>
      <vt:lpstr>Times New Roman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FAYSAL AHMMED</dc:creator>
  <cp:lastModifiedBy>FAYSAL AHMMED</cp:lastModifiedBy>
  <cp:revision>16</cp:revision>
  <dcterms:created xsi:type="dcterms:W3CDTF">2025-06-02T10:27:45Z</dcterms:created>
  <dcterms:modified xsi:type="dcterms:W3CDTF">2025-07-11T13:29:43Z</dcterms:modified>
</cp:coreProperties>
</file>