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C6CD"/>
    <a:srgbClr val="7FC7CF"/>
    <a:srgbClr val="227ACB"/>
    <a:srgbClr val="F6C3FF"/>
    <a:srgbClr val="6373BA"/>
    <a:srgbClr val="C2B38C"/>
    <a:srgbClr val="9AD6E2"/>
    <a:srgbClr val="CEC8AE"/>
    <a:srgbClr val="D6C8D3"/>
    <a:srgbClr val="A5C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58" autoAdjust="0"/>
  </p:normalViewPr>
  <p:slideViewPr>
    <p:cSldViewPr snapToGrid="0">
      <p:cViewPr>
        <p:scale>
          <a:sx n="66" d="100"/>
          <a:sy n="66" d="100"/>
        </p:scale>
        <p:origin x="876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200" dirty="0"/>
            <a:t>Input Layer</a:t>
          </a:r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9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900"/>
        </a:p>
      </dgm:t>
    </dgm:pt>
    <dgm:pt modelId="{7287962C-2824-43BE-83EA-ECE5DBB3B11D}">
      <dgm:prSet phldrT="[Text]" custT="1"/>
      <dgm:spPr/>
      <dgm:t>
        <a:bodyPr/>
        <a:lstStyle/>
        <a:p>
          <a:r>
            <a:rPr lang="en-US" sz="1100" dirty="0"/>
            <a:t>Output Shape: (None, 224,224,3)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9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900"/>
        </a:p>
      </dgm:t>
    </dgm:pt>
    <dgm:pt modelId="{B8206422-3524-48CB-B80C-2B0C22E314BD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200" dirty="0" err="1"/>
            <a:t>Xception</a:t>
          </a:r>
          <a:endParaRPr lang="en-US" sz="1200" dirty="0"/>
        </a:p>
      </dgm:t>
    </dgm:pt>
    <dgm:pt modelId="{B96CC52B-E83A-4CD4-9911-A23E5399E24A}" type="parTrans" cxnId="{E3E4B460-61C4-4280-B856-BF296F1DE9D5}">
      <dgm:prSet/>
      <dgm:spPr/>
      <dgm:t>
        <a:bodyPr/>
        <a:lstStyle/>
        <a:p>
          <a:endParaRPr lang="en-US" sz="900"/>
        </a:p>
      </dgm:t>
    </dgm:pt>
    <dgm:pt modelId="{4155228F-F05F-490D-AD7F-44067C11F89B}" type="sibTrans" cxnId="{E3E4B460-61C4-4280-B856-BF296F1DE9D5}">
      <dgm:prSet/>
      <dgm:spPr/>
      <dgm:t>
        <a:bodyPr/>
        <a:lstStyle/>
        <a:p>
          <a:endParaRPr lang="en-US" sz="900"/>
        </a:p>
      </dgm:t>
    </dgm:pt>
    <dgm:pt modelId="{58D87447-2C00-4EEE-B646-83A8C851945F}">
      <dgm:prSet phldrT="[Text]" custT="1"/>
      <dgm:spPr/>
      <dgm:t>
        <a:bodyPr/>
        <a:lstStyle/>
        <a:p>
          <a:r>
            <a:rPr lang="en-US" sz="1100" dirty="0"/>
            <a:t>Input Shape: (None, 224,224,3)</a:t>
          </a:r>
        </a:p>
      </dgm:t>
    </dgm:pt>
    <dgm:pt modelId="{D6B6E75C-8A22-4A0C-9726-E6EDC8BB700D}" type="parTrans" cxnId="{73179E50-D7FD-46EE-AD36-CBC754499562}">
      <dgm:prSet/>
      <dgm:spPr/>
      <dgm:t>
        <a:bodyPr/>
        <a:lstStyle/>
        <a:p>
          <a:endParaRPr lang="en-US" sz="900"/>
        </a:p>
      </dgm:t>
    </dgm:pt>
    <dgm:pt modelId="{EBB5090B-9F36-4106-9377-BE7AFE19A905}" type="sibTrans" cxnId="{73179E50-D7FD-46EE-AD36-CBC754499562}">
      <dgm:prSet/>
      <dgm:spPr/>
      <dgm:t>
        <a:bodyPr/>
        <a:lstStyle/>
        <a:p>
          <a:endParaRPr lang="en-US" sz="900"/>
        </a:p>
      </dgm:t>
    </dgm:pt>
    <dgm:pt modelId="{C7765CED-E8B1-4CA5-B065-59AA9564DEC0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en-US" sz="1200" dirty="0"/>
            <a:t>Flatten</a:t>
          </a:r>
        </a:p>
      </dgm:t>
    </dgm:pt>
    <dgm:pt modelId="{39ABE68D-3278-4161-A9C0-F05803D3FA85}" type="parTrans" cxnId="{3E5BAB66-EE19-41AC-BCFF-6BFB47F8E6AB}">
      <dgm:prSet/>
      <dgm:spPr/>
      <dgm:t>
        <a:bodyPr/>
        <a:lstStyle/>
        <a:p>
          <a:endParaRPr lang="en-US" sz="900"/>
        </a:p>
      </dgm:t>
    </dgm:pt>
    <dgm:pt modelId="{A96FC06E-2AA6-49BA-A06F-54C03850DC86}" type="sibTrans" cxnId="{3E5BAB66-EE19-41AC-BCFF-6BFB47F8E6AB}">
      <dgm:prSet/>
      <dgm:spPr/>
      <dgm:t>
        <a:bodyPr/>
        <a:lstStyle/>
        <a:p>
          <a:endParaRPr lang="en-US" sz="900"/>
        </a:p>
      </dgm:t>
    </dgm:pt>
    <dgm:pt modelId="{4B887AE7-84B9-4702-ADBE-B5F3BAD0FDB0}">
      <dgm:prSet phldrT="[Text]" custT="1"/>
      <dgm:spPr/>
      <dgm:t>
        <a:bodyPr/>
        <a:lstStyle/>
        <a:p>
          <a:r>
            <a:rPr lang="en-US" sz="1100" dirty="0"/>
            <a:t>Input shape: (None, 2048)</a:t>
          </a:r>
        </a:p>
      </dgm:t>
    </dgm:pt>
    <dgm:pt modelId="{E0E6F78B-67E1-4595-9637-1A02936E821C}" type="parTrans" cxnId="{A232F70A-F72F-4AD3-B3EF-A03954A4C499}">
      <dgm:prSet/>
      <dgm:spPr/>
      <dgm:t>
        <a:bodyPr/>
        <a:lstStyle/>
        <a:p>
          <a:endParaRPr lang="en-US" sz="900"/>
        </a:p>
      </dgm:t>
    </dgm:pt>
    <dgm:pt modelId="{F874AD26-FFD7-4DC4-B6F6-332406CEAB31}" type="sibTrans" cxnId="{A232F70A-F72F-4AD3-B3EF-A03954A4C499}">
      <dgm:prSet/>
      <dgm:spPr/>
      <dgm:t>
        <a:bodyPr/>
        <a:lstStyle/>
        <a:p>
          <a:endParaRPr lang="en-US" sz="900"/>
        </a:p>
      </dgm:t>
    </dgm:pt>
    <dgm:pt modelId="{BA716E40-B94C-45EB-8B85-99601008989D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200" dirty="0"/>
            <a:t>Dropout(0.3)</a:t>
          </a:r>
        </a:p>
      </dgm:t>
    </dgm:pt>
    <dgm:pt modelId="{B6612092-DB27-4F72-901A-B256BAD68871}" type="parTrans" cxnId="{3D4DA58C-1A1C-422E-877B-45E16375B387}">
      <dgm:prSet/>
      <dgm:spPr/>
      <dgm:t>
        <a:bodyPr/>
        <a:lstStyle/>
        <a:p>
          <a:endParaRPr lang="en-US" sz="900"/>
        </a:p>
      </dgm:t>
    </dgm:pt>
    <dgm:pt modelId="{B5536F7F-42E6-4D45-9D34-E95A3FB72953}" type="sibTrans" cxnId="{3D4DA58C-1A1C-422E-877B-45E16375B387}">
      <dgm:prSet/>
      <dgm:spPr/>
      <dgm:t>
        <a:bodyPr/>
        <a:lstStyle/>
        <a:p>
          <a:endParaRPr lang="en-US" sz="900"/>
        </a:p>
      </dgm:t>
    </dgm:pt>
    <dgm:pt modelId="{0DA7D919-7FEF-495B-B529-607982E3C2B7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en-US" sz="1200" dirty="0"/>
            <a:t>Dense (Activation: </a:t>
          </a:r>
          <a:r>
            <a:rPr lang="en-US" sz="1200" dirty="0" err="1"/>
            <a:t>relu</a:t>
          </a:r>
          <a:r>
            <a:rPr lang="en-US" sz="1200" dirty="0"/>
            <a:t>)</a:t>
          </a:r>
        </a:p>
      </dgm:t>
    </dgm:pt>
    <dgm:pt modelId="{380316A4-E10D-4BAE-8184-E7BE354A4B3B}" type="parTrans" cxnId="{0DCE4A28-F68E-41D0-8C6B-2A4AAD863945}">
      <dgm:prSet/>
      <dgm:spPr/>
      <dgm:t>
        <a:bodyPr/>
        <a:lstStyle/>
        <a:p>
          <a:endParaRPr lang="en-US" sz="900"/>
        </a:p>
      </dgm:t>
    </dgm:pt>
    <dgm:pt modelId="{559ACF4E-3EEB-4845-9ABE-8A92318C1DED}" type="sibTrans" cxnId="{0DCE4A28-F68E-41D0-8C6B-2A4AAD863945}">
      <dgm:prSet/>
      <dgm:spPr/>
      <dgm:t>
        <a:bodyPr/>
        <a:lstStyle/>
        <a:p>
          <a:endParaRPr lang="en-US" sz="900"/>
        </a:p>
      </dgm:t>
    </dgm:pt>
    <dgm:pt modelId="{3A460D4B-0FBE-40D4-A51C-B86FC0CBAA31}">
      <dgm:prSet phldrT="[Text]" custT="1"/>
      <dgm:spPr/>
      <dgm:t>
        <a:bodyPr/>
        <a:lstStyle/>
        <a:p>
          <a:r>
            <a:rPr lang="en-US" sz="1100" dirty="0"/>
            <a:t>Input shape: (None, 2048)</a:t>
          </a:r>
        </a:p>
      </dgm:t>
    </dgm:pt>
    <dgm:pt modelId="{3F6D5842-BC40-4F68-A0E7-E848DF56F4BD}" type="parTrans" cxnId="{A4704C68-B926-4220-9A49-3C5AF708DF2F}">
      <dgm:prSet/>
      <dgm:spPr/>
      <dgm:t>
        <a:bodyPr/>
        <a:lstStyle/>
        <a:p>
          <a:endParaRPr lang="en-US" sz="900"/>
        </a:p>
      </dgm:t>
    </dgm:pt>
    <dgm:pt modelId="{40F96AF7-3F3B-42CD-837F-B673C44E5649}" type="sibTrans" cxnId="{A4704C68-B926-4220-9A49-3C5AF708DF2F}">
      <dgm:prSet/>
      <dgm:spPr/>
      <dgm:t>
        <a:bodyPr/>
        <a:lstStyle/>
        <a:p>
          <a:endParaRPr lang="en-US" sz="900"/>
        </a:p>
      </dgm:t>
    </dgm:pt>
    <dgm:pt modelId="{3DCA89B7-E275-40EF-8E02-50CB624720EB}">
      <dgm:prSet phldrT="[Text]" custT="1"/>
      <dgm:spPr/>
      <dgm:t>
        <a:bodyPr/>
        <a:lstStyle/>
        <a:p>
          <a:r>
            <a:rPr lang="en-US" sz="1100" dirty="0"/>
            <a:t>Output Shape: (None, 2048)</a:t>
          </a:r>
        </a:p>
      </dgm:t>
    </dgm:pt>
    <dgm:pt modelId="{5ADD0181-9FC5-4940-ACE1-42392218B640}" type="parTrans" cxnId="{28ECEC14-99E7-4BEF-B855-86E728714321}">
      <dgm:prSet/>
      <dgm:spPr/>
      <dgm:t>
        <a:bodyPr/>
        <a:lstStyle/>
        <a:p>
          <a:endParaRPr lang="en-US" sz="900"/>
        </a:p>
      </dgm:t>
    </dgm:pt>
    <dgm:pt modelId="{14360CA7-4DC9-4EC7-8822-9B68A256FD58}" type="sibTrans" cxnId="{28ECEC14-99E7-4BEF-B855-86E728714321}">
      <dgm:prSet/>
      <dgm:spPr/>
      <dgm:t>
        <a:bodyPr/>
        <a:lstStyle/>
        <a:p>
          <a:endParaRPr lang="en-US" sz="900"/>
        </a:p>
      </dgm:t>
    </dgm:pt>
    <dgm:pt modelId="{52ABD3F9-1043-434F-B72F-7C87596ED087}">
      <dgm:prSet phldrT="[Text]" custT="1"/>
      <dgm:spPr/>
      <dgm:t>
        <a:bodyPr/>
        <a:lstStyle/>
        <a:p>
          <a:r>
            <a:rPr lang="en-US" sz="1100" dirty="0"/>
            <a:t>Output shape: (None, 2048)</a:t>
          </a:r>
        </a:p>
      </dgm:t>
    </dgm:pt>
    <dgm:pt modelId="{59D78795-5937-4EE0-AEEA-ECACFD6DCDD5}" type="parTrans" cxnId="{D283B81C-2802-4E21-B3DB-AC6ACB1BE2DD}">
      <dgm:prSet/>
      <dgm:spPr/>
      <dgm:t>
        <a:bodyPr/>
        <a:lstStyle/>
        <a:p>
          <a:endParaRPr lang="en-US" sz="900"/>
        </a:p>
      </dgm:t>
    </dgm:pt>
    <dgm:pt modelId="{25059442-7F94-4BE4-95E9-B30599153C4F}" type="sibTrans" cxnId="{D283B81C-2802-4E21-B3DB-AC6ACB1BE2DD}">
      <dgm:prSet/>
      <dgm:spPr/>
      <dgm:t>
        <a:bodyPr/>
        <a:lstStyle/>
        <a:p>
          <a:endParaRPr lang="en-US" sz="900"/>
        </a:p>
      </dgm:t>
    </dgm:pt>
    <dgm:pt modelId="{A27AEEDF-B342-494F-8A03-2B7045D359E7}">
      <dgm:prSet phldrT="[Text]" custT="1"/>
      <dgm:spPr/>
      <dgm:t>
        <a:bodyPr/>
        <a:lstStyle/>
        <a:p>
          <a:r>
            <a:rPr lang="en-US" sz="1100" dirty="0"/>
            <a:t>Input shape: (None, 2048)</a:t>
          </a:r>
        </a:p>
      </dgm:t>
    </dgm:pt>
    <dgm:pt modelId="{AB90CEC9-714E-41A8-9609-180B07EBC275}" type="parTrans" cxnId="{2932B472-6114-4BBC-ABC3-C8AEAA405D6A}">
      <dgm:prSet/>
      <dgm:spPr/>
      <dgm:t>
        <a:bodyPr/>
        <a:lstStyle/>
        <a:p>
          <a:endParaRPr lang="en-US" sz="900"/>
        </a:p>
      </dgm:t>
    </dgm:pt>
    <dgm:pt modelId="{EE240AF6-8E75-4D88-9C90-D6C3B0341A2E}" type="sibTrans" cxnId="{2932B472-6114-4BBC-ABC3-C8AEAA405D6A}">
      <dgm:prSet/>
      <dgm:spPr/>
      <dgm:t>
        <a:bodyPr/>
        <a:lstStyle/>
        <a:p>
          <a:endParaRPr lang="en-US" sz="900"/>
        </a:p>
      </dgm:t>
    </dgm:pt>
    <dgm:pt modelId="{0CF181AE-3054-497B-BC2E-1549ED901EFB}">
      <dgm:prSet phldrT="[Text]" custT="1"/>
      <dgm:spPr/>
      <dgm:t>
        <a:bodyPr/>
        <a:lstStyle/>
        <a:p>
          <a:r>
            <a:rPr lang="en-US" sz="1100" dirty="0"/>
            <a:t>Output shape: (None, 2048)</a:t>
          </a:r>
        </a:p>
      </dgm:t>
    </dgm:pt>
    <dgm:pt modelId="{5F20D6A6-0D1C-44E5-B53E-875FF1A5B901}" type="parTrans" cxnId="{3F93E5AD-5F8F-44FF-A4F5-46419B940B86}">
      <dgm:prSet/>
      <dgm:spPr/>
      <dgm:t>
        <a:bodyPr/>
        <a:lstStyle/>
        <a:p>
          <a:endParaRPr lang="en-US" sz="900"/>
        </a:p>
      </dgm:t>
    </dgm:pt>
    <dgm:pt modelId="{01DF4BEE-3E64-4352-877D-98A84E726992}" type="sibTrans" cxnId="{3F93E5AD-5F8F-44FF-A4F5-46419B940B86}">
      <dgm:prSet/>
      <dgm:spPr/>
      <dgm:t>
        <a:bodyPr/>
        <a:lstStyle/>
        <a:p>
          <a:endParaRPr lang="en-US" sz="900"/>
        </a:p>
      </dgm:t>
    </dgm:pt>
    <dgm:pt modelId="{0E933868-1562-4B6C-B4E4-8A37867A9B22}">
      <dgm:prSet phldrT="[Text]" custT="1"/>
      <dgm:spPr/>
      <dgm:t>
        <a:bodyPr/>
        <a:lstStyle/>
        <a:p>
          <a:r>
            <a:rPr lang="en-US" sz="1100" dirty="0"/>
            <a:t>Output shape: (None, 128)</a:t>
          </a:r>
        </a:p>
      </dgm:t>
    </dgm:pt>
    <dgm:pt modelId="{62112D4A-2EAA-4169-8D7D-0A7B2F97FA4F}" type="parTrans" cxnId="{C377EF16-F537-4FC4-9AEA-72F571F21690}">
      <dgm:prSet/>
      <dgm:spPr/>
      <dgm:t>
        <a:bodyPr/>
        <a:lstStyle/>
        <a:p>
          <a:endParaRPr lang="en-US" sz="900"/>
        </a:p>
      </dgm:t>
    </dgm:pt>
    <dgm:pt modelId="{06A54F93-0A4F-4992-AD50-8ACE5A840A03}" type="sibTrans" cxnId="{C377EF16-F537-4FC4-9AEA-72F571F21690}">
      <dgm:prSet/>
      <dgm:spPr/>
      <dgm:t>
        <a:bodyPr/>
        <a:lstStyle/>
        <a:p>
          <a:endParaRPr lang="en-US" sz="900"/>
        </a:p>
      </dgm:t>
    </dgm:pt>
    <dgm:pt modelId="{28D2E7A2-A22E-44FF-80AC-3752D96B8222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200" dirty="0"/>
            <a:t>Dense (Activation: </a:t>
          </a:r>
          <a:r>
            <a:rPr lang="en-US" sz="1200" dirty="0" err="1"/>
            <a:t>softmax</a:t>
          </a:r>
          <a:r>
            <a:rPr lang="en-US" sz="1200" dirty="0"/>
            <a:t>)</a:t>
          </a:r>
        </a:p>
      </dgm:t>
    </dgm:pt>
    <dgm:pt modelId="{C75D849E-D0E3-4BA8-A475-3AB0D44DB765}" type="parTrans" cxnId="{02DBBFFD-66F6-45D6-99D4-9D6C4C05569F}">
      <dgm:prSet/>
      <dgm:spPr/>
      <dgm:t>
        <a:bodyPr/>
        <a:lstStyle/>
        <a:p>
          <a:endParaRPr lang="en-US" sz="900"/>
        </a:p>
      </dgm:t>
    </dgm:pt>
    <dgm:pt modelId="{A6029F94-57AF-40DC-A08B-05F950D52522}" type="sibTrans" cxnId="{02DBBFFD-66F6-45D6-99D4-9D6C4C05569F}">
      <dgm:prSet/>
      <dgm:spPr/>
      <dgm:t>
        <a:bodyPr/>
        <a:lstStyle/>
        <a:p>
          <a:endParaRPr lang="en-US" sz="900"/>
        </a:p>
      </dgm:t>
    </dgm:pt>
    <dgm:pt modelId="{9A7C40F9-8D4D-4EF6-86DB-1605A01CB49E}">
      <dgm:prSet phldrT="[Text]" custT="1"/>
      <dgm:spPr/>
      <dgm:t>
        <a:bodyPr/>
        <a:lstStyle/>
        <a:p>
          <a:r>
            <a:rPr lang="en-US" sz="1100" dirty="0"/>
            <a:t>Input shape: (None, 128)</a:t>
          </a:r>
        </a:p>
      </dgm:t>
    </dgm:pt>
    <dgm:pt modelId="{84453DD1-2ACA-49DD-8115-D93BBE887AE4}" type="parTrans" cxnId="{8A1AE5D6-BE56-43C8-BB6A-410112F9FEF6}">
      <dgm:prSet/>
      <dgm:spPr/>
      <dgm:t>
        <a:bodyPr/>
        <a:lstStyle/>
        <a:p>
          <a:endParaRPr lang="en-US" sz="900"/>
        </a:p>
      </dgm:t>
    </dgm:pt>
    <dgm:pt modelId="{26E98BE5-6511-41B2-A05C-2C643A80C522}" type="sibTrans" cxnId="{8A1AE5D6-BE56-43C8-BB6A-410112F9FEF6}">
      <dgm:prSet/>
      <dgm:spPr/>
      <dgm:t>
        <a:bodyPr/>
        <a:lstStyle/>
        <a:p>
          <a:endParaRPr lang="en-US" sz="900"/>
        </a:p>
      </dgm:t>
    </dgm:pt>
    <dgm:pt modelId="{F7A33AFC-BE04-478F-B67B-9C4AF15C1176}">
      <dgm:prSet phldrT="[Text]" custT="1"/>
      <dgm:spPr/>
      <dgm:t>
        <a:bodyPr/>
        <a:lstStyle/>
        <a:p>
          <a:r>
            <a:rPr lang="en-US" sz="1100" dirty="0"/>
            <a:t>Output shape: (None, 4)</a:t>
          </a:r>
        </a:p>
      </dgm:t>
    </dgm:pt>
    <dgm:pt modelId="{7C2726D0-73E5-4DB7-B850-1F18DF59FF73}" type="parTrans" cxnId="{7AE502D9-CD5E-4839-B96A-8AF86EC59A97}">
      <dgm:prSet/>
      <dgm:spPr/>
      <dgm:t>
        <a:bodyPr/>
        <a:lstStyle/>
        <a:p>
          <a:endParaRPr lang="en-US" sz="900"/>
        </a:p>
      </dgm:t>
    </dgm:pt>
    <dgm:pt modelId="{AA6D49D3-E24D-4AA3-B839-7F12AD880B7B}" type="sibTrans" cxnId="{7AE502D9-CD5E-4839-B96A-8AF86EC59A97}">
      <dgm:prSet/>
      <dgm:spPr/>
      <dgm:t>
        <a:bodyPr/>
        <a:lstStyle/>
        <a:p>
          <a:endParaRPr lang="en-US" sz="900"/>
        </a:p>
      </dgm:t>
    </dgm:pt>
    <dgm:pt modelId="{23F0D700-248C-4E65-9B42-649DE5A464EF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200" dirty="0"/>
            <a:t>Dropout(0.25)</a:t>
          </a:r>
        </a:p>
      </dgm:t>
    </dgm:pt>
    <dgm:pt modelId="{93256D74-ACFF-4CCF-9387-AB3EB226C16F}" type="parTrans" cxnId="{AB847D59-1151-4BAF-8784-A1722EA16CC4}">
      <dgm:prSet/>
      <dgm:spPr/>
      <dgm:t>
        <a:bodyPr/>
        <a:lstStyle/>
        <a:p>
          <a:endParaRPr lang="en-US" sz="900"/>
        </a:p>
      </dgm:t>
    </dgm:pt>
    <dgm:pt modelId="{F6464F4C-ED77-44EA-98D0-C0E3AC4BBE81}" type="sibTrans" cxnId="{AB847D59-1151-4BAF-8784-A1722EA16CC4}">
      <dgm:prSet/>
      <dgm:spPr/>
      <dgm:t>
        <a:bodyPr/>
        <a:lstStyle/>
        <a:p>
          <a:endParaRPr lang="en-US" sz="900"/>
        </a:p>
      </dgm:t>
    </dgm:pt>
    <dgm:pt modelId="{51BE1960-2CD6-4128-AC31-07FA460C5839}">
      <dgm:prSet phldrT="[Text]" custT="1"/>
      <dgm:spPr/>
      <dgm:t>
        <a:bodyPr/>
        <a:lstStyle/>
        <a:p>
          <a:r>
            <a:rPr lang="en-US" sz="1100" dirty="0"/>
            <a:t>Output shape: (None, 128)</a:t>
          </a:r>
        </a:p>
      </dgm:t>
    </dgm:pt>
    <dgm:pt modelId="{187CD04F-A0DC-456D-AA34-1FAF0C827D02}" type="parTrans" cxnId="{97524692-290F-48E0-8627-0B83C1CA8E0C}">
      <dgm:prSet/>
      <dgm:spPr/>
      <dgm:t>
        <a:bodyPr/>
        <a:lstStyle/>
        <a:p>
          <a:endParaRPr lang="en-US" sz="900"/>
        </a:p>
      </dgm:t>
    </dgm:pt>
    <dgm:pt modelId="{523199C2-7B7E-4E7B-B14B-769850D22E14}" type="sibTrans" cxnId="{97524692-290F-48E0-8627-0B83C1CA8E0C}">
      <dgm:prSet/>
      <dgm:spPr/>
      <dgm:t>
        <a:bodyPr/>
        <a:lstStyle/>
        <a:p>
          <a:endParaRPr lang="en-US" sz="900"/>
        </a:p>
      </dgm:t>
    </dgm:pt>
    <dgm:pt modelId="{93C7BA54-FD71-4068-A205-E76930130F90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100" dirty="0"/>
            <a:t>Input shape: (None, 128)</a:t>
          </a:r>
        </a:p>
      </dgm:t>
    </dgm:pt>
    <dgm:pt modelId="{61C0B8B9-049D-4A09-8375-F93BABF4C43F}" type="parTrans" cxnId="{CD09404F-06EA-4DAF-B44E-5B3DEE771FC3}">
      <dgm:prSet/>
      <dgm:spPr/>
      <dgm:t>
        <a:bodyPr/>
        <a:lstStyle/>
        <a:p>
          <a:endParaRPr lang="en-US" sz="900"/>
        </a:p>
      </dgm:t>
    </dgm:pt>
    <dgm:pt modelId="{A3A99AFB-D720-47E9-A3FA-CFD5CE6F1E24}" type="sibTrans" cxnId="{CD09404F-06EA-4DAF-B44E-5B3DEE771FC3}">
      <dgm:prSet/>
      <dgm:spPr/>
      <dgm:t>
        <a:bodyPr/>
        <a:lstStyle/>
        <a:p>
          <a:endParaRPr lang="en-US" sz="900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77B5D535-2405-4000-A2DD-58018310FCD4}" type="pres">
      <dgm:prSet presAssocID="{28D2E7A2-A22E-44FF-80AC-3752D96B8222}" presName="boxAndChildren" presStyleCnt="0"/>
      <dgm:spPr/>
    </dgm:pt>
    <dgm:pt modelId="{A658D9E1-F34A-4ADD-B9F4-833C4F194DED}" type="pres">
      <dgm:prSet presAssocID="{28D2E7A2-A22E-44FF-80AC-3752D96B8222}" presName="parentTextBox" presStyleLbl="node1" presStyleIdx="0" presStyleCnt="7"/>
      <dgm:spPr/>
    </dgm:pt>
    <dgm:pt modelId="{443F459C-32CF-4200-B6D0-AA019D216B16}" type="pres">
      <dgm:prSet presAssocID="{28D2E7A2-A22E-44FF-80AC-3752D96B8222}" presName="entireBox" presStyleLbl="node1" presStyleIdx="0" presStyleCnt="7" custScaleY="51316"/>
      <dgm:spPr/>
    </dgm:pt>
    <dgm:pt modelId="{15E0224E-4D9A-4462-9897-D88CE7494A9E}" type="pres">
      <dgm:prSet presAssocID="{28D2E7A2-A22E-44FF-80AC-3752D96B8222}" presName="descendantBox" presStyleCnt="0"/>
      <dgm:spPr/>
    </dgm:pt>
    <dgm:pt modelId="{BE8C424B-FE04-4B52-87A0-B10C59A3C1AC}" type="pres">
      <dgm:prSet presAssocID="{9A7C40F9-8D4D-4EF6-86DB-1605A01CB49E}" presName="childTextBox" presStyleLbl="fgAccFollowNode1" presStyleIdx="0" presStyleCnt="13">
        <dgm:presLayoutVars>
          <dgm:bulletEnabled val="1"/>
        </dgm:presLayoutVars>
      </dgm:prSet>
      <dgm:spPr/>
    </dgm:pt>
    <dgm:pt modelId="{B673B823-2818-4FAC-8329-B507B0BD467E}" type="pres">
      <dgm:prSet presAssocID="{F7A33AFC-BE04-478F-B67B-9C4AF15C1176}" presName="childTextBox" presStyleLbl="fgAccFollowNode1" presStyleIdx="1" presStyleCnt="13">
        <dgm:presLayoutVars>
          <dgm:bulletEnabled val="1"/>
        </dgm:presLayoutVars>
      </dgm:prSet>
      <dgm:spPr/>
    </dgm:pt>
    <dgm:pt modelId="{F943FA7A-9A60-4E4E-8444-EBF71A9B48E1}" type="pres">
      <dgm:prSet presAssocID="{F6464F4C-ED77-44EA-98D0-C0E3AC4BBE81}" presName="sp" presStyleCnt="0"/>
      <dgm:spPr/>
    </dgm:pt>
    <dgm:pt modelId="{776D2384-83D5-4C3A-8EE5-1339471308DA}" type="pres">
      <dgm:prSet presAssocID="{23F0D700-248C-4E65-9B42-649DE5A464EF}" presName="arrowAndChildren" presStyleCnt="0"/>
      <dgm:spPr/>
    </dgm:pt>
    <dgm:pt modelId="{904B901A-04E1-46D9-85CE-74CC4349F45D}" type="pres">
      <dgm:prSet presAssocID="{23F0D700-248C-4E65-9B42-649DE5A464EF}" presName="parentTextArrow" presStyleLbl="node1" presStyleIdx="0" presStyleCnt="7"/>
      <dgm:spPr/>
    </dgm:pt>
    <dgm:pt modelId="{DF3C1F71-8F54-4C96-8D23-185F4D9C2507}" type="pres">
      <dgm:prSet presAssocID="{23F0D700-248C-4E65-9B42-649DE5A464EF}" presName="arrow" presStyleLbl="node1" presStyleIdx="1" presStyleCnt="7" custScaleY="62093"/>
      <dgm:spPr/>
    </dgm:pt>
    <dgm:pt modelId="{5BBCCBC8-1141-40A1-97DC-A8E4DB7F2507}" type="pres">
      <dgm:prSet presAssocID="{23F0D700-248C-4E65-9B42-649DE5A464EF}" presName="descendantArrow" presStyleCnt="0"/>
      <dgm:spPr/>
    </dgm:pt>
    <dgm:pt modelId="{C3C86291-D5C2-49D0-8D20-81EC951ED21B}" type="pres">
      <dgm:prSet presAssocID="{93C7BA54-FD71-4068-A205-E76930130F90}" presName="childTextArrow" presStyleLbl="fgAccFollowNode1" presStyleIdx="2" presStyleCnt="13">
        <dgm:presLayoutVars>
          <dgm:bulletEnabled val="1"/>
        </dgm:presLayoutVars>
      </dgm:prSet>
      <dgm:spPr/>
    </dgm:pt>
    <dgm:pt modelId="{56CE86E0-4C01-4701-9B7C-9ABA1DE8B1B9}" type="pres">
      <dgm:prSet presAssocID="{51BE1960-2CD6-4128-AC31-07FA460C5839}" presName="childTextArrow" presStyleLbl="fgAccFollowNode1" presStyleIdx="3" presStyleCnt="13">
        <dgm:presLayoutVars>
          <dgm:bulletEnabled val="1"/>
        </dgm:presLayoutVars>
      </dgm:prSet>
      <dgm:spPr/>
    </dgm:pt>
    <dgm:pt modelId="{AA26690C-9748-400B-A076-70FA9BD013DF}" type="pres">
      <dgm:prSet presAssocID="{559ACF4E-3EEB-4845-9ABE-8A92318C1DED}" presName="sp" presStyleCnt="0"/>
      <dgm:spPr/>
    </dgm:pt>
    <dgm:pt modelId="{D50E3161-0C1B-4BC8-853F-755282CA70A1}" type="pres">
      <dgm:prSet presAssocID="{0DA7D919-7FEF-495B-B529-607982E3C2B7}" presName="arrowAndChildren" presStyleCnt="0"/>
      <dgm:spPr/>
    </dgm:pt>
    <dgm:pt modelId="{C1B81B41-DE46-442B-900E-09EEBE249475}" type="pres">
      <dgm:prSet presAssocID="{0DA7D919-7FEF-495B-B529-607982E3C2B7}" presName="parentTextArrow" presStyleLbl="node1" presStyleIdx="1" presStyleCnt="7"/>
      <dgm:spPr/>
    </dgm:pt>
    <dgm:pt modelId="{8EBCE749-7FFB-4B80-B5DC-1BB47DCE407F}" type="pres">
      <dgm:prSet presAssocID="{0DA7D919-7FEF-495B-B529-607982E3C2B7}" presName="arrow" presStyleLbl="node1" presStyleIdx="2" presStyleCnt="7" custScaleY="68302"/>
      <dgm:spPr/>
    </dgm:pt>
    <dgm:pt modelId="{91A01CF6-6CDD-428F-BAB7-51BF7FC13A6D}" type="pres">
      <dgm:prSet presAssocID="{0DA7D919-7FEF-495B-B529-607982E3C2B7}" presName="descendantArrow" presStyleCnt="0"/>
      <dgm:spPr/>
    </dgm:pt>
    <dgm:pt modelId="{760A086D-0E9C-4A50-8C95-7035D3D5E518}" type="pres">
      <dgm:prSet presAssocID="{3A460D4B-0FBE-40D4-A51C-B86FC0CBAA31}" presName="childTextArrow" presStyleLbl="fgAccFollowNode1" presStyleIdx="4" presStyleCnt="13">
        <dgm:presLayoutVars>
          <dgm:bulletEnabled val="1"/>
        </dgm:presLayoutVars>
      </dgm:prSet>
      <dgm:spPr/>
    </dgm:pt>
    <dgm:pt modelId="{AA56D4DC-6399-4AB7-8D2C-6F38B6EBE105}" type="pres">
      <dgm:prSet presAssocID="{0E933868-1562-4B6C-B4E4-8A37867A9B22}" presName="childTextArrow" presStyleLbl="fgAccFollowNode1" presStyleIdx="5" presStyleCnt="13">
        <dgm:presLayoutVars>
          <dgm:bulletEnabled val="1"/>
        </dgm:presLayoutVars>
      </dgm:prSet>
      <dgm:spPr/>
    </dgm:pt>
    <dgm:pt modelId="{4EF352C8-70A4-41BA-908A-33B69ED63803}" type="pres">
      <dgm:prSet presAssocID="{B5536F7F-42E6-4D45-9D34-E95A3FB72953}" presName="sp" presStyleCnt="0"/>
      <dgm:spPr/>
    </dgm:pt>
    <dgm:pt modelId="{A05CDE1C-B785-43EF-80BC-3BEB329F74FC}" type="pres">
      <dgm:prSet presAssocID="{BA716E40-B94C-45EB-8B85-99601008989D}" presName="arrowAndChildren" presStyleCnt="0"/>
      <dgm:spPr/>
    </dgm:pt>
    <dgm:pt modelId="{9C62B803-AB9D-4B46-929D-9DE3F517FCF1}" type="pres">
      <dgm:prSet presAssocID="{BA716E40-B94C-45EB-8B85-99601008989D}" presName="parentTextArrow" presStyleLbl="node1" presStyleIdx="2" presStyleCnt="7"/>
      <dgm:spPr/>
    </dgm:pt>
    <dgm:pt modelId="{4B9BDBDB-DE59-4F98-B719-55C1A3AEA21C}" type="pres">
      <dgm:prSet presAssocID="{BA716E40-B94C-45EB-8B85-99601008989D}" presName="arrow" presStyleLbl="node1" presStyleIdx="3" presStyleCnt="7" custScaleY="62093"/>
      <dgm:spPr/>
    </dgm:pt>
    <dgm:pt modelId="{6DC6E746-AC9A-482E-939C-F4AC3FC35736}" type="pres">
      <dgm:prSet presAssocID="{BA716E40-B94C-45EB-8B85-99601008989D}" presName="descendantArrow" presStyleCnt="0"/>
      <dgm:spPr/>
    </dgm:pt>
    <dgm:pt modelId="{7342DC29-7D4D-4449-80FB-F1BAF8C8F8DE}" type="pres">
      <dgm:prSet presAssocID="{A27AEEDF-B342-494F-8A03-2B7045D359E7}" presName="childTextArrow" presStyleLbl="fgAccFollowNode1" presStyleIdx="6" presStyleCnt="13">
        <dgm:presLayoutVars>
          <dgm:bulletEnabled val="1"/>
        </dgm:presLayoutVars>
      </dgm:prSet>
      <dgm:spPr/>
    </dgm:pt>
    <dgm:pt modelId="{024A8176-A02D-4A1D-B96D-FE6A436A8CF4}" type="pres">
      <dgm:prSet presAssocID="{0CF181AE-3054-497B-BC2E-1549ED901EFB}" presName="childTextArrow" presStyleLbl="fgAccFollowNode1" presStyleIdx="7" presStyleCnt="13">
        <dgm:presLayoutVars>
          <dgm:bulletEnabled val="1"/>
        </dgm:presLayoutVars>
      </dgm:prSet>
      <dgm:spPr/>
    </dgm:pt>
    <dgm:pt modelId="{C13C4FC0-60A8-462B-AACF-856A77F06A64}" type="pres">
      <dgm:prSet presAssocID="{A96FC06E-2AA6-49BA-A06F-54C03850DC86}" presName="sp" presStyleCnt="0"/>
      <dgm:spPr/>
    </dgm:pt>
    <dgm:pt modelId="{16FE90BF-3088-45B0-8D0F-C9A62F5DED0C}" type="pres">
      <dgm:prSet presAssocID="{C7765CED-E8B1-4CA5-B065-59AA9564DEC0}" presName="arrowAndChildren" presStyleCnt="0"/>
      <dgm:spPr/>
    </dgm:pt>
    <dgm:pt modelId="{E4CAD5E2-00CB-4A24-B350-0B497EF46955}" type="pres">
      <dgm:prSet presAssocID="{C7765CED-E8B1-4CA5-B065-59AA9564DEC0}" presName="parentTextArrow" presStyleLbl="node1" presStyleIdx="3" presStyleCnt="7"/>
      <dgm:spPr/>
    </dgm:pt>
    <dgm:pt modelId="{8BD40710-EC1B-4756-AF3F-079B500ABEFF}" type="pres">
      <dgm:prSet presAssocID="{C7765CED-E8B1-4CA5-B065-59AA9564DEC0}" presName="arrow" presStyleLbl="node1" presStyleIdx="4" presStyleCnt="7" custScaleY="62093"/>
      <dgm:spPr/>
    </dgm:pt>
    <dgm:pt modelId="{D1445AAB-689E-430E-892B-AC4D7486A8E2}" type="pres">
      <dgm:prSet presAssocID="{C7765CED-E8B1-4CA5-B065-59AA9564DEC0}" presName="descendantArrow" presStyleCnt="0"/>
      <dgm:spPr/>
    </dgm:pt>
    <dgm:pt modelId="{108324AE-8A87-4F92-AF48-C51F7603942D}" type="pres">
      <dgm:prSet presAssocID="{4B887AE7-84B9-4702-ADBE-B5F3BAD0FDB0}" presName="childTextArrow" presStyleLbl="fgAccFollowNode1" presStyleIdx="8" presStyleCnt="13">
        <dgm:presLayoutVars>
          <dgm:bulletEnabled val="1"/>
        </dgm:presLayoutVars>
      </dgm:prSet>
      <dgm:spPr/>
    </dgm:pt>
    <dgm:pt modelId="{14AF8EE8-7A86-456D-8770-357E18F2F07C}" type="pres">
      <dgm:prSet presAssocID="{52ABD3F9-1043-434F-B72F-7C87596ED087}" presName="childTextArrow" presStyleLbl="fgAccFollowNode1" presStyleIdx="9" presStyleCnt="13">
        <dgm:presLayoutVars>
          <dgm:bulletEnabled val="1"/>
        </dgm:presLayoutVars>
      </dgm:prSet>
      <dgm:spPr/>
    </dgm:pt>
    <dgm:pt modelId="{97E2A366-191F-48FC-8442-5AD0C1A529D0}" type="pres">
      <dgm:prSet presAssocID="{4155228F-F05F-490D-AD7F-44067C11F89B}" presName="sp" presStyleCnt="0"/>
      <dgm:spPr/>
    </dgm:pt>
    <dgm:pt modelId="{731BDFC3-59E1-4723-8B75-B1C639E945D0}" type="pres">
      <dgm:prSet presAssocID="{B8206422-3524-48CB-B80C-2B0C22E314BD}" presName="arrowAndChildren" presStyleCnt="0"/>
      <dgm:spPr/>
    </dgm:pt>
    <dgm:pt modelId="{8BB1726A-1C04-4589-87F6-F3E7F1454743}" type="pres">
      <dgm:prSet presAssocID="{B8206422-3524-48CB-B80C-2B0C22E314BD}" presName="parentTextArrow" presStyleLbl="node1" presStyleIdx="4" presStyleCnt="7"/>
      <dgm:spPr/>
    </dgm:pt>
    <dgm:pt modelId="{1981B64A-A7A4-4662-B7BA-11DDD876690E}" type="pres">
      <dgm:prSet presAssocID="{B8206422-3524-48CB-B80C-2B0C22E314BD}" presName="arrow" presStyleLbl="node1" presStyleIdx="5" presStyleCnt="7" custScaleY="62093"/>
      <dgm:spPr/>
    </dgm:pt>
    <dgm:pt modelId="{6CC10176-A977-4430-B7F0-11D947019F3F}" type="pres">
      <dgm:prSet presAssocID="{B8206422-3524-48CB-B80C-2B0C22E314BD}" presName="descendantArrow" presStyleCnt="0"/>
      <dgm:spPr/>
    </dgm:pt>
    <dgm:pt modelId="{99C90F4B-D865-4C9E-8A27-1AE3B7652D44}" type="pres">
      <dgm:prSet presAssocID="{58D87447-2C00-4EEE-B646-83A8C851945F}" presName="childTextArrow" presStyleLbl="fgAccFollowNode1" presStyleIdx="10" presStyleCnt="13">
        <dgm:presLayoutVars>
          <dgm:bulletEnabled val="1"/>
        </dgm:presLayoutVars>
      </dgm:prSet>
      <dgm:spPr/>
    </dgm:pt>
    <dgm:pt modelId="{CDA58DB2-12A8-4F8D-9E3C-28342C5F14C4}" type="pres">
      <dgm:prSet presAssocID="{3DCA89B7-E275-40EF-8E02-50CB624720EB}" presName="childTextArrow" presStyleLbl="fgAccFollowNode1" presStyleIdx="11" presStyleCnt="13">
        <dgm:presLayoutVars>
          <dgm:bulletEnabled val="1"/>
        </dgm:presLayoutVars>
      </dgm:prSet>
      <dgm:spPr/>
    </dgm:pt>
    <dgm:pt modelId="{92F831BA-43C3-40A5-9945-8F5CC0A8FCC6}" type="pres">
      <dgm:prSet presAssocID="{1FF1A264-B2F9-49DF-AFA7-AB3AA1330C68}" presName="sp" presStyleCnt="0"/>
      <dgm:spPr/>
    </dgm:pt>
    <dgm:pt modelId="{547AB8B5-4AA2-4E8E-9F27-6A9AA52D1D2F}" type="pres">
      <dgm:prSet presAssocID="{30844DB8-776F-4741-83DA-E2D3DD1000BA}" presName="arrowAndChildren" presStyleCnt="0"/>
      <dgm:spPr/>
    </dgm:pt>
    <dgm:pt modelId="{8B81361F-4014-4A15-A021-D10FB8A7F969}" type="pres">
      <dgm:prSet presAssocID="{30844DB8-776F-4741-83DA-E2D3DD1000BA}" presName="parentTextArrow" presStyleLbl="node1" presStyleIdx="5" presStyleCnt="7"/>
      <dgm:spPr/>
    </dgm:pt>
    <dgm:pt modelId="{95286426-7F42-4FE7-B6E7-B444E5304F71}" type="pres">
      <dgm:prSet presAssocID="{30844DB8-776F-4741-83DA-E2D3DD1000BA}" presName="arrow" presStyleLbl="node1" presStyleIdx="6" presStyleCnt="7" custScaleY="62093" custLinFactNeighborX="-16461" custLinFactNeighborY="-46"/>
      <dgm:spPr/>
    </dgm:pt>
    <dgm:pt modelId="{01B847C3-3659-4D68-A1F4-AE894A6E5701}" type="pres">
      <dgm:prSet presAssocID="{30844DB8-776F-4741-83DA-E2D3DD1000BA}" presName="descendantArrow" presStyleCnt="0"/>
      <dgm:spPr/>
    </dgm:pt>
    <dgm:pt modelId="{C345F868-F0FA-4F64-9403-E9E355EBC2D2}" type="pres">
      <dgm:prSet presAssocID="{7287962C-2824-43BE-83EA-ECE5DBB3B11D}" presName="childTextArrow" presStyleLbl="fgAccFollowNode1" presStyleIdx="12" presStyleCnt="13">
        <dgm:presLayoutVars>
          <dgm:bulletEnabled val="1"/>
        </dgm:presLayoutVars>
      </dgm:prSet>
      <dgm:spPr/>
    </dgm:pt>
  </dgm:ptLst>
  <dgm:cxnLst>
    <dgm:cxn modelId="{E5358F09-BF9B-4263-A0BD-FB67BDF6DCCE}" type="presOf" srcId="{BA716E40-B94C-45EB-8B85-99601008989D}" destId="{4B9BDBDB-DE59-4F98-B719-55C1A3AEA21C}" srcOrd="1" destOrd="0" presId="urn:microsoft.com/office/officeart/2005/8/layout/process4"/>
    <dgm:cxn modelId="{A232F70A-F72F-4AD3-B3EF-A03954A4C499}" srcId="{C7765CED-E8B1-4CA5-B065-59AA9564DEC0}" destId="{4B887AE7-84B9-4702-ADBE-B5F3BAD0FDB0}" srcOrd="0" destOrd="0" parTransId="{E0E6F78B-67E1-4595-9637-1A02936E821C}" sibTransId="{F874AD26-FFD7-4DC4-B6F6-332406CEAB31}"/>
    <dgm:cxn modelId="{3055B80D-D98D-4590-977A-E3E40C91E091}" type="presOf" srcId="{3DCA89B7-E275-40EF-8E02-50CB624720EB}" destId="{CDA58DB2-12A8-4F8D-9E3C-28342C5F14C4}" srcOrd="0" destOrd="0" presId="urn:microsoft.com/office/officeart/2005/8/layout/process4"/>
    <dgm:cxn modelId="{CE40650F-70AA-4A57-9FF3-6F5149771978}" type="presOf" srcId="{BA716E40-B94C-45EB-8B85-99601008989D}" destId="{9C62B803-AB9D-4B46-929D-9DE3F517FCF1}" srcOrd="0" destOrd="0" presId="urn:microsoft.com/office/officeart/2005/8/layout/process4"/>
    <dgm:cxn modelId="{28ECEC14-99E7-4BEF-B855-86E728714321}" srcId="{B8206422-3524-48CB-B80C-2B0C22E314BD}" destId="{3DCA89B7-E275-40EF-8E02-50CB624720EB}" srcOrd="1" destOrd="0" parTransId="{5ADD0181-9FC5-4940-ACE1-42392218B640}" sibTransId="{14360CA7-4DC9-4EC7-8822-9B68A256FD58}"/>
    <dgm:cxn modelId="{C377EF16-F537-4FC4-9AEA-72F571F21690}" srcId="{0DA7D919-7FEF-495B-B529-607982E3C2B7}" destId="{0E933868-1562-4B6C-B4E4-8A37867A9B22}" srcOrd="1" destOrd="0" parTransId="{62112D4A-2EAA-4169-8D7D-0A7B2F97FA4F}" sibTransId="{06A54F93-0A4F-4992-AD50-8ACE5A840A03}"/>
    <dgm:cxn modelId="{11257619-849C-49C2-8B69-FE30ED885C68}" type="presOf" srcId="{9A7C40F9-8D4D-4EF6-86DB-1605A01CB49E}" destId="{BE8C424B-FE04-4B52-87A0-B10C59A3C1AC}" srcOrd="0" destOrd="0" presId="urn:microsoft.com/office/officeart/2005/8/layout/process4"/>
    <dgm:cxn modelId="{D283B81C-2802-4E21-B3DB-AC6ACB1BE2DD}" srcId="{C7765CED-E8B1-4CA5-B065-59AA9564DEC0}" destId="{52ABD3F9-1043-434F-B72F-7C87596ED087}" srcOrd="1" destOrd="0" parTransId="{59D78795-5937-4EE0-AEEA-ECACFD6DCDD5}" sibTransId="{25059442-7F94-4BE4-95E9-B30599153C4F}"/>
    <dgm:cxn modelId="{D3C3021D-954A-4B2D-A3A5-CD0EC2413778}" type="presOf" srcId="{F7A33AFC-BE04-478F-B67B-9C4AF15C1176}" destId="{B673B823-2818-4FAC-8329-B507B0BD467E}" srcOrd="0" destOrd="0" presId="urn:microsoft.com/office/officeart/2005/8/layout/process4"/>
    <dgm:cxn modelId="{5D4E3125-1918-4D20-80CC-4B33A644869D}" type="presOf" srcId="{58D87447-2C00-4EEE-B646-83A8C851945F}" destId="{99C90F4B-D865-4C9E-8A27-1AE3B7652D44}" srcOrd="0" destOrd="0" presId="urn:microsoft.com/office/officeart/2005/8/layout/process4"/>
    <dgm:cxn modelId="{0DCE4A28-F68E-41D0-8C6B-2A4AAD863945}" srcId="{2646753B-F19C-4318-BF6E-4C3D4075C59A}" destId="{0DA7D919-7FEF-495B-B529-607982E3C2B7}" srcOrd="4" destOrd="0" parTransId="{380316A4-E10D-4BAE-8184-E7BE354A4B3B}" sibTransId="{559ACF4E-3EEB-4845-9ABE-8A92318C1DED}"/>
    <dgm:cxn modelId="{B453955B-8CB4-49AC-86E8-D23686A93500}" type="presOf" srcId="{0CF181AE-3054-497B-BC2E-1549ED901EFB}" destId="{024A8176-A02D-4A1D-B96D-FE6A436A8CF4}" srcOrd="0" destOrd="0" presId="urn:microsoft.com/office/officeart/2005/8/layout/process4"/>
    <dgm:cxn modelId="{CCC1B15E-1F4F-4BD2-ACEB-7873D459968D}" type="presOf" srcId="{28D2E7A2-A22E-44FF-80AC-3752D96B8222}" destId="{443F459C-32CF-4200-B6D0-AA019D216B16}" srcOrd="1" destOrd="0" presId="urn:microsoft.com/office/officeart/2005/8/layout/process4"/>
    <dgm:cxn modelId="{E3E4B460-61C4-4280-B856-BF296F1DE9D5}" srcId="{2646753B-F19C-4318-BF6E-4C3D4075C59A}" destId="{B8206422-3524-48CB-B80C-2B0C22E314BD}" srcOrd="1" destOrd="0" parTransId="{B96CC52B-E83A-4CD4-9911-A23E5399E24A}" sibTransId="{4155228F-F05F-490D-AD7F-44067C11F89B}"/>
    <dgm:cxn modelId="{34FFB941-39B1-4171-8F58-450F9113B705}" type="presOf" srcId="{23F0D700-248C-4E65-9B42-649DE5A464EF}" destId="{DF3C1F71-8F54-4C96-8D23-185F4D9C2507}" srcOrd="1" destOrd="0" presId="urn:microsoft.com/office/officeart/2005/8/layout/process4"/>
    <dgm:cxn modelId="{5156C441-F6A0-4871-9827-28C6D37F6C81}" type="presOf" srcId="{28D2E7A2-A22E-44FF-80AC-3752D96B8222}" destId="{A658D9E1-F34A-4ADD-B9F4-833C4F194DED}" srcOrd="0" destOrd="0" presId="urn:microsoft.com/office/officeart/2005/8/layout/process4"/>
    <dgm:cxn modelId="{A66AF861-68CF-4643-ADC6-F0323905A8DA}" type="presOf" srcId="{B8206422-3524-48CB-B80C-2B0C22E314BD}" destId="{8BB1726A-1C04-4589-87F6-F3E7F1454743}" srcOrd="0" destOrd="0" presId="urn:microsoft.com/office/officeart/2005/8/layout/process4"/>
    <dgm:cxn modelId="{67E49D43-645C-4D2E-A265-E5024C414CE7}" type="presOf" srcId="{A27AEEDF-B342-494F-8A03-2B7045D359E7}" destId="{7342DC29-7D4D-4449-80FB-F1BAF8C8F8DE}" srcOrd="0" destOrd="0" presId="urn:microsoft.com/office/officeart/2005/8/layout/process4"/>
    <dgm:cxn modelId="{3E5BAB66-EE19-41AC-BCFF-6BFB47F8E6AB}" srcId="{2646753B-F19C-4318-BF6E-4C3D4075C59A}" destId="{C7765CED-E8B1-4CA5-B065-59AA9564DEC0}" srcOrd="2" destOrd="0" parTransId="{39ABE68D-3278-4161-A9C0-F05803D3FA85}" sibTransId="{A96FC06E-2AA6-49BA-A06F-54C03850DC86}"/>
    <dgm:cxn modelId="{A4704C68-B926-4220-9A49-3C5AF708DF2F}" srcId="{0DA7D919-7FEF-495B-B529-607982E3C2B7}" destId="{3A460D4B-0FBE-40D4-A51C-B86FC0CBAA31}" srcOrd="0" destOrd="0" parTransId="{3F6D5842-BC40-4F68-A0E7-E848DF56F4BD}" sibTransId="{40F96AF7-3F3B-42CD-837F-B673C44E5649}"/>
    <dgm:cxn modelId="{46F8996B-6BA9-4F51-A607-03F319064B86}" type="presOf" srcId="{0DA7D919-7FEF-495B-B529-607982E3C2B7}" destId="{8EBCE749-7FFB-4B80-B5DC-1BB47DCE407F}" srcOrd="1" destOrd="0" presId="urn:microsoft.com/office/officeart/2005/8/layout/process4"/>
    <dgm:cxn modelId="{CD09404F-06EA-4DAF-B44E-5B3DEE771FC3}" srcId="{23F0D700-248C-4E65-9B42-649DE5A464EF}" destId="{93C7BA54-FD71-4068-A205-E76930130F90}" srcOrd="0" destOrd="0" parTransId="{61C0B8B9-049D-4A09-8375-F93BABF4C43F}" sibTransId="{A3A99AFB-D720-47E9-A3FA-CFD5CE6F1E24}"/>
    <dgm:cxn modelId="{73179E50-D7FD-46EE-AD36-CBC754499562}" srcId="{B8206422-3524-48CB-B80C-2B0C22E314BD}" destId="{58D87447-2C00-4EEE-B646-83A8C851945F}" srcOrd="0" destOrd="0" parTransId="{D6B6E75C-8A22-4A0C-9726-E6EDC8BB700D}" sibTransId="{EBB5090B-9F36-4106-9377-BE7AFE19A905}"/>
    <dgm:cxn modelId="{EA8DC270-674A-4336-B04E-FC772AF5ACE3}" type="presOf" srcId="{23F0D700-248C-4E65-9B42-649DE5A464EF}" destId="{904B901A-04E1-46D9-85CE-74CC4349F45D}" srcOrd="0" destOrd="0" presId="urn:microsoft.com/office/officeart/2005/8/layout/process4"/>
    <dgm:cxn modelId="{2932B472-6114-4BBC-ABC3-C8AEAA405D6A}" srcId="{BA716E40-B94C-45EB-8B85-99601008989D}" destId="{A27AEEDF-B342-494F-8A03-2B7045D359E7}" srcOrd="0" destOrd="0" parTransId="{AB90CEC9-714E-41A8-9609-180B07EBC275}" sibTransId="{EE240AF6-8E75-4D88-9C90-D6C3B0341A2E}"/>
    <dgm:cxn modelId="{35F45A56-A3E9-437E-87A8-248CD81A2E3B}" type="presOf" srcId="{30844DB8-776F-4741-83DA-E2D3DD1000BA}" destId="{8B81361F-4014-4A15-A021-D10FB8A7F969}" srcOrd="0" destOrd="0" presId="urn:microsoft.com/office/officeart/2005/8/layout/process4"/>
    <dgm:cxn modelId="{AB847D59-1151-4BAF-8784-A1722EA16CC4}" srcId="{2646753B-F19C-4318-BF6E-4C3D4075C59A}" destId="{23F0D700-248C-4E65-9B42-649DE5A464EF}" srcOrd="5" destOrd="0" parTransId="{93256D74-ACFF-4CCF-9387-AB3EB226C16F}" sibTransId="{F6464F4C-ED77-44EA-98D0-C0E3AC4BBE81}"/>
    <dgm:cxn modelId="{06F8F484-59C6-424D-A25A-1FCF4AC03A4A}" type="presOf" srcId="{0E933868-1562-4B6C-B4E4-8A37867A9B22}" destId="{AA56D4DC-6399-4AB7-8D2C-6F38B6EBE105}" srcOrd="0" destOrd="0" presId="urn:microsoft.com/office/officeart/2005/8/layout/process4"/>
    <dgm:cxn modelId="{1D5BC688-AD7B-49EC-A264-FF2793E3E333}" type="presOf" srcId="{93C7BA54-FD71-4068-A205-E76930130F90}" destId="{C3C86291-D5C2-49D0-8D20-81EC951ED21B}" srcOrd="0" destOrd="0" presId="urn:microsoft.com/office/officeart/2005/8/layout/process4"/>
    <dgm:cxn modelId="{96733D8A-6882-4CDA-8B1A-53975A6E1313}" type="presOf" srcId="{52ABD3F9-1043-434F-B72F-7C87596ED087}" destId="{14AF8EE8-7A86-456D-8770-357E18F2F07C}" srcOrd="0" destOrd="0" presId="urn:microsoft.com/office/officeart/2005/8/layout/process4"/>
    <dgm:cxn modelId="{3D4DA58C-1A1C-422E-877B-45E16375B387}" srcId="{2646753B-F19C-4318-BF6E-4C3D4075C59A}" destId="{BA716E40-B94C-45EB-8B85-99601008989D}" srcOrd="3" destOrd="0" parTransId="{B6612092-DB27-4F72-901A-B256BAD68871}" sibTransId="{B5536F7F-42E6-4D45-9D34-E95A3FB72953}"/>
    <dgm:cxn modelId="{F2F04390-AA1D-4757-B60D-158FF9E54524}" type="presOf" srcId="{C7765CED-E8B1-4CA5-B065-59AA9564DEC0}" destId="{E4CAD5E2-00CB-4A24-B350-0B497EF46955}" srcOrd="0" destOrd="0" presId="urn:microsoft.com/office/officeart/2005/8/layout/process4"/>
    <dgm:cxn modelId="{97524692-290F-48E0-8627-0B83C1CA8E0C}" srcId="{23F0D700-248C-4E65-9B42-649DE5A464EF}" destId="{51BE1960-2CD6-4128-AC31-07FA460C5839}" srcOrd="1" destOrd="0" parTransId="{187CD04F-A0DC-456D-AA34-1FAF0C827D02}" sibTransId="{523199C2-7B7E-4E7B-B14B-769850D22E14}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4ACCD9A5-3425-48EB-A141-1C63DFED16DF}" type="presOf" srcId="{3A460D4B-0FBE-40D4-A51C-B86FC0CBAA31}" destId="{760A086D-0E9C-4A50-8C95-7035D3D5E518}" srcOrd="0" destOrd="0" presId="urn:microsoft.com/office/officeart/2005/8/layout/process4"/>
    <dgm:cxn modelId="{3F93E5AD-5F8F-44FF-A4F5-46419B940B86}" srcId="{BA716E40-B94C-45EB-8B85-99601008989D}" destId="{0CF181AE-3054-497B-BC2E-1549ED901EFB}" srcOrd="1" destOrd="0" parTransId="{5F20D6A6-0D1C-44E5-B53E-875FF1A5B901}" sibTransId="{01DF4BEE-3E64-4352-877D-98A84E726992}"/>
    <dgm:cxn modelId="{9DE877B8-5838-4DBA-8ABA-F24CC1A79C32}" type="presOf" srcId="{30844DB8-776F-4741-83DA-E2D3DD1000BA}" destId="{95286426-7F42-4FE7-B6E7-B444E5304F71}" srcOrd="1" destOrd="0" presId="urn:microsoft.com/office/officeart/2005/8/layout/process4"/>
    <dgm:cxn modelId="{E94B29B9-B23F-477A-8C9B-DE1E4E3BCBB0}" type="presOf" srcId="{4B887AE7-84B9-4702-ADBE-B5F3BAD0FDB0}" destId="{108324AE-8A87-4F92-AF48-C51F7603942D}" srcOrd="0" destOrd="0" presId="urn:microsoft.com/office/officeart/2005/8/layout/process4"/>
    <dgm:cxn modelId="{ABE60DC0-87E2-43B6-A998-FEF93C7364F3}" type="presOf" srcId="{0DA7D919-7FEF-495B-B529-607982E3C2B7}" destId="{C1B81B41-DE46-442B-900E-09EEBE249475}" srcOrd="0" destOrd="0" presId="urn:microsoft.com/office/officeart/2005/8/layout/process4"/>
    <dgm:cxn modelId="{4931CAC4-0885-4131-9094-BA0957F4006F}" type="presOf" srcId="{7287962C-2824-43BE-83EA-ECE5DBB3B11D}" destId="{C345F868-F0FA-4F64-9403-E9E355EBC2D2}" srcOrd="0" destOrd="0" presId="urn:microsoft.com/office/officeart/2005/8/layout/process4"/>
    <dgm:cxn modelId="{F86A02C9-D281-49AB-AABD-DF268DE93E0C}" type="presOf" srcId="{51BE1960-2CD6-4128-AC31-07FA460C5839}" destId="{56CE86E0-4C01-4701-9B7C-9ABA1DE8B1B9}" srcOrd="0" destOrd="0" presId="urn:microsoft.com/office/officeart/2005/8/layout/process4"/>
    <dgm:cxn modelId="{F43EA3D6-BCFE-4626-B4ED-EFF39E1796E1}" type="presOf" srcId="{B8206422-3524-48CB-B80C-2B0C22E314BD}" destId="{1981B64A-A7A4-4662-B7BA-11DDD876690E}" srcOrd="1" destOrd="0" presId="urn:microsoft.com/office/officeart/2005/8/layout/process4"/>
    <dgm:cxn modelId="{8A1AE5D6-BE56-43C8-BB6A-410112F9FEF6}" srcId="{28D2E7A2-A22E-44FF-80AC-3752D96B8222}" destId="{9A7C40F9-8D4D-4EF6-86DB-1605A01CB49E}" srcOrd="0" destOrd="0" parTransId="{84453DD1-2ACA-49DD-8115-D93BBE887AE4}" sibTransId="{26E98BE5-6511-41B2-A05C-2C643A80C522}"/>
    <dgm:cxn modelId="{7AE502D9-CD5E-4839-B96A-8AF86EC59A97}" srcId="{28D2E7A2-A22E-44FF-80AC-3752D96B8222}" destId="{F7A33AFC-BE04-478F-B67B-9C4AF15C1176}" srcOrd="1" destOrd="0" parTransId="{7C2726D0-73E5-4DB7-B850-1F18DF59FF73}" sibTransId="{AA6D49D3-E24D-4AA3-B839-7F12AD880B7B}"/>
    <dgm:cxn modelId="{4D9017F0-024C-423F-8A2A-D571CD9335A3}" srcId="{30844DB8-776F-4741-83DA-E2D3DD1000BA}" destId="{7287962C-2824-43BE-83EA-ECE5DBB3B11D}" srcOrd="0" destOrd="0" parTransId="{7416E494-D368-4EF2-99E5-2B6DB22403CE}" sibTransId="{2FFAC84B-B7C3-4D0C-92CD-7777D256D2E1}"/>
    <dgm:cxn modelId="{D7F30CF1-F816-4D10-B6E8-66EC97A46DD9}" type="presOf" srcId="{C7765CED-E8B1-4CA5-B065-59AA9564DEC0}" destId="{8BD40710-EC1B-4756-AF3F-079B500ABEFF}" srcOrd="1" destOrd="0" presId="urn:microsoft.com/office/officeart/2005/8/layout/process4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02DBBFFD-66F6-45D6-99D4-9D6C4C05569F}" srcId="{2646753B-F19C-4318-BF6E-4C3D4075C59A}" destId="{28D2E7A2-A22E-44FF-80AC-3752D96B8222}" srcOrd="6" destOrd="0" parTransId="{C75D849E-D0E3-4BA8-A475-3AB0D44DB765}" sibTransId="{A6029F94-57AF-40DC-A08B-05F950D52522}"/>
    <dgm:cxn modelId="{DD82711A-55AE-4C71-B656-361836281B46}" type="presParOf" srcId="{BB99D9C3-399F-4A17-85FC-E9BFB0C69C63}" destId="{77B5D535-2405-4000-A2DD-58018310FCD4}" srcOrd="0" destOrd="0" presId="urn:microsoft.com/office/officeart/2005/8/layout/process4"/>
    <dgm:cxn modelId="{396B755B-692B-4247-95B2-5D8C4F28E04E}" type="presParOf" srcId="{77B5D535-2405-4000-A2DD-58018310FCD4}" destId="{A658D9E1-F34A-4ADD-B9F4-833C4F194DED}" srcOrd="0" destOrd="0" presId="urn:microsoft.com/office/officeart/2005/8/layout/process4"/>
    <dgm:cxn modelId="{C491B595-0A47-4848-B137-8A6EDB5B81F9}" type="presParOf" srcId="{77B5D535-2405-4000-A2DD-58018310FCD4}" destId="{443F459C-32CF-4200-B6D0-AA019D216B16}" srcOrd="1" destOrd="0" presId="urn:microsoft.com/office/officeart/2005/8/layout/process4"/>
    <dgm:cxn modelId="{5F691388-DB6B-4E5E-81F6-209408373BE5}" type="presParOf" srcId="{77B5D535-2405-4000-A2DD-58018310FCD4}" destId="{15E0224E-4D9A-4462-9897-D88CE7494A9E}" srcOrd="2" destOrd="0" presId="urn:microsoft.com/office/officeart/2005/8/layout/process4"/>
    <dgm:cxn modelId="{63404658-46C0-4115-AA7A-18E632EFD41B}" type="presParOf" srcId="{15E0224E-4D9A-4462-9897-D88CE7494A9E}" destId="{BE8C424B-FE04-4B52-87A0-B10C59A3C1AC}" srcOrd="0" destOrd="0" presId="urn:microsoft.com/office/officeart/2005/8/layout/process4"/>
    <dgm:cxn modelId="{7419B2FC-1CB3-4272-B0FC-FAB14A327112}" type="presParOf" srcId="{15E0224E-4D9A-4462-9897-D88CE7494A9E}" destId="{B673B823-2818-4FAC-8329-B507B0BD467E}" srcOrd="1" destOrd="0" presId="urn:microsoft.com/office/officeart/2005/8/layout/process4"/>
    <dgm:cxn modelId="{5A15F425-250E-4056-A237-2FED3F60C7D3}" type="presParOf" srcId="{BB99D9C3-399F-4A17-85FC-E9BFB0C69C63}" destId="{F943FA7A-9A60-4E4E-8444-EBF71A9B48E1}" srcOrd="1" destOrd="0" presId="urn:microsoft.com/office/officeart/2005/8/layout/process4"/>
    <dgm:cxn modelId="{20718EB1-4332-4CB7-B41E-2638490B06EA}" type="presParOf" srcId="{BB99D9C3-399F-4A17-85FC-E9BFB0C69C63}" destId="{776D2384-83D5-4C3A-8EE5-1339471308DA}" srcOrd="2" destOrd="0" presId="urn:microsoft.com/office/officeart/2005/8/layout/process4"/>
    <dgm:cxn modelId="{0CCACE99-AC4B-4500-A86E-0745235D8337}" type="presParOf" srcId="{776D2384-83D5-4C3A-8EE5-1339471308DA}" destId="{904B901A-04E1-46D9-85CE-74CC4349F45D}" srcOrd="0" destOrd="0" presId="urn:microsoft.com/office/officeart/2005/8/layout/process4"/>
    <dgm:cxn modelId="{4C47C328-0C76-4ADF-9BBD-D32EF740C441}" type="presParOf" srcId="{776D2384-83D5-4C3A-8EE5-1339471308DA}" destId="{DF3C1F71-8F54-4C96-8D23-185F4D9C2507}" srcOrd="1" destOrd="0" presId="urn:microsoft.com/office/officeart/2005/8/layout/process4"/>
    <dgm:cxn modelId="{620CD016-4ABA-4CBB-89AC-2B8C62061255}" type="presParOf" srcId="{776D2384-83D5-4C3A-8EE5-1339471308DA}" destId="{5BBCCBC8-1141-40A1-97DC-A8E4DB7F2507}" srcOrd="2" destOrd="0" presId="urn:microsoft.com/office/officeart/2005/8/layout/process4"/>
    <dgm:cxn modelId="{09F8C5DD-8BF5-4DD6-A2A3-0519D900991F}" type="presParOf" srcId="{5BBCCBC8-1141-40A1-97DC-A8E4DB7F2507}" destId="{C3C86291-D5C2-49D0-8D20-81EC951ED21B}" srcOrd="0" destOrd="0" presId="urn:microsoft.com/office/officeart/2005/8/layout/process4"/>
    <dgm:cxn modelId="{A55A61C2-0D4A-4A67-95A7-F0F87D62F745}" type="presParOf" srcId="{5BBCCBC8-1141-40A1-97DC-A8E4DB7F2507}" destId="{56CE86E0-4C01-4701-9B7C-9ABA1DE8B1B9}" srcOrd="1" destOrd="0" presId="urn:microsoft.com/office/officeart/2005/8/layout/process4"/>
    <dgm:cxn modelId="{DC6B2B1C-FB5D-4438-AD11-B748C0E6C516}" type="presParOf" srcId="{BB99D9C3-399F-4A17-85FC-E9BFB0C69C63}" destId="{AA26690C-9748-400B-A076-70FA9BD013DF}" srcOrd="3" destOrd="0" presId="urn:microsoft.com/office/officeart/2005/8/layout/process4"/>
    <dgm:cxn modelId="{191590CD-8B98-4400-9867-BCA8CD732EB2}" type="presParOf" srcId="{BB99D9C3-399F-4A17-85FC-E9BFB0C69C63}" destId="{D50E3161-0C1B-4BC8-853F-755282CA70A1}" srcOrd="4" destOrd="0" presId="urn:microsoft.com/office/officeart/2005/8/layout/process4"/>
    <dgm:cxn modelId="{CBEF5E58-7870-46FF-9304-DEE087E9AF60}" type="presParOf" srcId="{D50E3161-0C1B-4BC8-853F-755282CA70A1}" destId="{C1B81B41-DE46-442B-900E-09EEBE249475}" srcOrd="0" destOrd="0" presId="urn:microsoft.com/office/officeart/2005/8/layout/process4"/>
    <dgm:cxn modelId="{1C5B6875-DAE1-4E48-BED2-BFC13A03E57F}" type="presParOf" srcId="{D50E3161-0C1B-4BC8-853F-755282CA70A1}" destId="{8EBCE749-7FFB-4B80-B5DC-1BB47DCE407F}" srcOrd="1" destOrd="0" presId="urn:microsoft.com/office/officeart/2005/8/layout/process4"/>
    <dgm:cxn modelId="{D912A448-1204-4D5F-813F-FB9F8F69BFFF}" type="presParOf" srcId="{D50E3161-0C1B-4BC8-853F-755282CA70A1}" destId="{91A01CF6-6CDD-428F-BAB7-51BF7FC13A6D}" srcOrd="2" destOrd="0" presId="urn:microsoft.com/office/officeart/2005/8/layout/process4"/>
    <dgm:cxn modelId="{026F8A52-03F5-4D15-B23E-DE76505F94BD}" type="presParOf" srcId="{91A01CF6-6CDD-428F-BAB7-51BF7FC13A6D}" destId="{760A086D-0E9C-4A50-8C95-7035D3D5E518}" srcOrd="0" destOrd="0" presId="urn:microsoft.com/office/officeart/2005/8/layout/process4"/>
    <dgm:cxn modelId="{568321A3-E1F9-46BC-9E81-F7F5572F94BB}" type="presParOf" srcId="{91A01CF6-6CDD-428F-BAB7-51BF7FC13A6D}" destId="{AA56D4DC-6399-4AB7-8D2C-6F38B6EBE105}" srcOrd="1" destOrd="0" presId="urn:microsoft.com/office/officeart/2005/8/layout/process4"/>
    <dgm:cxn modelId="{2534E52D-D32D-4C75-9B43-DBE72A3FD514}" type="presParOf" srcId="{BB99D9C3-399F-4A17-85FC-E9BFB0C69C63}" destId="{4EF352C8-70A4-41BA-908A-33B69ED63803}" srcOrd="5" destOrd="0" presId="urn:microsoft.com/office/officeart/2005/8/layout/process4"/>
    <dgm:cxn modelId="{19A8B74F-7C4E-418B-820F-BACB0CA129D5}" type="presParOf" srcId="{BB99D9C3-399F-4A17-85FC-E9BFB0C69C63}" destId="{A05CDE1C-B785-43EF-80BC-3BEB329F74FC}" srcOrd="6" destOrd="0" presId="urn:microsoft.com/office/officeart/2005/8/layout/process4"/>
    <dgm:cxn modelId="{D09AD2D6-E956-4B6F-A8CE-19C5EFAC4329}" type="presParOf" srcId="{A05CDE1C-B785-43EF-80BC-3BEB329F74FC}" destId="{9C62B803-AB9D-4B46-929D-9DE3F517FCF1}" srcOrd="0" destOrd="0" presId="urn:microsoft.com/office/officeart/2005/8/layout/process4"/>
    <dgm:cxn modelId="{48F65BBD-BDC8-4E8C-BFEE-95EA3F511F0F}" type="presParOf" srcId="{A05CDE1C-B785-43EF-80BC-3BEB329F74FC}" destId="{4B9BDBDB-DE59-4F98-B719-55C1A3AEA21C}" srcOrd="1" destOrd="0" presId="urn:microsoft.com/office/officeart/2005/8/layout/process4"/>
    <dgm:cxn modelId="{2144DF52-9472-4000-94FA-62F71B5E791A}" type="presParOf" srcId="{A05CDE1C-B785-43EF-80BC-3BEB329F74FC}" destId="{6DC6E746-AC9A-482E-939C-F4AC3FC35736}" srcOrd="2" destOrd="0" presId="urn:microsoft.com/office/officeart/2005/8/layout/process4"/>
    <dgm:cxn modelId="{CF5599C2-AFE7-4508-B239-5BE880CB47EC}" type="presParOf" srcId="{6DC6E746-AC9A-482E-939C-F4AC3FC35736}" destId="{7342DC29-7D4D-4449-80FB-F1BAF8C8F8DE}" srcOrd="0" destOrd="0" presId="urn:microsoft.com/office/officeart/2005/8/layout/process4"/>
    <dgm:cxn modelId="{906828F9-14E0-4B0A-AF2E-E987E9BD78DD}" type="presParOf" srcId="{6DC6E746-AC9A-482E-939C-F4AC3FC35736}" destId="{024A8176-A02D-4A1D-B96D-FE6A436A8CF4}" srcOrd="1" destOrd="0" presId="urn:microsoft.com/office/officeart/2005/8/layout/process4"/>
    <dgm:cxn modelId="{E69DDF33-287E-4832-A903-14146D8103E1}" type="presParOf" srcId="{BB99D9C3-399F-4A17-85FC-E9BFB0C69C63}" destId="{C13C4FC0-60A8-462B-AACF-856A77F06A64}" srcOrd="7" destOrd="0" presId="urn:microsoft.com/office/officeart/2005/8/layout/process4"/>
    <dgm:cxn modelId="{EA4F6E64-28DA-4A74-ABCA-B1C43FC40966}" type="presParOf" srcId="{BB99D9C3-399F-4A17-85FC-E9BFB0C69C63}" destId="{16FE90BF-3088-45B0-8D0F-C9A62F5DED0C}" srcOrd="8" destOrd="0" presId="urn:microsoft.com/office/officeart/2005/8/layout/process4"/>
    <dgm:cxn modelId="{C0B31A9D-26B7-44B3-BF71-CE2C85398206}" type="presParOf" srcId="{16FE90BF-3088-45B0-8D0F-C9A62F5DED0C}" destId="{E4CAD5E2-00CB-4A24-B350-0B497EF46955}" srcOrd="0" destOrd="0" presId="urn:microsoft.com/office/officeart/2005/8/layout/process4"/>
    <dgm:cxn modelId="{12754652-6788-4513-BAC9-AAAE874C3FCA}" type="presParOf" srcId="{16FE90BF-3088-45B0-8D0F-C9A62F5DED0C}" destId="{8BD40710-EC1B-4756-AF3F-079B500ABEFF}" srcOrd="1" destOrd="0" presId="urn:microsoft.com/office/officeart/2005/8/layout/process4"/>
    <dgm:cxn modelId="{8B48D904-5405-4442-BB34-68B7D009CEFC}" type="presParOf" srcId="{16FE90BF-3088-45B0-8D0F-C9A62F5DED0C}" destId="{D1445AAB-689E-430E-892B-AC4D7486A8E2}" srcOrd="2" destOrd="0" presId="urn:microsoft.com/office/officeart/2005/8/layout/process4"/>
    <dgm:cxn modelId="{86370FCF-43E8-4855-84B8-8554AC5117CF}" type="presParOf" srcId="{D1445AAB-689E-430E-892B-AC4D7486A8E2}" destId="{108324AE-8A87-4F92-AF48-C51F7603942D}" srcOrd="0" destOrd="0" presId="urn:microsoft.com/office/officeart/2005/8/layout/process4"/>
    <dgm:cxn modelId="{2206EB89-3E53-488C-92C5-1D369E076691}" type="presParOf" srcId="{D1445AAB-689E-430E-892B-AC4D7486A8E2}" destId="{14AF8EE8-7A86-456D-8770-357E18F2F07C}" srcOrd="1" destOrd="0" presId="urn:microsoft.com/office/officeart/2005/8/layout/process4"/>
    <dgm:cxn modelId="{7D8D412D-2313-40F1-9F4E-135E4934266B}" type="presParOf" srcId="{BB99D9C3-399F-4A17-85FC-E9BFB0C69C63}" destId="{97E2A366-191F-48FC-8442-5AD0C1A529D0}" srcOrd="9" destOrd="0" presId="urn:microsoft.com/office/officeart/2005/8/layout/process4"/>
    <dgm:cxn modelId="{430C0D04-8B87-4DFE-B0D7-7BD4DBF2AE0B}" type="presParOf" srcId="{BB99D9C3-399F-4A17-85FC-E9BFB0C69C63}" destId="{731BDFC3-59E1-4723-8B75-B1C639E945D0}" srcOrd="10" destOrd="0" presId="urn:microsoft.com/office/officeart/2005/8/layout/process4"/>
    <dgm:cxn modelId="{AB121BF9-821A-418D-A48A-9FC73B1E304B}" type="presParOf" srcId="{731BDFC3-59E1-4723-8B75-B1C639E945D0}" destId="{8BB1726A-1C04-4589-87F6-F3E7F1454743}" srcOrd="0" destOrd="0" presId="urn:microsoft.com/office/officeart/2005/8/layout/process4"/>
    <dgm:cxn modelId="{BF2F7F23-477C-43C4-88BD-C9855F5DC58E}" type="presParOf" srcId="{731BDFC3-59E1-4723-8B75-B1C639E945D0}" destId="{1981B64A-A7A4-4662-B7BA-11DDD876690E}" srcOrd="1" destOrd="0" presId="urn:microsoft.com/office/officeart/2005/8/layout/process4"/>
    <dgm:cxn modelId="{307B20DF-E800-4AEF-885A-55C3B6580C3A}" type="presParOf" srcId="{731BDFC3-59E1-4723-8B75-B1C639E945D0}" destId="{6CC10176-A977-4430-B7F0-11D947019F3F}" srcOrd="2" destOrd="0" presId="urn:microsoft.com/office/officeart/2005/8/layout/process4"/>
    <dgm:cxn modelId="{248ED912-10B4-4D68-A380-2A0717D0A7BA}" type="presParOf" srcId="{6CC10176-A977-4430-B7F0-11D947019F3F}" destId="{99C90F4B-D865-4C9E-8A27-1AE3B7652D44}" srcOrd="0" destOrd="0" presId="urn:microsoft.com/office/officeart/2005/8/layout/process4"/>
    <dgm:cxn modelId="{800D5C13-83F0-45D4-A8B9-42E4B3BB42C1}" type="presParOf" srcId="{6CC10176-A977-4430-B7F0-11D947019F3F}" destId="{CDA58DB2-12A8-4F8D-9E3C-28342C5F14C4}" srcOrd="1" destOrd="0" presId="urn:microsoft.com/office/officeart/2005/8/layout/process4"/>
    <dgm:cxn modelId="{7292DC68-BA86-4291-870B-3A37179361AD}" type="presParOf" srcId="{BB99D9C3-399F-4A17-85FC-E9BFB0C69C63}" destId="{92F831BA-43C3-40A5-9945-8F5CC0A8FCC6}" srcOrd="11" destOrd="0" presId="urn:microsoft.com/office/officeart/2005/8/layout/process4"/>
    <dgm:cxn modelId="{8AAD6646-E1A0-450B-B2F2-32A6491DF5F7}" type="presParOf" srcId="{BB99D9C3-399F-4A17-85FC-E9BFB0C69C63}" destId="{547AB8B5-4AA2-4E8E-9F27-6A9AA52D1D2F}" srcOrd="12" destOrd="0" presId="urn:microsoft.com/office/officeart/2005/8/layout/process4"/>
    <dgm:cxn modelId="{AF94CE96-E1C9-4479-A3F9-F73736E55900}" type="presParOf" srcId="{547AB8B5-4AA2-4E8E-9F27-6A9AA52D1D2F}" destId="{8B81361F-4014-4A15-A021-D10FB8A7F969}" srcOrd="0" destOrd="0" presId="urn:microsoft.com/office/officeart/2005/8/layout/process4"/>
    <dgm:cxn modelId="{555D8F10-6DBC-4BE7-98ED-9EDB0BBC5D0E}" type="presParOf" srcId="{547AB8B5-4AA2-4E8E-9F27-6A9AA52D1D2F}" destId="{95286426-7F42-4FE7-B6E7-B444E5304F71}" srcOrd="1" destOrd="0" presId="urn:microsoft.com/office/officeart/2005/8/layout/process4"/>
    <dgm:cxn modelId="{D13A15F7-283E-4DC9-B30C-3A3639F47DC6}" type="presParOf" srcId="{547AB8B5-4AA2-4E8E-9F27-6A9AA52D1D2F}" destId="{01B847C3-3659-4D68-A1F4-AE894A6E5701}" srcOrd="2" destOrd="0" presId="urn:microsoft.com/office/officeart/2005/8/layout/process4"/>
    <dgm:cxn modelId="{0C405344-4587-4770-8F56-F8AB6397E96B}" type="presParOf" srcId="{01B847C3-3659-4D68-A1F4-AE894A6E5701}" destId="{C345F868-F0FA-4F64-9403-E9E355EBC2D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200" dirty="0"/>
            <a:t>Input Layer</a:t>
          </a:r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9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900"/>
        </a:p>
      </dgm:t>
    </dgm:pt>
    <dgm:pt modelId="{7287962C-2824-43BE-83EA-ECE5DBB3B11D}">
      <dgm:prSet phldrT="[Text]" custT="1"/>
      <dgm:spPr/>
      <dgm:t>
        <a:bodyPr/>
        <a:lstStyle/>
        <a:p>
          <a:r>
            <a:rPr lang="en-US" sz="1100" dirty="0"/>
            <a:t>Output Shape: (None, 224,224,3)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9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900"/>
        </a:p>
      </dgm:t>
    </dgm:pt>
    <dgm:pt modelId="{B8206422-3524-48CB-B80C-2B0C22E314BD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200" dirty="0"/>
            <a:t>DenseNet121</a:t>
          </a:r>
        </a:p>
      </dgm:t>
    </dgm:pt>
    <dgm:pt modelId="{B96CC52B-E83A-4CD4-9911-A23E5399E24A}" type="parTrans" cxnId="{E3E4B460-61C4-4280-B856-BF296F1DE9D5}">
      <dgm:prSet/>
      <dgm:spPr/>
      <dgm:t>
        <a:bodyPr/>
        <a:lstStyle/>
        <a:p>
          <a:endParaRPr lang="en-US" sz="900"/>
        </a:p>
      </dgm:t>
    </dgm:pt>
    <dgm:pt modelId="{4155228F-F05F-490D-AD7F-44067C11F89B}" type="sibTrans" cxnId="{E3E4B460-61C4-4280-B856-BF296F1DE9D5}">
      <dgm:prSet/>
      <dgm:spPr/>
      <dgm:t>
        <a:bodyPr/>
        <a:lstStyle/>
        <a:p>
          <a:endParaRPr lang="en-US" sz="900"/>
        </a:p>
      </dgm:t>
    </dgm:pt>
    <dgm:pt modelId="{58D87447-2C00-4EEE-B646-83A8C851945F}">
      <dgm:prSet phldrT="[Text]" custT="1"/>
      <dgm:spPr/>
      <dgm:t>
        <a:bodyPr/>
        <a:lstStyle/>
        <a:p>
          <a:r>
            <a:rPr lang="en-US" sz="1100" dirty="0"/>
            <a:t>Input Shape: (None, 224,224,3)</a:t>
          </a:r>
        </a:p>
      </dgm:t>
    </dgm:pt>
    <dgm:pt modelId="{D6B6E75C-8A22-4A0C-9726-E6EDC8BB700D}" type="parTrans" cxnId="{73179E50-D7FD-46EE-AD36-CBC754499562}">
      <dgm:prSet/>
      <dgm:spPr/>
      <dgm:t>
        <a:bodyPr/>
        <a:lstStyle/>
        <a:p>
          <a:endParaRPr lang="en-US" sz="900"/>
        </a:p>
      </dgm:t>
    </dgm:pt>
    <dgm:pt modelId="{EBB5090B-9F36-4106-9377-BE7AFE19A905}" type="sibTrans" cxnId="{73179E50-D7FD-46EE-AD36-CBC754499562}">
      <dgm:prSet/>
      <dgm:spPr/>
      <dgm:t>
        <a:bodyPr/>
        <a:lstStyle/>
        <a:p>
          <a:endParaRPr lang="en-US" sz="900"/>
        </a:p>
      </dgm:t>
    </dgm:pt>
    <dgm:pt modelId="{C7765CED-E8B1-4CA5-B065-59AA9564DEC0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en-US" sz="1200" dirty="0"/>
            <a:t>Global AveragePooling2D</a:t>
          </a:r>
        </a:p>
      </dgm:t>
    </dgm:pt>
    <dgm:pt modelId="{39ABE68D-3278-4161-A9C0-F05803D3FA85}" type="parTrans" cxnId="{3E5BAB66-EE19-41AC-BCFF-6BFB47F8E6AB}">
      <dgm:prSet/>
      <dgm:spPr/>
      <dgm:t>
        <a:bodyPr/>
        <a:lstStyle/>
        <a:p>
          <a:endParaRPr lang="en-US" sz="900"/>
        </a:p>
      </dgm:t>
    </dgm:pt>
    <dgm:pt modelId="{A96FC06E-2AA6-49BA-A06F-54C03850DC86}" type="sibTrans" cxnId="{3E5BAB66-EE19-41AC-BCFF-6BFB47F8E6AB}">
      <dgm:prSet/>
      <dgm:spPr/>
      <dgm:t>
        <a:bodyPr/>
        <a:lstStyle/>
        <a:p>
          <a:endParaRPr lang="en-US" sz="900"/>
        </a:p>
      </dgm:t>
    </dgm:pt>
    <dgm:pt modelId="{4B887AE7-84B9-4702-ADBE-B5F3BAD0FDB0}">
      <dgm:prSet phldrT="[Text]" custT="1"/>
      <dgm:spPr/>
      <dgm:t>
        <a:bodyPr/>
        <a:lstStyle/>
        <a:p>
          <a:r>
            <a:rPr lang="en-US" sz="1100" dirty="0"/>
            <a:t>Input shape: (None, 7, 7, 1024)</a:t>
          </a:r>
        </a:p>
      </dgm:t>
    </dgm:pt>
    <dgm:pt modelId="{E0E6F78B-67E1-4595-9637-1A02936E821C}" type="parTrans" cxnId="{A232F70A-F72F-4AD3-B3EF-A03954A4C499}">
      <dgm:prSet/>
      <dgm:spPr/>
      <dgm:t>
        <a:bodyPr/>
        <a:lstStyle/>
        <a:p>
          <a:endParaRPr lang="en-US" sz="900"/>
        </a:p>
      </dgm:t>
    </dgm:pt>
    <dgm:pt modelId="{F874AD26-FFD7-4DC4-B6F6-332406CEAB31}" type="sibTrans" cxnId="{A232F70A-F72F-4AD3-B3EF-A03954A4C499}">
      <dgm:prSet/>
      <dgm:spPr/>
      <dgm:t>
        <a:bodyPr/>
        <a:lstStyle/>
        <a:p>
          <a:endParaRPr lang="en-US" sz="900"/>
        </a:p>
      </dgm:t>
    </dgm:pt>
    <dgm:pt modelId="{BA716E40-B94C-45EB-8B85-99601008989D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200" dirty="0"/>
            <a:t>Dropout(0.4)</a:t>
          </a:r>
        </a:p>
      </dgm:t>
    </dgm:pt>
    <dgm:pt modelId="{B6612092-DB27-4F72-901A-B256BAD68871}" type="parTrans" cxnId="{3D4DA58C-1A1C-422E-877B-45E16375B387}">
      <dgm:prSet/>
      <dgm:spPr/>
      <dgm:t>
        <a:bodyPr/>
        <a:lstStyle/>
        <a:p>
          <a:endParaRPr lang="en-US" sz="900"/>
        </a:p>
      </dgm:t>
    </dgm:pt>
    <dgm:pt modelId="{B5536F7F-42E6-4D45-9D34-E95A3FB72953}" type="sibTrans" cxnId="{3D4DA58C-1A1C-422E-877B-45E16375B387}">
      <dgm:prSet/>
      <dgm:spPr/>
      <dgm:t>
        <a:bodyPr/>
        <a:lstStyle/>
        <a:p>
          <a:endParaRPr lang="en-US" sz="900"/>
        </a:p>
      </dgm:t>
    </dgm:pt>
    <dgm:pt modelId="{0DA7D919-7FEF-495B-B529-607982E3C2B7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en-US" sz="1200" dirty="0"/>
            <a:t>Dense (Activation: </a:t>
          </a:r>
          <a:r>
            <a:rPr lang="en-US" sz="1200" dirty="0" err="1"/>
            <a:t>relu</a:t>
          </a:r>
          <a:r>
            <a:rPr lang="en-US" sz="1200" dirty="0"/>
            <a:t>)</a:t>
          </a:r>
        </a:p>
      </dgm:t>
    </dgm:pt>
    <dgm:pt modelId="{380316A4-E10D-4BAE-8184-E7BE354A4B3B}" type="parTrans" cxnId="{0DCE4A28-F68E-41D0-8C6B-2A4AAD863945}">
      <dgm:prSet/>
      <dgm:spPr/>
      <dgm:t>
        <a:bodyPr/>
        <a:lstStyle/>
        <a:p>
          <a:endParaRPr lang="en-US" sz="900"/>
        </a:p>
      </dgm:t>
    </dgm:pt>
    <dgm:pt modelId="{559ACF4E-3EEB-4845-9ABE-8A92318C1DED}" type="sibTrans" cxnId="{0DCE4A28-F68E-41D0-8C6B-2A4AAD863945}">
      <dgm:prSet/>
      <dgm:spPr/>
      <dgm:t>
        <a:bodyPr/>
        <a:lstStyle/>
        <a:p>
          <a:endParaRPr lang="en-US" sz="900"/>
        </a:p>
      </dgm:t>
    </dgm:pt>
    <dgm:pt modelId="{3A460D4B-0FBE-40D4-A51C-B86FC0CBAA31}">
      <dgm:prSet phldrT="[Text]" custT="1"/>
      <dgm:spPr/>
      <dgm:t>
        <a:bodyPr/>
        <a:lstStyle/>
        <a:p>
          <a:r>
            <a:rPr lang="en-US" sz="1100" dirty="0"/>
            <a:t>Input shape: (None, 1024)</a:t>
          </a:r>
        </a:p>
      </dgm:t>
    </dgm:pt>
    <dgm:pt modelId="{3F6D5842-BC40-4F68-A0E7-E848DF56F4BD}" type="parTrans" cxnId="{A4704C68-B926-4220-9A49-3C5AF708DF2F}">
      <dgm:prSet/>
      <dgm:spPr/>
      <dgm:t>
        <a:bodyPr/>
        <a:lstStyle/>
        <a:p>
          <a:endParaRPr lang="en-US" sz="900"/>
        </a:p>
      </dgm:t>
    </dgm:pt>
    <dgm:pt modelId="{40F96AF7-3F3B-42CD-837F-B673C44E5649}" type="sibTrans" cxnId="{A4704C68-B926-4220-9A49-3C5AF708DF2F}">
      <dgm:prSet/>
      <dgm:spPr/>
      <dgm:t>
        <a:bodyPr/>
        <a:lstStyle/>
        <a:p>
          <a:endParaRPr lang="en-US" sz="900"/>
        </a:p>
      </dgm:t>
    </dgm:pt>
    <dgm:pt modelId="{3DCA89B7-E275-40EF-8E02-50CB624720EB}">
      <dgm:prSet phldrT="[Text]" custT="1"/>
      <dgm:spPr/>
      <dgm:t>
        <a:bodyPr/>
        <a:lstStyle/>
        <a:p>
          <a:r>
            <a:rPr lang="en-US" sz="1100" dirty="0"/>
            <a:t>Output Shape: (None, 7, 7 ,1024)</a:t>
          </a:r>
        </a:p>
      </dgm:t>
    </dgm:pt>
    <dgm:pt modelId="{5ADD0181-9FC5-4940-ACE1-42392218B640}" type="parTrans" cxnId="{28ECEC14-99E7-4BEF-B855-86E728714321}">
      <dgm:prSet/>
      <dgm:spPr/>
      <dgm:t>
        <a:bodyPr/>
        <a:lstStyle/>
        <a:p>
          <a:endParaRPr lang="en-US" sz="900"/>
        </a:p>
      </dgm:t>
    </dgm:pt>
    <dgm:pt modelId="{14360CA7-4DC9-4EC7-8822-9B68A256FD58}" type="sibTrans" cxnId="{28ECEC14-99E7-4BEF-B855-86E728714321}">
      <dgm:prSet/>
      <dgm:spPr/>
      <dgm:t>
        <a:bodyPr/>
        <a:lstStyle/>
        <a:p>
          <a:endParaRPr lang="en-US" sz="900"/>
        </a:p>
      </dgm:t>
    </dgm:pt>
    <dgm:pt modelId="{52ABD3F9-1043-434F-B72F-7C87596ED087}">
      <dgm:prSet phldrT="[Text]" custT="1"/>
      <dgm:spPr/>
      <dgm:t>
        <a:bodyPr/>
        <a:lstStyle/>
        <a:p>
          <a:r>
            <a:rPr lang="en-US" sz="1100" dirty="0"/>
            <a:t>Output shape: (None, 1024)</a:t>
          </a:r>
        </a:p>
      </dgm:t>
    </dgm:pt>
    <dgm:pt modelId="{59D78795-5937-4EE0-AEEA-ECACFD6DCDD5}" type="parTrans" cxnId="{D283B81C-2802-4E21-B3DB-AC6ACB1BE2DD}">
      <dgm:prSet/>
      <dgm:spPr/>
      <dgm:t>
        <a:bodyPr/>
        <a:lstStyle/>
        <a:p>
          <a:endParaRPr lang="en-US" sz="900"/>
        </a:p>
      </dgm:t>
    </dgm:pt>
    <dgm:pt modelId="{25059442-7F94-4BE4-95E9-B30599153C4F}" type="sibTrans" cxnId="{D283B81C-2802-4E21-B3DB-AC6ACB1BE2DD}">
      <dgm:prSet/>
      <dgm:spPr/>
      <dgm:t>
        <a:bodyPr/>
        <a:lstStyle/>
        <a:p>
          <a:endParaRPr lang="en-US" sz="900"/>
        </a:p>
      </dgm:t>
    </dgm:pt>
    <dgm:pt modelId="{A27AEEDF-B342-494F-8A03-2B7045D359E7}">
      <dgm:prSet phldrT="[Text]" custT="1"/>
      <dgm:spPr/>
      <dgm:t>
        <a:bodyPr/>
        <a:lstStyle/>
        <a:p>
          <a:r>
            <a:rPr lang="en-US" sz="1100" dirty="0"/>
            <a:t>Input shape: (None, 1024)</a:t>
          </a:r>
        </a:p>
      </dgm:t>
    </dgm:pt>
    <dgm:pt modelId="{AB90CEC9-714E-41A8-9609-180B07EBC275}" type="parTrans" cxnId="{2932B472-6114-4BBC-ABC3-C8AEAA405D6A}">
      <dgm:prSet/>
      <dgm:spPr/>
      <dgm:t>
        <a:bodyPr/>
        <a:lstStyle/>
        <a:p>
          <a:endParaRPr lang="en-US" sz="900"/>
        </a:p>
      </dgm:t>
    </dgm:pt>
    <dgm:pt modelId="{EE240AF6-8E75-4D88-9C90-D6C3B0341A2E}" type="sibTrans" cxnId="{2932B472-6114-4BBC-ABC3-C8AEAA405D6A}">
      <dgm:prSet/>
      <dgm:spPr/>
      <dgm:t>
        <a:bodyPr/>
        <a:lstStyle/>
        <a:p>
          <a:endParaRPr lang="en-US" sz="900"/>
        </a:p>
      </dgm:t>
    </dgm:pt>
    <dgm:pt modelId="{0CF181AE-3054-497B-BC2E-1549ED901EFB}">
      <dgm:prSet phldrT="[Text]" custT="1"/>
      <dgm:spPr/>
      <dgm:t>
        <a:bodyPr/>
        <a:lstStyle/>
        <a:p>
          <a:r>
            <a:rPr lang="en-US" sz="1100" dirty="0"/>
            <a:t>Output shape: (None, 1024)</a:t>
          </a:r>
        </a:p>
      </dgm:t>
    </dgm:pt>
    <dgm:pt modelId="{5F20D6A6-0D1C-44E5-B53E-875FF1A5B901}" type="parTrans" cxnId="{3F93E5AD-5F8F-44FF-A4F5-46419B940B86}">
      <dgm:prSet/>
      <dgm:spPr/>
      <dgm:t>
        <a:bodyPr/>
        <a:lstStyle/>
        <a:p>
          <a:endParaRPr lang="en-US" sz="900"/>
        </a:p>
      </dgm:t>
    </dgm:pt>
    <dgm:pt modelId="{01DF4BEE-3E64-4352-877D-98A84E726992}" type="sibTrans" cxnId="{3F93E5AD-5F8F-44FF-A4F5-46419B940B86}">
      <dgm:prSet/>
      <dgm:spPr/>
      <dgm:t>
        <a:bodyPr/>
        <a:lstStyle/>
        <a:p>
          <a:endParaRPr lang="en-US" sz="900"/>
        </a:p>
      </dgm:t>
    </dgm:pt>
    <dgm:pt modelId="{0E933868-1562-4B6C-B4E4-8A37867A9B22}">
      <dgm:prSet phldrT="[Text]" custT="1"/>
      <dgm:spPr/>
      <dgm:t>
        <a:bodyPr/>
        <a:lstStyle/>
        <a:p>
          <a:r>
            <a:rPr lang="en-US" sz="1100" dirty="0"/>
            <a:t>Output shape: (None, 256)</a:t>
          </a:r>
        </a:p>
      </dgm:t>
    </dgm:pt>
    <dgm:pt modelId="{62112D4A-2EAA-4169-8D7D-0A7B2F97FA4F}" type="parTrans" cxnId="{C377EF16-F537-4FC4-9AEA-72F571F21690}">
      <dgm:prSet/>
      <dgm:spPr/>
      <dgm:t>
        <a:bodyPr/>
        <a:lstStyle/>
        <a:p>
          <a:endParaRPr lang="en-US" sz="900"/>
        </a:p>
      </dgm:t>
    </dgm:pt>
    <dgm:pt modelId="{06A54F93-0A4F-4992-AD50-8ACE5A840A03}" type="sibTrans" cxnId="{C377EF16-F537-4FC4-9AEA-72F571F21690}">
      <dgm:prSet/>
      <dgm:spPr/>
      <dgm:t>
        <a:bodyPr/>
        <a:lstStyle/>
        <a:p>
          <a:endParaRPr lang="en-US" sz="900"/>
        </a:p>
      </dgm:t>
    </dgm:pt>
    <dgm:pt modelId="{28D2E7A2-A22E-44FF-80AC-3752D96B8222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200" dirty="0"/>
            <a:t>Dense (Activation: </a:t>
          </a:r>
          <a:r>
            <a:rPr lang="en-US" sz="1200" dirty="0" err="1"/>
            <a:t>softmax</a:t>
          </a:r>
          <a:r>
            <a:rPr lang="en-US" sz="1200" dirty="0"/>
            <a:t>)</a:t>
          </a:r>
        </a:p>
      </dgm:t>
    </dgm:pt>
    <dgm:pt modelId="{C75D849E-D0E3-4BA8-A475-3AB0D44DB765}" type="parTrans" cxnId="{02DBBFFD-66F6-45D6-99D4-9D6C4C05569F}">
      <dgm:prSet/>
      <dgm:spPr/>
      <dgm:t>
        <a:bodyPr/>
        <a:lstStyle/>
        <a:p>
          <a:endParaRPr lang="en-US" sz="900"/>
        </a:p>
      </dgm:t>
    </dgm:pt>
    <dgm:pt modelId="{A6029F94-57AF-40DC-A08B-05F950D52522}" type="sibTrans" cxnId="{02DBBFFD-66F6-45D6-99D4-9D6C4C05569F}">
      <dgm:prSet/>
      <dgm:spPr/>
      <dgm:t>
        <a:bodyPr/>
        <a:lstStyle/>
        <a:p>
          <a:endParaRPr lang="en-US" sz="900"/>
        </a:p>
      </dgm:t>
    </dgm:pt>
    <dgm:pt modelId="{9A7C40F9-8D4D-4EF6-86DB-1605A01CB49E}">
      <dgm:prSet phldrT="[Text]" custT="1"/>
      <dgm:spPr/>
      <dgm:t>
        <a:bodyPr/>
        <a:lstStyle/>
        <a:p>
          <a:r>
            <a:rPr lang="en-US" sz="1100" dirty="0"/>
            <a:t>Input shape: (None, 256)</a:t>
          </a:r>
        </a:p>
      </dgm:t>
    </dgm:pt>
    <dgm:pt modelId="{84453DD1-2ACA-49DD-8115-D93BBE887AE4}" type="parTrans" cxnId="{8A1AE5D6-BE56-43C8-BB6A-410112F9FEF6}">
      <dgm:prSet/>
      <dgm:spPr/>
      <dgm:t>
        <a:bodyPr/>
        <a:lstStyle/>
        <a:p>
          <a:endParaRPr lang="en-US" sz="900"/>
        </a:p>
      </dgm:t>
    </dgm:pt>
    <dgm:pt modelId="{26E98BE5-6511-41B2-A05C-2C643A80C522}" type="sibTrans" cxnId="{8A1AE5D6-BE56-43C8-BB6A-410112F9FEF6}">
      <dgm:prSet/>
      <dgm:spPr/>
      <dgm:t>
        <a:bodyPr/>
        <a:lstStyle/>
        <a:p>
          <a:endParaRPr lang="en-US" sz="900"/>
        </a:p>
      </dgm:t>
    </dgm:pt>
    <dgm:pt modelId="{F7A33AFC-BE04-478F-B67B-9C4AF15C1176}">
      <dgm:prSet phldrT="[Text]" custT="1"/>
      <dgm:spPr/>
      <dgm:t>
        <a:bodyPr/>
        <a:lstStyle/>
        <a:p>
          <a:r>
            <a:rPr lang="en-US" sz="1100" dirty="0"/>
            <a:t>Output shape: (None, 4)</a:t>
          </a:r>
        </a:p>
      </dgm:t>
    </dgm:pt>
    <dgm:pt modelId="{7C2726D0-73E5-4DB7-B850-1F18DF59FF73}" type="parTrans" cxnId="{7AE502D9-CD5E-4839-B96A-8AF86EC59A97}">
      <dgm:prSet/>
      <dgm:spPr/>
      <dgm:t>
        <a:bodyPr/>
        <a:lstStyle/>
        <a:p>
          <a:endParaRPr lang="en-US" sz="900"/>
        </a:p>
      </dgm:t>
    </dgm:pt>
    <dgm:pt modelId="{AA6D49D3-E24D-4AA3-B839-7F12AD880B7B}" type="sibTrans" cxnId="{7AE502D9-CD5E-4839-B96A-8AF86EC59A97}">
      <dgm:prSet/>
      <dgm:spPr/>
      <dgm:t>
        <a:bodyPr/>
        <a:lstStyle/>
        <a:p>
          <a:endParaRPr lang="en-US" sz="900"/>
        </a:p>
      </dgm:t>
    </dgm:pt>
    <dgm:pt modelId="{23F0D700-248C-4E65-9B42-649DE5A464EF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200" dirty="0"/>
            <a:t>Dropout(0.3)</a:t>
          </a:r>
        </a:p>
      </dgm:t>
    </dgm:pt>
    <dgm:pt modelId="{93256D74-ACFF-4CCF-9387-AB3EB226C16F}" type="parTrans" cxnId="{AB847D59-1151-4BAF-8784-A1722EA16CC4}">
      <dgm:prSet/>
      <dgm:spPr/>
      <dgm:t>
        <a:bodyPr/>
        <a:lstStyle/>
        <a:p>
          <a:endParaRPr lang="en-US" sz="900"/>
        </a:p>
      </dgm:t>
    </dgm:pt>
    <dgm:pt modelId="{F6464F4C-ED77-44EA-98D0-C0E3AC4BBE81}" type="sibTrans" cxnId="{AB847D59-1151-4BAF-8784-A1722EA16CC4}">
      <dgm:prSet/>
      <dgm:spPr/>
      <dgm:t>
        <a:bodyPr/>
        <a:lstStyle/>
        <a:p>
          <a:endParaRPr lang="en-US" sz="900"/>
        </a:p>
      </dgm:t>
    </dgm:pt>
    <dgm:pt modelId="{51BE1960-2CD6-4128-AC31-07FA460C5839}">
      <dgm:prSet phldrT="[Text]" custT="1"/>
      <dgm:spPr/>
      <dgm:t>
        <a:bodyPr/>
        <a:lstStyle/>
        <a:p>
          <a:r>
            <a:rPr lang="en-US" sz="1100" dirty="0"/>
            <a:t>Output shape: (None, 256)</a:t>
          </a:r>
        </a:p>
      </dgm:t>
    </dgm:pt>
    <dgm:pt modelId="{187CD04F-A0DC-456D-AA34-1FAF0C827D02}" type="parTrans" cxnId="{97524692-290F-48E0-8627-0B83C1CA8E0C}">
      <dgm:prSet/>
      <dgm:spPr/>
      <dgm:t>
        <a:bodyPr/>
        <a:lstStyle/>
        <a:p>
          <a:endParaRPr lang="en-US" sz="900"/>
        </a:p>
      </dgm:t>
    </dgm:pt>
    <dgm:pt modelId="{523199C2-7B7E-4E7B-B14B-769850D22E14}" type="sibTrans" cxnId="{97524692-290F-48E0-8627-0B83C1CA8E0C}">
      <dgm:prSet/>
      <dgm:spPr/>
      <dgm:t>
        <a:bodyPr/>
        <a:lstStyle/>
        <a:p>
          <a:endParaRPr lang="en-US" sz="900"/>
        </a:p>
      </dgm:t>
    </dgm:pt>
    <dgm:pt modelId="{93C7BA54-FD71-4068-A205-E76930130F90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100" dirty="0"/>
            <a:t>Input shape: (None, 256)</a:t>
          </a:r>
        </a:p>
      </dgm:t>
    </dgm:pt>
    <dgm:pt modelId="{61C0B8B9-049D-4A09-8375-F93BABF4C43F}" type="parTrans" cxnId="{CD09404F-06EA-4DAF-B44E-5B3DEE771FC3}">
      <dgm:prSet/>
      <dgm:spPr/>
      <dgm:t>
        <a:bodyPr/>
        <a:lstStyle/>
        <a:p>
          <a:endParaRPr lang="en-US" sz="900"/>
        </a:p>
      </dgm:t>
    </dgm:pt>
    <dgm:pt modelId="{A3A99AFB-D720-47E9-A3FA-CFD5CE6F1E24}" type="sibTrans" cxnId="{CD09404F-06EA-4DAF-B44E-5B3DEE771FC3}">
      <dgm:prSet/>
      <dgm:spPr/>
      <dgm:t>
        <a:bodyPr/>
        <a:lstStyle/>
        <a:p>
          <a:endParaRPr lang="en-US" sz="900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77B5D535-2405-4000-A2DD-58018310FCD4}" type="pres">
      <dgm:prSet presAssocID="{28D2E7A2-A22E-44FF-80AC-3752D96B8222}" presName="boxAndChildren" presStyleCnt="0"/>
      <dgm:spPr/>
    </dgm:pt>
    <dgm:pt modelId="{A658D9E1-F34A-4ADD-B9F4-833C4F194DED}" type="pres">
      <dgm:prSet presAssocID="{28D2E7A2-A22E-44FF-80AC-3752D96B8222}" presName="parentTextBox" presStyleLbl="node1" presStyleIdx="0" presStyleCnt="7"/>
      <dgm:spPr/>
    </dgm:pt>
    <dgm:pt modelId="{443F459C-32CF-4200-B6D0-AA019D216B16}" type="pres">
      <dgm:prSet presAssocID="{28D2E7A2-A22E-44FF-80AC-3752D96B8222}" presName="entireBox" presStyleLbl="node1" presStyleIdx="0" presStyleCnt="7" custScaleY="51316"/>
      <dgm:spPr/>
    </dgm:pt>
    <dgm:pt modelId="{15E0224E-4D9A-4462-9897-D88CE7494A9E}" type="pres">
      <dgm:prSet presAssocID="{28D2E7A2-A22E-44FF-80AC-3752D96B8222}" presName="descendantBox" presStyleCnt="0"/>
      <dgm:spPr/>
    </dgm:pt>
    <dgm:pt modelId="{BE8C424B-FE04-4B52-87A0-B10C59A3C1AC}" type="pres">
      <dgm:prSet presAssocID="{9A7C40F9-8D4D-4EF6-86DB-1605A01CB49E}" presName="childTextBox" presStyleLbl="fgAccFollowNode1" presStyleIdx="0" presStyleCnt="13">
        <dgm:presLayoutVars>
          <dgm:bulletEnabled val="1"/>
        </dgm:presLayoutVars>
      </dgm:prSet>
      <dgm:spPr/>
    </dgm:pt>
    <dgm:pt modelId="{B673B823-2818-4FAC-8329-B507B0BD467E}" type="pres">
      <dgm:prSet presAssocID="{F7A33AFC-BE04-478F-B67B-9C4AF15C1176}" presName="childTextBox" presStyleLbl="fgAccFollowNode1" presStyleIdx="1" presStyleCnt="13">
        <dgm:presLayoutVars>
          <dgm:bulletEnabled val="1"/>
        </dgm:presLayoutVars>
      </dgm:prSet>
      <dgm:spPr/>
    </dgm:pt>
    <dgm:pt modelId="{F943FA7A-9A60-4E4E-8444-EBF71A9B48E1}" type="pres">
      <dgm:prSet presAssocID="{F6464F4C-ED77-44EA-98D0-C0E3AC4BBE81}" presName="sp" presStyleCnt="0"/>
      <dgm:spPr/>
    </dgm:pt>
    <dgm:pt modelId="{776D2384-83D5-4C3A-8EE5-1339471308DA}" type="pres">
      <dgm:prSet presAssocID="{23F0D700-248C-4E65-9B42-649DE5A464EF}" presName="arrowAndChildren" presStyleCnt="0"/>
      <dgm:spPr/>
    </dgm:pt>
    <dgm:pt modelId="{904B901A-04E1-46D9-85CE-74CC4349F45D}" type="pres">
      <dgm:prSet presAssocID="{23F0D700-248C-4E65-9B42-649DE5A464EF}" presName="parentTextArrow" presStyleLbl="node1" presStyleIdx="0" presStyleCnt="7"/>
      <dgm:spPr/>
    </dgm:pt>
    <dgm:pt modelId="{DF3C1F71-8F54-4C96-8D23-185F4D9C2507}" type="pres">
      <dgm:prSet presAssocID="{23F0D700-248C-4E65-9B42-649DE5A464EF}" presName="arrow" presStyleLbl="node1" presStyleIdx="1" presStyleCnt="7" custScaleY="62093"/>
      <dgm:spPr/>
    </dgm:pt>
    <dgm:pt modelId="{5BBCCBC8-1141-40A1-97DC-A8E4DB7F2507}" type="pres">
      <dgm:prSet presAssocID="{23F0D700-248C-4E65-9B42-649DE5A464EF}" presName="descendantArrow" presStyleCnt="0"/>
      <dgm:spPr/>
    </dgm:pt>
    <dgm:pt modelId="{C3C86291-D5C2-49D0-8D20-81EC951ED21B}" type="pres">
      <dgm:prSet presAssocID="{93C7BA54-FD71-4068-A205-E76930130F90}" presName="childTextArrow" presStyleLbl="fgAccFollowNode1" presStyleIdx="2" presStyleCnt="13">
        <dgm:presLayoutVars>
          <dgm:bulletEnabled val="1"/>
        </dgm:presLayoutVars>
      </dgm:prSet>
      <dgm:spPr/>
    </dgm:pt>
    <dgm:pt modelId="{56CE86E0-4C01-4701-9B7C-9ABA1DE8B1B9}" type="pres">
      <dgm:prSet presAssocID="{51BE1960-2CD6-4128-AC31-07FA460C5839}" presName="childTextArrow" presStyleLbl="fgAccFollowNode1" presStyleIdx="3" presStyleCnt="13">
        <dgm:presLayoutVars>
          <dgm:bulletEnabled val="1"/>
        </dgm:presLayoutVars>
      </dgm:prSet>
      <dgm:spPr/>
    </dgm:pt>
    <dgm:pt modelId="{AA26690C-9748-400B-A076-70FA9BD013DF}" type="pres">
      <dgm:prSet presAssocID="{559ACF4E-3EEB-4845-9ABE-8A92318C1DED}" presName="sp" presStyleCnt="0"/>
      <dgm:spPr/>
    </dgm:pt>
    <dgm:pt modelId="{D50E3161-0C1B-4BC8-853F-755282CA70A1}" type="pres">
      <dgm:prSet presAssocID="{0DA7D919-7FEF-495B-B529-607982E3C2B7}" presName="arrowAndChildren" presStyleCnt="0"/>
      <dgm:spPr/>
    </dgm:pt>
    <dgm:pt modelId="{C1B81B41-DE46-442B-900E-09EEBE249475}" type="pres">
      <dgm:prSet presAssocID="{0DA7D919-7FEF-495B-B529-607982E3C2B7}" presName="parentTextArrow" presStyleLbl="node1" presStyleIdx="1" presStyleCnt="7"/>
      <dgm:spPr/>
    </dgm:pt>
    <dgm:pt modelId="{8EBCE749-7FFB-4B80-B5DC-1BB47DCE407F}" type="pres">
      <dgm:prSet presAssocID="{0DA7D919-7FEF-495B-B529-607982E3C2B7}" presName="arrow" presStyleLbl="node1" presStyleIdx="2" presStyleCnt="7" custScaleY="68302"/>
      <dgm:spPr/>
    </dgm:pt>
    <dgm:pt modelId="{91A01CF6-6CDD-428F-BAB7-51BF7FC13A6D}" type="pres">
      <dgm:prSet presAssocID="{0DA7D919-7FEF-495B-B529-607982E3C2B7}" presName="descendantArrow" presStyleCnt="0"/>
      <dgm:spPr/>
    </dgm:pt>
    <dgm:pt modelId="{760A086D-0E9C-4A50-8C95-7035D3D5E518}" type="pres">
      <dgm:prSet presAssocID="{3A460D4B-0FBE-40D4-A51C-B86FC0CBAA31}" presName="childTextArrow" presStyleLbl="fgAccFollowNode1" presStyleIdx="4" presStyleCnt="13">
        <dgm:presLayoutVars>
          <dgm:bulletEnabled val="1"/>
        </dgm:presLayoutVars>
      </dgm:prSet>
      <dgm:spPr/>
    </dgm:pt>
    <dgm:pt modelId="{AA56D4DC-6399-4AB7-8D2C-6F38B6EBE105}" type="pres">
      <dgm:prSet presAssocID="{0E933868-1562-4B6C-B4E4-8A37867A9B22}" presName="childTextArrow" presStyleLbl="fgAccFollowNode1" presStyleIdx="5" presStyleCnt="13">
        <dgm:presLayoutVars>
          <dgm:bulletEnabled val="1"/>
        </dgm:presLayoutVars>
      </dgm:prSet>
      <dgm:spPr/>
    </dgm:pt>
    <dgm:pt modelId="{4EF352C8-70A4-41BA-908A-33B69ED63803}" type="pres">
      <dgm:prSet presAssocID="{B5536F7F-42E6-4D45-9D34-E95A3FB72953}" presName="sp" presStyleCnt="0"/>
      <dgm:spPr/>
    </dgm:pt>
    <dgm:pt modelId="{A05CDE1C-B785-43EF-80BC-3BEB329F74FC}" type="pres">
      <dgm:prSet presAssocID="{BA716E40-B94C-45EB-8B85-99601008989D}" presName="arrowAndChildren" presStyleCnt="0"/>
      <dgm:spPr/>
    </dgm:pt>
    <dgm:pt modelId="{9C62B803-AB9D-4B46-929D-9DE3F517FCF1}" type="pres">
      <dgm:prSet presAssocID="{BA716E40-B94C-45EB-8B85-99601008989D}" presName="parentTextArrow" presStyleLbl="node1" presStyleIdx="2" presStyleCnt="7"/>
      <dgm:spPr/>
    </dgm:pt>
    <dgm:pt modelId="{4B9BDBDB-DE59-4F98-B719-55C1A3AEA21C}" type="pres">
      <dgm:prSet presAssocID="{BA716E40-B94C-45EB-8B85-99601008989D}" presName="arrow" presStyleLbl="node1" presStyleIdx="3" presStyleCnt="7" custScaleY="62093"/>
      <dgm:spPr/>
    </dgm:pt>
    <dgm:pt modelId="{6DC6E746-AC9A-482E-939C-F4AC3FC35736}" type="pres">
      <dgm:prSet presAssocID="{BA716E40-B94C-45EB-8B85-99601008989D}" presName="descendantArrow" presStyleCnt="0"/>
      <dgm:spPr/>
    </dgm:pt>
    <dgm:pt modelId="{7342DC29-7D4D-4449-80FB-F1BAF8C8F8DE}" type="pres">
      <dgm:prSet presAssocID="{A27AEEDF-B342-494F-8A03-2B7045D359E7}" presName="childTextArrow" presStyleLbl="fgAccFollowNode1" presStyleIdx="6" presStyleCnt="13">
        <dgm:presLayoutVars>
          <dgm:bulletEnabled val="1"/>
        </dgm:presLayoutVars>
      </dgm:prSet>
      <dgm:spPr/>
    </dgm:pt>
    <dgm:pt modelId="{024A8176-A02D-4A1D-B96D-FE6A436A8CF4}" type="pres">
      <dgm:prSet presAssocID="{0CF181AE-3054-497B-BC2E-1549ED901EFB}" presName="childTextArrow" presStyleLbl="fgAccFollowNode1" presStyleIdx="7" presStyleCnt="13">
        <dgm:presLayoutVars>
          <dgm:bulletEnabled val="1"/>
        </dgm:presLayoutVars>
      </dgm:prSet>
      <dgm:spPr/>
    </dgm:pt>
    <dgm:pt modelId="{C13C4FC0-60A8-462B-AACF-856A77F06A64}" type="pres">
      <dgm:prSet presAssocID="{A96FC06E-2AA6-49BA-A06F-54C03850DC86}" presName="sp" presStyleCnt="0"/>
      <dgm:spPr/>
    </dgm:pt>
    <dgm:pt modelId="{16FE90BF-3088-45B0-8D0F-C9A62F5DED0C}" type="pres">
      <dgm:prSet presAssocID="{C7765CED-E8B1-4CA5-B065-59AA9564DEC0}" presName="arrowAndChildren" presStyleCnt="0"/>
      <dgm:spPr/>
    </dgm:pt>
    <dgm:pt modelId="{E4CAD5E2-00CB-4A24-B350-0B497EF46955}" type="pres">
      <dgm:prSet presAssocID="{C7765CED-E8B1-4CA5-B065-59AA9564DEC0}" presName="parentTextArrow" presStyleLbl="node1" presStyleIdx="3" presStyleCnt="7"/>
      <dgm:spPr/>
    </dgm:pt>
    <dgm:pt modelId="{8BD40710-EC1B-4756-AF3F-079B500ABEFF}" type="pres">
      <dgm:prSet presAssocID="{C7765CED-E8B1-4CA5-B065-59AA9564DEC0}" presName="arrow" presStyleLbl="node1" presStyleIdx="4" presStyleCnt="7" custScaleY="62093"/>
      <dgm:spPr/>
    </dgm:pt>
    <dgm:pt modelId="{D1445AAB-689E-430E-892B-AC4D7486A8E2}" type="pres">
      <dgm:prSet presAssocID="{C7765CED-E8B1-4CA5-B065-59AA9564DEC0}" presName="descendantArrow" presStyleCnt="0"/>
      <dgm:spPr/>
    </dgm:pt>
    <dgm:pt modelId="{108324AE-8A87-4F92-AF48-C51F7603942D}" type="pres">
      <dgm:prSet presAssocID="{4B887AE7-84B9-4702-ADBE-B5F3BAD0FDB0}" presName="childTextArrow" presStyleLbl="fgAccFollowNode1" presStyleIdx="8" presStyleCnt="13">
        <dgm:presLayoutVars>
          <dgm:bulletEnabled val="1"/>
        </dgm:presLayoutVars>
      </dgm:prSet>
      <dgm:spPr/>
    </dgm:pt>
    <dgm:pt modelId="{14AF8EE8-7A86-456D-8770-357E18F2F07C}" type="pres">
      <dgm:prSet presAssocID="{52ABD3F9-1043-434F-B72F-7C87596ED087}" presName="childTextArrow" presStyleLbl="fgAccFollowNode1" presStyleIdx="9" presStyleCnt="13">
        <dgm:presLayoutVars>
          <dgm:bulletEnabled val="1"/>
        </dgm:presLayoutVars>
      </dgm:prSet>
      <dgm:spPr/>
    </dgm:pt>
    <dgm:pt modelId="{97E2A366-191F-48FC-8442-5AD0C1A529D0}" type="pres">
      <dgm:prSet presAssocID="{4155228F-F05F-490D-AD7F-44067C11F89B}" presName="sp" presStyleCnt="0"/>
      <dgm:spPr/>
    </dgm:pt>
    <dgm:pt modelId="{731BDFC3-59E1-4723-8B75-B1C639E945D0}" type="pres">
      <dgm:prSet presAssocID="{B8206422-3524-48CB-B80C-2B0C22E314BD}" presName="arrowAndChildren" presStyleCnt="0"/>
      <dgm:spPr/>
    </dgm:pt>
    <dgm:pt modelId="{8BB1726A-1C04-4589-87F6-F3E7F1454743}" type="pres">
      <dgm:prSet presAssocID="{B8206422-3524-48CB-B80C-2B0C22E314BD}" presName="parentTextArrow" presStyleLbl="node1" presStyleIdx="4" presStyleCnt="7"/>
      <dgm:spPr/>
    </dgm:pt>
    <dgm:pt modelId="{1981B64A-A7A4-4662-B7BA-11DDD876690E}" type="pres">
      <dgm:prSet presAssocID="{B8206422-3524-48CB-B80C-2B0C22E314BD}" presName="arrow" presStyleLbl="node1" presStyleIdx="5" presStyleCnt="7" custScaleY="62093"/>
      <dgm:spPr/>
    </dgm:pt>
    <dgm:pt modelId="{6CC10176-A977-4430-B7F0-11D947019F3F}" type="pres">
      <dgm:prSet presAssocID="{B8206422-3524-48CB-B80C-2B0C22E314BD}" presName="descendantArrow" presStyleCnt="0"/>
      <dgm:spPr/>
    </dgm:pt>
    <dgm:pt modelId="{99C90F4B-D865-4C9E-8A27-1AE3B7652D44}" type="pres">
      <dgm:prSet presAssocID="{58D87447-2C00-4EEE-B646-83A8C851945F}" presName="childTextArrow" presStyleLbl="fgAccFollowNode1" presStyleIdx="10" presStyleCnt="13">
        <dgm:presLayoutVars>
          <dgm:bulletEnabled val="1"/>
        </dgm:presLayoutVars>
      </dgm:prSet>
      <dgm:spPr/>
    </dgm:pt>
    <dgm:pt modelId="{CDA58DB2-12A8-4F8D-9E3C-28342C5F14C4}" type="pres">
      <dgm:prSet presAssocID="{3DCA89B7-E275-40EF-8E02-50CB624720EB}" presName="childTextArrow" presStyleLbl="fgAccFollowNode1" presStyleIdx="11" presStyleCnt="13">
        <dgm:presLayoutVars>
          <dgm:bulletEnabled val="1"/>
        </dgm:presLayoutVars>
      </dgm:prSet>
      <dgm:spPr/>
    </dgm:pt>
    <dgm:pt modelId="{92F831BA-43C3-40A5-9945-8F5CC0A8FCC6}" type="pres">
      <dgm:prSet presAssocID="{1FF1A264-B2F9-49DF-AFA7-AB3AA1330C68}" presName="sp" presStyleCnt="0"/>
      <dgm:spPr/>
    </dgm:pt>
    <dgm:pt modelId="{547AB8B5-4AA2-4E8E-9F27-6A9AA52D1D2F}" type="pres">
      <dgm:prSet presAssocID="{30844DB8-776F-4741-83DA-E2D3DD1000BA}" presName="arrowAndChildren" presStyleCnt="0"/>
      <dgm:spPr/>
    </dgm:pt>
    <dgm:pt modelId="{8B81361F-4014-4A15-A021-D10FB8A7F969}" type="pres">
      <dgm:prSet presAssocID="{30844DB8-776F-4741-83DA-E2D3DD1000BA}" presName="parentTextArrow" presStyleLbl="node1" presStyleIdx="5" presStyleCnt="7"/>
      <dgm:spPr/>
    </dgm:pt>
    <dgm:pt modelId="{95286426-7F42-4FE7-B6E7-B444E5304F71}" type="pres">
      <dgm:prSet presAssocID="{30844DB8-776F-4741-83DA-E2D3DD1000BA}" presName="arrow" presStyleLbl="node1" presStyleIdx="6" presStyleCnt="7" custScaleY="62093" custLinFactNeighborX="23790" custLinFactNeighborY="-2757"/>
      <dgm:spPr/>
    </dgm:pt>
    <dgm:pt modelId="{01B847C3-3659-4D68-A1F4-AE894A6E5701}" type="pres">
      <dgm:prSet presAssocID="{30844DB8-776F-4741-83DA-E2D3DD1000BA}" presName="descendantArrow" presStyleCnt="0"/>
      <dgm:spPr/>
    </dgm:pt>
    <dgm:pt modelId="{C345F868-F0FA-4F64-9403-E9E355EBC2D2}" type="pres">
      <dgm:prSet presAssocID="{7287962C-2824-43BE-83EA-ECE5DBB3B11D}" presName="childTextArrow" presStyleLbl="fgAccFollowNode1" presStyleIdx="12" presStyleCnt="13">
        <dgm:presLayoutVars>
          <dgm:bulletEnabled val="1"/>
        </dgm:presLayoutVars>
      </dgm:prSet>
      <dgm:spPr/>
    </dgm:pt>
  </dgm:ptLst>
  <dgm:cxnLst>
    <dgm:cxn modelId="{E5358F09-BF9B-4263-A0BD-FB67BDF6DCCE}" type="presOf" srcId="{BA716E40-B94C-45EB-8B85-99601008989D}" destId="{4B9BDBDB-DE59-4F98-B719-55C1A3AEA21C}" srcOrd="1" destOrd="0" presId="urn:microsoft.com/office/officeart/2005/8/layout/process4"/>
    <dgm:cxn modelId="{A232F70A-F72F-4AD3-B3EF-A03954A4C499}" srcId="{C7765CED-E8B1-4CA5-B065-59AA9564DEC0}" destId="{4B887AE7-84B9-4702-ADBE-B5F3BAD0FDB0}" srcOrd="0" destOrd="0" parTransId="{E0E6F78B-67E1-4595-9637-1A02936E821C}" sibTransId="{F874AD26-FFD7-4DC4-B6F6-332406CEAB31}"/>
    <dgm:cxn modelId="{3055B80D-D98D-4590-977A-E3E40C91E091}" type="presOf" srcId="{3DCA89B7-E275-40EF-8E02-50CB624720EB}" destId="{CDA58DB2-12A8-4F8D-9E3C-28342C5F14C4}" srcOrd="0" destOrd="0" presId="urn:microsoft.com/office/officeart/2005/8/layout/process4"/>
    <dgm:cxn modelId="{CE40650F-70AA-4A57-9FF3-6F5149771978}" type="presOf" srcId="{BA716E40-B94C-45EB-8B85-99601008989D}" destId="{9C62B803-AB9D-4B46-929D-9DE3F517FCF1}" srcOrd="0" destOrd="0" presId="urn:microsoft.com/office/officeart/2005/8/layout/process4"/>
    <dgm:cxn modelId="{28ECEC14-99E7-4BEF-B855-86E728714321}" srcId="{B8206422-3524-48CB-B80C-2B0C22E314BD}" destId="{3DCA89B7-E275-40EF-8E02-50CB624720EB}" srcOrd="1" destOrd="0" parTransId="{5ADD0181-9FC5-4940-ACE1-42392218B640}" sibTransId="{14360CA7-4DC9-4EC7-8822-9B68A256FD58}"/>
    <dgm:cxn modelId="{C377EF16-F537-4FC4-9AEA-72F571F21690}" srcId="{0DA7D919-7FEF-495B-B529-607982E3C2B7}" destId="{0E933868-1562-4B6C-B4E4-8A37867A9B22}" srcOrd="1" destOrd="0" parTransId="{62112D4A-2EAA-4169-8D7D-0A7B2F97FA4F}" sibTransId="{06A54F93-0A4F-4992-AD50-8ACE5A840A03}"/>
    <dgm:cxn modelId="{11257619-849C-49C2-8B69-FE30ED885C68}" type="presOf" srcId="{9A7C40F9-8D4D-4EF6-86DB-1605A01CB49E}" destId="{BE8C424B-FE04-4B52-87A0-B10C59A3C1AC}" srcOrd="0" destOrd="0" presId="urn:microsoft.com/office/officeart/2005/8/layout/process4"/>
    <dgm:cxn modelId="{D283B81C-2802-4E21-B3DB-AC6ACB1BE2DD}" srcId="{C7765CED-E8B1-4CA5-B065-59AA9564DEC0}" destId="{52ABD3F9-1043-434F-B72F-7C87596ED087}" srcOrd="1" destOrd="0" parTransId="{59D78795-5937-4EE0-AEEA-ECACFD6DCDD5}" sibTransId="{25059442-7F94-4BE4-95E9-B30599153C4F}"/>
    <dgm:cxn modelId="{D3C3021D-954A-4B2D-A3A5-CD0EC2413778}" type="presOf" srcId="{F7A33AFC-BE04-478F-B67B-9C4AF15C1176}" destId="{B673B823-2818-4FAC-8329-B507B0BD467E}" srcOrd="0" destOrd="0" presId="urn:microsoft.com/office/officeart/2005/8/layout/process4"/>
    <dgm:cxn modelId="{5D4E3125-1918-4D20-80CC-4B33A644869D}" type="presOf" srcId="{58D87447-2C00-4EEE-B646-83A8C851945F}" destId="{99C90F4B-D865-4C9E-8A27-1AE3B7652D44}" srcOrd="0" destOrd="0" presId="urn:microsoft.com/office/officeart/2005/8/layout/process4"/>
    <dgm:cxn modelId="{0DCE4A28-F68E-41D0-8C6B-2A4AAD863945}" srcId="{2646753B-F19C-4318-BF6E-4C3D4075C59A}" destId="{0DA7D919-7FEF-495B-B529-607982E3C2B7}" srcOrd="4" destOrd="0" parTransId="{380316A4-E10D-4BAE-8184-E7BE354A4B3B}" sibTransId="{559ACF4E-3EEB-4845-9ABE-8A92318C1DED}"/>
    <dgm:cxn modelId="{B453955B-8CB4-49AC-86E8-D23686A93500}" type="presOf" srcId="{0CF181AE-3054-497B-BC2E-1549ED901EFB}" destId="{024A8176-A02D-4A1D-B96D-FE6A436A8CF4}" srcOrd="0" destOrd="0" presId="urn:microsoft.com/office/officeart/2005/8/layout/process4"/>
    <dgm:cxn modelId="{CCC1B15E-1F4F-4BD2-ACEB-7873D459968D}" type="presOf" srcId="{28D2E7A2-A22E-44FF-80AC-3752D96B8222}" destId="{443F459C-32CF-4200-B6D0-AA019D216B16}" srcOrd="1" destOrd="0" presId="urn:microsoft.com/office/officeart/2005/8/layout/process4"/>
    <dgm:cxn modelId="{E3E4B460-61C4-4280-B856-BF296F1DE9D5}" srcId="{2646753B-F19C-4318-BF6E-4C3D4075C59A}" destId="{B8206422-3524-48CB-B80C-2B0C22E314BD}" srcOrd="1" destOrd="0" parTransId="{B96CC52B-E83A-4CD4-9911-A23E5399E24A}" sibTransId="{4155228F-F05F-490D-AD7F-44067C11F89B}"/>
    <dgm:cxn modelId="{34FFB941-39B1-4171-8F58-450F9113B705}" type="presOf" srcId="{23F0D700-248C-4E65-9B42-649DE5A464EF}" destId="{DF3C1F71-8F54-4C96-8D23-185F4D9C2507}" srcOrd="1" destOrd="0" presId="urn:microsoft.com/office/officeart/2005/8/layout/process4"/>
    <dgm:cxn modelId="{5156C441-F6A0-4871-9827-28C6D37F6C81}" type="presOf" srcId="{28D2E7A2-A22E-44FF-80AC-3752D96B8222}" destId="{A658D9E1-F34A-4ADD-B9F4-833C4F194DED}" srcOrd="0" destOrd="0" presId="urn:microsoft.com/office/officeart/2005/8/layout/process4"/>
    <dgm:cxn modelId="{A66AF861-68CF-4643-ADC6-F0323905A8DA}" type="presOf" srcId="{B8206422-3524-48CB-B80C-2B0C22E314BD}" destId="{8BB1726A-1C04-4589-87F6-F3E7F1454743}" srcOrd="0" destOrd="0" presId="urn:microsoft.com/office/officeart/2005/8/layout/process4"/>
    <dgm:cxn modelId="{67E49D43-645C-4D2E-A265-E5024C414CE7}" type="presOf" srcId="{A27AEEDF-B342-494F-8A03-2B7045D359E7}" destId="{7342DC29-7D4D-4449-80FB-F1BAF8C8F8DE}" srcOrd="0" destOrd="0" presId="urn:microsoft.com/office/officeart/2005/8/layout/process4"/>
    <dgm:cxn modelId="{3E5BAB66-EE19-41AC-BCFF-6BFB47F8E6AB}" srcId="{2646753B-F19C-4318-BF6E-4C3D4075C59A}" destId="{C7765CED-E8B1-4CA5-B065-59AA9564DEC0}" srcOrd="2" destOrd="0" parTransId="{39ABE68D-3278-4161-A9C0-F05803D3FA85}" sibTransId="{A96FC06E-2AA6-49BA-A06F-54C03850DC86}"/>
    <dgm:cxn modelId="{A4704C68-B926-4220-9A49-3C5AF708DF2F}" srcId="{0DA7D919-7FEF-495B-B529-607982E3C2B7}" destId="{3A460D4B-0FBE-40D4-A51C-B86FC0CBAA31}" srcOrd="0" destOrd="0" parTransId="{3F6D5842-BC40-4F68-A0E7-E848DF56F4BD}" sibTransId="{40F96AF7-3F3B-42CD-837F-B673C44E5649}"/>
    <dgm:cxn modelId="{46F8996B-6BA9-4F51-A607-03F319064B86}" type="presOf" srcId="{0DA7D919-7FEF-495B-B529-607982E3C2B7}" destId="{8EBCE749-7FFB-4B80-B5DC-1BB47DCE407F}" srcOrd="1" destOrd="0" presId="urn:microsoft.com/office/officeart/2005/8/layout/process4"/>
    <dgm:cxn modelId="{CD09404F-06EA-4DAF-B44E-5B3DEE771FC3}" srcId="{23F0D700-248C-4E65-9B42-649DE5A464EF}" destId="{93C7BA54-FD71-4068-A205-E76930130F90}" srcOrd="0" destOrd="0" parTransId="{61C0B8B9-049D-4A09-8375-F93BABF4C43F}" sibTransId="{A3A99AFB-D720-47E9-A3FA-CFD5CE6F1E24}"/>
    <dgm:cxn modelId="{73179E50-D7FD-46EE-AD36-CBC754499562}" srcId="{B8206422-3524-48CB-B80C-2B0C22E314BD}" destId="{58D87447-2C00-4EEE-B646-83A8C851945F}" srcOrd="0" destOrd="0" parTransId="{D6B6E75C-8A22-4A0C-9726-E6EDC8BB700D}" sibTransId="{EBB5090B-9F36-4106-9377-BE7AFE19A905}"/>
    <dgm:cxn modelId="{EA8DC270-674A-4336-B04E-FC772AF5ACE3}" type="presOf" srcId="{23F0D700-248C-4E65-9B42-649DE5A464EF}" destId="{904B901A-04E1-46D9-85CE-74CC4349F45D}" srcOrd="0" destOrd="0" presId="urn:microsoft.com/office/officeart/2005/8/layout/process4"/>
    <dgm:cxn modelId="{2932B472-6114-4BBC-ABC3-C8AEAA405D6A}" srcId="{BA716E40-B94C-45EB-8B85-99601008989D}" destId="{A27AEEDF-B342-494F-8A03-2B7045D359E7}" srcOrd="0" destOrd="0" parTransId="{AB90CEC9-714E-41A8-9609-180B07EBC275}" sibTransId="{EE240AF6-8E75-4D88-9C90-D6C3B0341A2E}"/>
    <dgm:cxn modelId="{35F45A56-A3E9-437E-87A8-248CD81A2E3B}" type="presOf" srcId="{30844DB8-776F-4741-83DA-E2D3DD1000BA}" destId="{8B81361F-4014-4A15-A021-D10FB8A7F969}" srcOrd="0" destOrd="0" presId="urn:microsoft.com/office/officeart/2005/8/layout/process4"/>
    <dgm:cxn modelId="{AB847D59-1151-4BAF-8784-A1722EA16CC4}" srcId="{2646753B-F19C-4318-BF6E-4C3D4075C59A}" destId="{23F0D700-248C-4E65-9B42-649DE5A464EF}" srcOrd="5" destOrd="0" parTransId="{93256D74-ACFF-4CCF-9387-AB3EB226C16F}" sibTransId="{F6464F4C-ED77-44EA-98D0-C0E3AC4BBE81}"/>
    <dgm:cxn modelId="{06F8F484-59C6-424D-A25A-1FCF4AC03A4A}" type="presOf" srcId="{0E933868-1562-4B6C-B4E4-8A37867A9B22}" destId="{AA56D4DC-6399-4AB7-8D2C-6F38B6EBE105}" srcOrd="0" destOrd="0" presId="urn:microsoft.com/office/officeart/2005/8/layout/process4"/>
    <dgm:cxn modelId="{1D5BC688-AD7B-49EC-A264-FF2793E3E333}" type="presOf" srcId="{93C7BA54-FD71-4068-A205-E76930130F90}" destId="{C3C86291-D5C2-49D0-8D20-81EC951ED21B}" srcOrd="0" destOrd="0" presId="urn:microsoft.com/office/officeart/2005/8/layout/process4"/>
    <dgm:cxn modelId="{96733D8A-6882-4CDA-8B1A-53975A6E1313}" type="presOf" srcId="{52ABD3F9-1043-434F-B72F-7C87596ED087}" destId="{14AF8EE8-7A86-456D-8770-357E18F2F07C}" srcOrd="0" destOrd="0" presId="urn:microsoft.com/office/officeart/2005/8/layout/process4"/>
    <dgm:cxn modelId="{3D4DA58C-1A1C-422E-877B-45E16375B387}" srcId="{2646753B-F19C-4318-BF6E-4C3D4075C59A}" destId="{BA716E40-B94C-45EB-8B85-99601008989D}" srcOrd="3" destOrd="0" parTransId="{B6612092-DB27-4F72-901A-B256BAD68871}" sibTransId="{B5536F7F-42E6-4D45-9D34-E95A3FB72953}"/>
    <dgm:cxn modelId="{F2F04390-AA1D-4757-B60D-158FF9E54524}" type="presOf" srcId="{C7765CED-E8B1-4CA5-B065-59AA9564DEC0}" destId="{E4CAD5E2-00CB-4A24-B350-0B497EF46955}" srcOrd="0" destOrd="0" presId="urn:microsoft.com/office/officeart/2005/8/layout/process4"/>
    <dgm:cxn modelId="{97524692-290F-48E0-8627-0B83C1CA8E0C}" srcId="{23F0D700-248C-4E65-9B42-649DE5A464EF}" destId="{51BE1960-2CD6-4128-AC31-07FA460C5839}" srcOrd="1" destOrd="0" parTransId="{187CD04F-A0DC-456D-AA34-1FAF0C827D02}" sibTransId="{523199C2-7B7E-4E7B-B14B-769850D22E14}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4ACCD9A5-3425-48EB-A141-1C63DFED16DF}" type="presOf" srcId="{3A460D4B-0FBE-40D4-A51C-B86FC0CBAA31}" destId="{760A086D-0E9C-4A50-8C95-7035D3D5E518}" srcOrd="0" destOrd="0" presId="urn:microsoft.com/office/officeart/2005/8/layout/process4"/>
    <dgm:cxn modelId="{3F93E5AD-5F8F-44FF-A4F5-46419B940B86}" srcId="{BA716E40-B94C-45EB-8B85-99601008989D}" destId="{0CF181AE-3054-497B-BC2E-1549ED901EFB}" srcOrd="1" destOrd="0" parTransId="{5F20D6A6-0D1C-44E5-B53E-875FF1A5B901}" sibTransId="{01DF4BEE-3E64-4352-877D-98A84E726992}"/>
    <dgm:cxn modelId="{9DE877B8-5838-4DBA-8ABA-F24CC1A79C32}" type="presOf" srcId="{30844DB8-776F-4741-83DA-E2D3DD1000BA}" destId="{95286426-7F42-4FE7-B6E7-B444E5304F71}" srcOrd="1" destOrd="0" presId="urn:microsoft.com/office/officeart/2005/8/layout/process4"/>
    <dgm:cxn modelId="{E94B29B9-B23F-477A-8C9B-DE1E4E3BCBB0}" type="presOf" srcId="{4B887AE7-84B9-4702-ADBE-B5F3BAD0FDB0}" destId="{108324AE-8A87-4F92-AF48-C51F7603942D}" srcOrd="0" destOrd="0" presId="urn:microsoft.com/office/officeart/2005/8/layout/process4"/>
    <dgm:cxn modelId="{ABE60DC0-87E2-43B6-A998-FEF93C7364F3}" type="presOf" srcId="{0DA7D919-7FEF-495B-B529-607982E3C2B7}" destId="{C1B81B41-DE46-442B-900E-09EEBE249475}" srcOrd="0" destOrd="0" presId="urn:microsoft.com/office/officeart/2005/8/layout/process4"/>
    <dgm:cxn modelId="{4931CAC4-0885-4131-9094-BA0957F4006F}" type="presOf" srcId="{7287962C-2824-43BE-83EA-ECE5DBB3B11D}" destId="{C345F868-F0FA-4F64-9403-E9E355EBC2D2}" srcOrd="0" destOrd="0" presId="urn:microsoft.com/office/officeart/2005/8/layout/process4"/>
    <dgm:cxn modelId="{F86A02C9-D281-49AB-AABD-DF268DE93E0C}" type="presOf" srcId="{51BE1960-2CD6-4128-AC31-07FA460C5839}" destId="{56CE86E0-4C01-4701-9B7C-9ABA1DE8B1B9}" srcOrd="0" destOrd="0" presId="urn:microsoft.com/office/officeart/2005/8/layout/process4"/>
    <dgm:cxn modelId="{F43EA3D6-BCFE-4626-B4ED-EFF39E1796E1}" type="presOf" srcId="{B8206422-3524-48CB-B80C-2B0C22E314BD}" destId="{1981B64A-A7A4-4662-B7BA-11DDD876690E}" srcOrd="1" destOrd="0" presId="urn:microsoft.com/office/officeart/2005/8/layout/process4"/>
    <dgm:cxn modelId="{8A1AE5D6-BE56-43C8-BB6A-410112F9FEF6}" srcId="{28D2E7A2-A22E-44FF-80AC-3752D96B8222}" destId="{9A7C40F9-8D4D-4EF6-86DB-1605A01CB49E}" srcOrd="0" destOrd="0" parTransId="{84453DD1-2ACA-49DD-8115-D93BBE887AE4}" sibTransId="{26E98BE5-6511-41B2-A05C-2C643A80C522}"/>
    <dgm:cxn modelId="{7AE502D9-CD5E-4839-B96A-8AF86EC59A97}" srcId="{28D2E7A2-A22E-44FF-80AC-3752D96B8222}" destId="{F7A33AFC-BE04-478F-B67B-9C4AF15C1176}" srcOrd="1" destOrd="0" parTransId="{7C2726D0-73E5-4DB7-B850-1F18DF59FF73}" sibTransId="{AA6D49D3-E24D-4AA3-B839-7F12AD880B7B}"/>
    <dgm:cxn modelId="{4D9017F0-024C-423F-8A2A-D571CD9335A3}" srcId="{30844DB8-776F-4741-83DA-E2D3DD1000BA}" destId="{7287962C-2824-43BE-83EA-ECE5DBB3B11D}" srcOrd="0" destOrd="0" parTransId="{7416E494-D368-4EF2-99E5-2B6DB22403CE}" sibTransId="{2FFAC84B-B7C3-4D0C-92CD-7777D256D2E1}"/>
    <dgm:cxn modelId="{D7F30CF1-F816-4D10-B6E8-66EC97A46DD9}" type="presOf" srcId="{C7765CED-E8B1-4CA5-B065-59AA9564DEC0}" destId="{8BD40710-EC1B-4756-AF3F-079B500ABEFF}" srcOrd="1" destOrd="0" presId="urn:microsoft.com/office/officeart/2005/8/layout/process4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02DBBFFD-66F6-45D6-99D4-9D6C4C05569F}" srcId="{2646753B-F19C-4318-BF6E-4C3D4075C59A}" destId="{28D2E7A2-A22E-44FF-80AC-3752D96B8222}" srcOrd="6" destOrd="0" parTransId="{C75D849E-D0E3-4BA8-A475-3AB0D44DB765}" sibTransId="{A6029F94-57AF-40DC-A08B-05F950D52522}"/>
    <dgm:cxn modelId="{DD82711A-55AE-4C71-B656-361836281B46}" type="presParOf" srcId="{BB99D9C3-399F-4A17-85FC-E9BFB0C69C63}" destId="{77B5D535-2405-4000-A2DD-58018310FCD4}" srcOrd="0" destOrd="0" presId="urn:microsoft.com/office/officeart/2005/8/layout/process4"/>
    <dgm:cxn modelId="{396B755B-692B-4247-95B2-5D8C4F28E04E}" type="presParOf" srcId="{77B5D535-2405-4000-A2DD-58018310FCD4}" destId="{A658D9E1-F34A-4ADD-B9F4-833C4F194DED}" srcOrd="0" destOrd="0" presId="urn:microsoft.com/office/officeart/2005/8/layout/process4"/>
    <dgm:cxn modelId="{C491B595-0A47-4848-B137-8A6EDB5B81F9}" type="presParOf" srcId="{77B5D535-2405-4000-A2DD-58018310FCD4}" destId="{443F459C-32CF-4200-B6D0-AA019D216B16}" srcOrd="1" destOrd="0" presId="urn:microsoft.com/office/officeart/2005/8/layout/process4"/>
    <dgm:cxn modelId="{5F691388-DB6B-4E5E-81F6-209408373BE5}" type="presParOf" srcId="{77B5D535-2405-4000-A2DD-58018310FCD4}" destId="{15E0224E-4D9A-4462-9897-D88CE7494A9E}" srcOrd="2" destOrd="0" presId="urn:microsoft.com/office/officeart/2005/8/layout/process4"/>
    <dgm:cxn modelId="{63404658-46C0-4115-AA7A-18E632EFD41B}" type="presParOf" srcId="{15E0224E-4D9A-4462-9897-D88CE7494A9E}" destId="{BE8C424B-FE04-4B52-87A0-B10C59A3C1AC}" srcOrd="0" destOrd="0" presId="urn:microsoft.com/office/officeart/2005/8/layout/process4"/>
    <dgm:cxn modelId="{7419B2FC-1CB3-4272-B0FC-FAB14A327112}" type="presParOf" srcId="{15E0224E-4D9A-4462-9897-D88CE7494A9E}" destId="{B673B823-2818-4FAC-8329-B507B0BD467E}" srcOrd="1" destOrd="0" presId="urn:microsoft.com/office/officeart/2005/8/layout/process4"/>
    <dgm:cxn modelId="{5A15F425-250E-4056-A237-2FED3F60C7D3}" type="presParOf" srcId="{BB99D9C3-399F-4A17-85FC-E9BFB0C69C63}" destId="{F943FA7A-9A60-4E4E-8444-EBF71A9B48E1}" srcOrd="1" destOrd="0" presId="urn:microsoft.com/office/officeart/2005/8/layout/process4"/>
    <dgm:cxn modelId="{20718EB1-4332-4CB7-B41E-2638490B06EA}" type="presParOf" srcId="{BB99D9C3-399F-4A17-85FC-E9BFB0C69C63}" destId="{776D2384-83D5-4C3A-8EE5-1339471308DA}" srcOrd="2" destOrd="0" presId="urn:microsoft.com/office/officeart/2005/8/layout/process4"/>
    <dgm:cxn modelId="{0CCACE99-AC4B-4500-A86E-0745235D8337}" type="presParOf" srcId="{776D2384-83D5-4C3A-8EE5-1339471308DA}" destId="{904B901A-04E1-46D9-85CE-74CC4349F45D}" srcOrd="0" destOrd="0" presId="urn:microsoft.com/office/officeart/2005/8/layout/process4"/>
    <dgm:cxn modelId="{4C47C328-0C76-4ADF-9BBD-D32EF740C441}" type="presParOf" srcId="{776D2384-83D5-4C3A-8EE5-1339471308DA}" destId="{DF3C1F71-8F54-4C96-8D23-185F4D9C2507}" srcOrd="1" destOrd="0" presId="urn:microsoft.com/office/officeart/2005/8/layout/process4"/>
    <dgm:cxn modelId="{620CD016-4ABA-4CBB-89AC-2B8C62061255}" type="presParOf" srcId="{776D2384-83D5-4C3A-8EE5-1339471308DA}" destId="{5BBCCBC8-1141-40A1-97DC-A8E4DB7F2507}" srcOrd="2" destOrd="0" presId="urn:microsoft.com/office/officeart/2005/8/layout/process4"/>
    <dgm:cxn modelId="{09F8C5DD-8BF5-4DD6-A2A3-0519D900991F}" type="presParOf" srcId="{5BBCCBC8-1141-40A1-97DC-A8E4DB7F2507}" destId="{C3C86291-D5C2-49D0-8D20-81EC951ED21B}" srcOrd="0" destOrd="0" presId="urn:microsoft.com/office/officeart/2005/8/layout/process4"/>
    <dgm:cxn modelId="{A55A61C2-0D4A-4A67-95A7-F0F87D62F745}" type="presParOf" srcId="{5BBCCBC8-1141-40A1-97DC-A8E4DB7F2507}" destId="{56CE86E0-4C01-4701-9B7C-9ABA1DE8B1B9}" srcOrd="1" destOrd="0" presId="urn:microsoft.com/office/officeart/2005/8/layout/process4"/>
    <dgm:cxn modelId="{DC6B2B1C-FB5D-4438-AD11-B748C0E6C516}" type="presParOf" srcId="{BB99D9C3-399F-4A17-85FC-E9BFB0C69C63}" destId="{AA26690C-9748-400B-A076-70FA9BD013DF}" srcOrd="3" destOrd="0" presId="urn:microsoft.com/office/officeart/2005/8/layout/process4"/>
    <dgm:cxn modelId="{191590CD-8B98-4400-9867-BCA8CD732EB2}" type="presParOf" srcId="{BB99D9C3-399F-4A17-85FC-E9BFB0C69C63}" destId="{D50E3161-0C1B-4BC8-853F-755282CA70A1}" srcOrd="4" destOrd="0" presId="urn:microsoft.com/office/officeart/2005/8/layout/process4"/>
    <dgm:cxn modelId="{CBEF5E58-7870-46FF-9304-DEE087E9AF60}" type="presParOf" srcId="{D50E3161-0C1B-4BC8-853F-755282CA70A1}" destId="{C1B81B41-DE46-442B-900E-09EEBE249475}" srcOrd="0" destOrd="0" presId="urn:microsoft.com/office/officeart/2005/8/layout/process4"/>
    <dgm:cxn modelId="{1C5B6875-DAE1-4E48-BED2-BFC13A03E57F}" type="presParOf" srcId="{D50E3161-0C1B-4BC8-853F-755282CA70A1}" destId="{8EBCE749-7FFB-4B80-B5DC-1BB47DCE407F}" srcOrd="1" destOrd="0" presId="urn:microsoft.com/office/officeart/2005/8/layout/process4"/>
    <dgm:cxn modelId="{D912A448-1204-4D5F-813F-FB9F8F69BFFF}" type="presParOf" srcId="{D50E3161-0C1B-4BC8-853F-755282CA70A1}" destId="{91A01CF6-6CDD-428F-BAB7-51BF7FC13A6D}" srcOrd="2" destOrd="0" presId="urn:microsoft.com/office/officeart/2005/8/layout/process4"/>
    <dgm:cxn modelId="{026F8A52-03F5-4D15-B23E-DE76505F94BD}" type="presParOf" srcId="{91A01CF6-6CDD-428F-BAB7-51BF7FC13A6D}" destId="{760A086D-0E9C-4A50-8C95-7035D3D5E518}" srcOrd="0" destOrd="0" presId="urn:microsoft.com/office/officeart/2005/8/layout/process4"/>
    <dgm:cxn modelId="{568321A3-E1F9-46BC-9E81-F7F5572F94BB}" type="presParOf" srcId="{91A01CF6-6CDD-428F-BAB7-51BF7FC13A6D}" destId="{AA56D4DC-6399-4AB7-8D2C-6F38B6EBE105}" srcOrd="1" destOrd="0" presId="urn:microsoft.com/office/officeart/2005/8/layout/process4"/>
    <dgm:cxn modelId="{2534E52D-D32D-4C75-9B43-DBE72A3FD514}" type="presParOf" srcId="{BB99D9C3-399F-4A17-85FC-E9BFB0C69C63}" destId="{4EF352C8-70A4-41BA-908A-33B69ED63803}" srcOrd="5" destOrd="0" presId="urn:microsoft.com/office/officeart/2005/8/layout/process4"/>
    <dgm:cxn modelId="{19A8B74F-7C4E-418B-820F-BACB0CA129D5}" type="presParOf" srcId="{BB99D9C3-399F-4A17-85FC-E9BFB0C69C63}" destId="{A05CDE1C-B785-43EF-80BC-3BEB329F74FC}" srcOrd="6" destOrd="0" presId="urn:microsoft.com/office/officeart/2005/8/layout/process4"/>
    <dgm:cxn modelId="{D09AD2D6-E956-4B6F-A8CE-19C5EFAC4329}" type="presParOf" srcId="{A05CDE1C-B785-43EF-80BC-3BEB329F74FC}" destId="{9C62B803-AB9D-4B46-929D-9DE3F517FCF1}" srcOrd="0" destOrd="0" presId="urn:microsoft.com/office/officeart/2005/8/layout/process4"/>
    <dgm:cxn modelId="{48F65BBD-BDC8-4E8C-BFEE-95EA3F511F0F}" type="presParOf" srcId="{A05CDE1C-B785-43EF-80BC-3BEB329F74FC}" destId="{4B9BDBDB-DE59-4F98-B719-55C1A3AEA21C}" srcOrd="1" destOrd="0" presId="urn:microsoft.com/office/officeart/2005/8/layout/process4"/>
    <dgm:cxn modelId="{2144DF52-9472-4000-94FA-62F71B5E791A}" type="presParOf" srcId="{A05CDE1C-B785-43EF-80BC-3BEB329F74FC}" destId="{6DC6E746-AC9A-482E-939C-F4AC3FC35736}" srcOrd="2" destOrd="0" presId="urn:microsoft.com/office/officeart/2005/8/layout/process4"/>
    <dgm:cxn modelId="{CF5599C2-AFE7-4508-B239-5BE880CB47EC}" type="presParOf" srcId="{6DC6E746-AC9A-482E-939C-F4AC3FC35736}" destId="{7342DC29-7D4D-4449-80FB-F1BAF8C8F8DE}" srcOrd="0" destOrd="0" presId="urn:microsoft.com/office/officeart/2005/8/layout/process4"/>
    <dgm:cxn modelId="{906828F9-14E0-4B0A-AF2E-E987E9BD78DD}" type="presParOf" srcId="{6DC6E746-AC9A-482E-939C-F4AC3FC35736}" destId="{024A8176-A02D-4A1D-B96D-FE6A436A8CF4}" srcOrd="1" destOrd="0" presId="urn:microsoft.com/office/officeart/2005/8/layout/process4"/>
    <dgm:cxn modelId="{E69DDF33-287E-4832-A903-14146D8103E1}" type="presParOf" srcId="{BB99D9C3-399F-4A17-85FC-E9BFB0C69C63}" destId="{C13C4FC0-60A8-462B-AACF-856A77F06A64}" srcOrd="7" destOrd="0" presId="urn:microsoft.com/office/officeart/2005/8/layout/process4"/>
    <dgm:cxn modelId="{EA4F6E64-28DA-4A74-ABCA-B1C43FC40966}" type="presParOf" srcId="{BB99D9C3-399F-4A17-85FC-E9BFB0C69C63}" destId="{16FE90BF-3088-45B0-8D0F-C9A62F5DED0C}" srcOrd="8" destOrd="0" presId="urn:microsoft.com/office/officeart/2005/8/layout/process4"/>
    <dgm:cxn modelId="{C0B31A9D-26B7-44B3-BF71-CE2C85398206}" type="presParOf" srcId="{16FE90BF-3088-45B0-8D0F-C9A62F5DED0C}" destId="{E4CAD5E2-00CB-4A24-B350-0B497EF46955}" srcOrd="0" destOrd="0" presId="urn:microsoft.com/office/officeart/2005/8/layout/process4"/>
    <dgm:cxn modelId="{12754652-6788-4513-BAC9-AAAE874C3FCA}" type="presParOf" srcId="{16FE90BF-3088-45B0-8D0F-C9A62F5DED0C}" destId="{8BD40710-EC1B-4756-AF3F-079B500ABEFF}" srcOrd="1" destOrd="0" presId="urn:microsoft.com/office/officeart/2005/8/layout/process4"/>
    <dgm:cxn modelId="{8B48D904-5405-4442-BB34-68B7D009CEFC}" type="presParOf" srcId="{16FE90BF-3088-45B0-8D0F-C9A62F5DED0C}" destId="{D1445AAB-689E-430E-892B-AC4D7486A8E2}" srcOrd="2" destOrd="0" presId="urn:microsoft.com/office/officeart/2005/8/layout/process4"/>
    <dgm:cxn modelId="{86370FCF-43E8-4855-84B8-8554AC5117CF}" type="presParOf" srcId="{D1445AAB-689E-430E-892B-AC4D7486A8E2}" destId="{108324AE-8A87-4F92-AF48-C51F7603942D}" srcOrd="0" destOrd="0" presId="urn:microsoft.com/office/officeart/2005/8/layout/process4"/>
    <dgm:cxn modelId="{2206EB89-3E53-488C-92C5-1D369E076691}" type="presParOf" srcId="{D1445AAB-689E-430E-892B-AC4D7486A8E2}" destId="{14AF8EE8-7A86-456D-8770-357E18F2F07C}" srcOrd="1" destOrd="0" presId="urn:microsoft.com/office/officeart/2005/8/layout/process4"/>
    <dgm:cxn modelId="{7D8D412D-2313-40F1-9F4E-135E4934266B}" type="presParOf" srcId="{BB99D9C3-399F-4A17-85FC-E9BFB0C69C63}" destId="{97E2A366-191F-48FC-8442-5AD0C1A529D0}" srcOrd="9" destOrd="0" presId="urn:microsoft.com/office/officeart/2005/8/layout/process4"/>
    <dgm:cxn modelId="{430C0D04-8B87-4DFE-B0D7-7BD4DBF2AE0B}" type="presParOf" srcId="{BB99D9C3-399F-4A17-85FC-E9BFB0C69C63}" destId="{731BDFC3-59E1-4723-8B75-B1C639E945D0}" srcOrd="10" destOrd="0" presId="urn:microsoft.com/office/officeart/2005/8/layout/process4"/>
    <dgm:cxn modelId="{AB121BF9-821A-418D-A48A-9FC73B1E304B}" type="presParOf" srcId="{731BDFC3-59E1-4723-8B75-B1C639E945D0}" destId="{8BB1726A-1C04-4589-87F6-F3E7F1454743}" srcOrd="0" destOrd="0" presId="urn:microsoft.com/office/officeart/2005/8/layout/process4"/>
    <dgm:cxn modelId="{BF2F7F23-477C-43C4-88BD-C9855F5DC58E}" type="presParOf" srcId="{731BDFC3-59E1-4723-8B75-B1C639E945D0}" destId="{1981B64A-A7A4-4662-B7BA-11DDD876690E}" srcOrd="1" destOrd="0" presId="urn:microsoft.com/office/officeart/2005/8/layout/process4"/>
    <dgm:cxn modelId="{307B20DF-E800-4AEF-885A-55C3B6580C3A}" type="presParOf" srcId="{731BDFC3-59E1-4723-8B75-B1C639E945D0}" destId="{6CC10176-A977-4430-B7F0-11D947019F3F}" srcOrd="2" destOrd="0" presId="urn:microsoft.com/office/officeart/2005/8/layout/process4"/>
    <dgm:cxn modelId="{248ED912-10B4-4D68-A380-2A0717D0A7BA}" type="presParOf" srcId="{6CC10176-A977-4430-B7F0-11D947019F3F}" destId="{99C90F4B-D865-4C9E-8A27-1AE3B7652D44}" srcOrd="0" destOrd="0" presId="urn:microsoft.com/office/officeart/2005/8/layout/process4"/>
    <dgm:cxn modelId="{800D5C13-83F0-45D4-A8B9-42E4B3BB42C1}" type="presParOf" srcId="{6CC10176-A977-4430-B7F0-11D947019F3F}" destId="{CDA58DB2-12A8-4F8D-9E3C-28342C5F14C4}" srcOrd="1" destOrd="0" presId="urn:microsoft.com/office/officeart/2005/8/layout/process4"/>
    <dgm:cxn modelId="{7292DC68-BA86-4291-870B-3A37179361AD}" type="presParOf" srcId="{BB99D9C3-399F-4A17-85FC-E9BFB0C69C63}" destId="{92F831BA-43C3-40A5-9945-8F5CC0A8FCC6}" srcOrd="11" destOrd="0" presId="urn:microsoft.com/office/officeart/2005/8/layout/process4"/>
    <dgm:cxn modelId="{8AAD6646-E1A0-450B-B2F2-32A6491DF5F7}" type="presParOf" srcId="{BB99D9C3-399F-4A17-85FC-E9BFB0C69C63}" destId="{547AB8B5-4AA2-4E8E-9F27-6A9AA52D1D2F}" srcOrd="12" destOrd="0" presId="urn:microsoft.com/office/officeart/2005/8/layout/process4"/>
    <dgm:cxn modelId="{AF94CE96-E1C9-4479-A3F9-F73736E55900}" type="presParOf" srcId="{547AB8B5-4AA2-4E8E-9F27-6A9AA52D1D2F}" destId="{8B81361F-4014-4A15-A021-D10FB8A7F969}" srcOrd="0" destOrd="0" presId="urn:microsoft.com/office/officeart/2005/8/layout/process4"/>
    <dgm:cxn modelId="{555D8F10-6DBC-4BE7-98ED-9EDB0BBC5D0E}" type="presParOf" srcId="{547AB8B5-4AA2-4E8E-9F27-6A9AA52D1D2F}" destId="{95286426-7F42-4FE7-B6E7-B444E5304F71}" srcOrd="1" destOrd="0" presId="urn:microsoft.com/office/officeart/2005/8/layout/process4"/>
    <dgm:cxn modelId="{D13A15F7-283E-4DC9-B30C-3A3639F47DC6}" type="presParOf" srcId="{547AB8B5-4AA2-4E8E-9F27-6A9AA52D1D2F}" destId="{01B847C3-3659-4D68-A1F4-AE894A6E5701}" srcOrd="2" destOrd="0" presId="urn:microsoft.com/office/officeart/2005/8/layout/process4"/>
    <dgm:cxn modelId="{0C405344-4587-4770-8F56-F8AB6397E96B}" type="presParOf" srcId="{01B847C3-3659-4D68-A1F4-AE894A6E5701}" destId="{C345F868-F0FA-4F64-9403-E9E355EBC2D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rgbClr val="E6DEE3"/>
        </a:solidFill>
      </dgm:spPr>
      <dgm:t>
        <a:bodyPr/>
        <a:lstStyle/>
        <a:p>
          <a:r>
            <a:rPr lang="en-US" sz="1200" dirty="0"/>
            <a:t>Input Layer</a:t>
          </a:r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9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900"/>
        </a:p>
      </dgm:t>
    </dgm:pt>
    <dgm:pt modelId="{7287962C-2824-43BE-83EA-ECE5DBB3B11D}">
      <dgm:prSet phldrT="[Text]" custT="1"/>
      <dgm:spPr/>
      <dgm:t>
        <a:bodyPr/>
        <a:lstStyle/>
        <a:p>
          <a:r>
            <a:rPr lang="en-US" sz="1100" dirty="0"/>
            <a:t>Output Shape: (None, 224,224,3)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9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900"/>
        </a:p>
      </dgm:t>
    </dgm:pt>
    <dgm:pt modelId="{B8206422-3524-48CB-B80C-2B0C22E314BD}">
      <dgm:prSet phldrT="[Text]" custT="1"/>
      <dgm:spPr>
        <a:solidFill>
          <a:srgbClr val="E6DEE3"/>
        </a:solidFill>
      </dgm:spPr>
      <dgm:t>
        <a:bodyPr/>
        <a:lstStyle/>
        <a:p>
          <a:r>
            <a:rPr lang="en-US" sz="1200" dirty="0"/>
            <a:t>InceptionV3</a:t>
          </a:r>
        </a:p>
      </dgm:t>
    </dgm:pt>
    <dgm:pt modelId="{B96CC52B-E83A-4CD4-9911-A23E5399E24A}" type="parTrans" cxnId="{E3E4B460-61C4-4280-B856-BF296F1DE9D5}">
      <dgm:prSet/>
      <dgm:spPr/>
      <dgm:t>
        <a:bodyPr/>
        <a:lstStyle/>
        <a:p>
          <a:endParaRPr lang="en-US" sz="900"/>
        </a:p>
      </dgm:t>
    </dgm:pt>
    <dgm:pt modelId="{4155228F-F05F-490D-AD7F-44067C11F89B}" type="sibTrans" cxnId="{E3E4B460-61C4-4280-B856-BF296F1DE9D5}">
      <dgm:prSet/>
      <dgm:spPr/>
      <dgm:t>
        <a:bodyPr/>
        <a:lstStyle/>
        <a:p>
          <a:endParaRPr lang="en-US" sz="900"/>
        </a:p>
      </dgm:t>
    </dgm:pt>
    <dgm:pt modelId="{58D87447-2C00-4EEE-B646-83A8C851945F}">
      <dgm:prSet phldrT="[Text]" custT="1"/>
      <dgm:spPr/>
      <dgm:t>
        <a:bodyPr/>
        <a:lstStyle/>
        <a:p>
          <a:r>
            <a:rPr lang="en-US" sz="1100" dirty="0"/>
            <a:t>Input Shape: (None, 224, 224, 3)</a:t>
          </a:r>
        </a:p>
      </dgm:t>
    </dgm:pt>
    <dgm:pt modelId="{D6B6E75C-8A22-4A0C-9726-E6EDC8BB700D}" type="parTrans" cxnId="{73179E50-D7FD-46EE-AD36-CBC754499562}">
      <dgm:prSet/>
      <dgm:spPr/>
      <dgm:t>
        <a:bodyPr/>
        <a:lstStyle/>
        <a:p>
          <a:endParaRPr lang="en-US" sz="900"/>
        </a:p>
      </dgm:t>
    </dgm:pt>
    <dgm:pt modelId="{EBB5090B-9F36-4106-9377-BE7AFE19A905}" type="sibTrans" cxnId="{73179E50-D7FD-46EE-AD36-CBC754499562}">
      <dgm:prSet/>
      <dgm:spPr/>
      <dgm:t>
        <a:bodyPr/>
        <a:lstStyle/>
        <a:p>
          <a:endParaRPr lang="en-US" sz="900"/>
        </a:p>
      </dgm:t>
    </dgm:pt>
    <dgm:pt modelId="{C7765CED-E8B1-4CA5-B065-59AA9564DEC0}">
      <dgm:prSet phldrT="[Text]" custT="1"/>
      <dgm:spPr>
        <a:solidFill>
          <a:srgbClr val="E6DEE3"/>
        </a:solidFill>
      </dgm:spPr>
      <dgm:t>
        <a:bodyPr/>
        <a:lstStyle/>
        <a:p>
          <a:pPr>
            <a:spcAft>
              <a:spcPts val="0"/>
            </a:spcAft>
          </a:pPr>
          <a:r>
            <a:rPr lang="en-US" sz="1200" dirty="0"/>
            <a:t>Global AveragePooling2D</a:t>
          </a:r>
        </a:p>
      </dgm:t>
    </dgm:pt>
    <dgm:pt modelId="{39ABE68D-3278-4161-A9C0-F05803D3FA85}" type="parTrans" cxnId="{3E5BAB66-EE19-41AC-BCFF-6BFB47F8E6AB}">
      <dgm:prSet/>
      <dgm:spPr/>
      <dgm:t>
        <a:bodyPr/>
        <a:lstStyle/>
        <a:p>
          <a:endParaRPr lang="en-US" sz="900"/>
        </a:p>
      </dgm:t>
    </dgm:pt>
    <dgm:pt modelId="{A96FC06E-2AA6-49BA-A06F-54C03850DC86}" type="sibTrans" cxnId="{3E5BAB66-EE19-41AC-BCFF-6BFB47F8E6AB}">
      <dgm:prSet/>
      <dgm:spPr/>
      <dgm:t>
        <a:bodyPr/>
        <a:lstStyle/>
        <a:p>
          <a:endParaRPr lang="en-US" sz="900"/>
        </a:p>
      </dgm:t>
    </dgm:pt>
    <dgm:pt modelId="{4B887AE7-84B9-4702-ADBE-B5F3BAD0FDB0}">
      <dgm:prSet phldrT="[Text]" custT="1"/>
      <dgm:spPr/>
      <dgm:t>
        <a:bodyPr/>
        <a:lstStyle/>
        <a:p>
          <a:r>
            <a:rPr lang="en-US" sz="1100" dirty="0"/>
            <a:t>Input shape: (None, 5, 5, 2024)</a:t>
          </a:r>
        </a:p>
      </dgm:t>
    </dgm:pt>
    <dgm:pt modelId="{E0E6F78B-67E1-4595-9637-1A02936E821C}" type="parTrans" cxnId="{A232F70A-F72F-4AD3-B3EF-A03954A4C499}">
      <dgm:prSet/>
      <dgm:spPr/>
      <dgm:t>
        <a:bodyPr/>
        <a:lstStyle/>
        <a:p>
          <a:endParaRPr lang="en-US" sz="900"/>
        </a:p>
      </dgm:t>
    </dgm:pt>
    <dgm:pt modelId="{F874AD26-FFD7-4DC4-B6F6-332406CEAB31}" type="sibTrans" cxnId="{A232F70A-F72F-4AD3-B3EF-A03954A4C499}">
      <dgm:prSet/>
      <dgm:spPr/>
      <dgm:t>
        <a:bodyPr/>
        <a:lstStyle/>
        <a:p>
          <a:endParaRPr lang="en-US" sz="900"/>
        </a:p>
      </dgm:t>
    </dgm:pt>
    <dgm:pt modelId="{BA716E40-B94C-45EB-8B85-99601008989D}">
      <dgm:prSet phldrT="[Text]" custT="1"/>
      <dgm:spPr>
        <a:solidFill>
          <a:srgbClr val="E6DEE3"/>
        </a:solidFill>
      </dgm:spPr>
      <dgm:t>
        <a:bodyPr/>
        <a:lstStyle/>
        <a:p>
          <a:r>
            <a:rPr lang="en-US" sz="1200" dirty="0"/>
            <a:t>Dropout(0.4)</a:t>
          </a:r>
        </a:p>
      </dgm:t>
    </dgm:pt>
    <dgm:pt modelId="{B6612092-DB27-4F72-901A-B256BAD68871}" type="parTrans" cxnId="{3D4DA58C-1A1C-422E-877B-45E16375B387}">
      <dgm:prSet/>
      <dgm:spPr/>
      <dgm:t>
        <a:bodyPr/>
        <a:lstStyle/>
        <a:p>
          <a:endParaRPr lang="en-US" sz="900"/>
        </a:p>
      </dgm:t>
    </dgm:pt>
    <dgm:pt modelId="{B5536F7F-42E6-4D45-9D34-E95A3FB72953}" type="sibTrans" cxnId="{3D4DA58C-1A1C-422E-877B-45E16375B387}">
      <dgm:prSet/>
      <dgm:spPr/>
      <dgm:t>
        <a:bodyPr/>
        <a:lstStyle/>
        <a:p>
          <a:endParaRPr lang="en-US" sz="900"/>
        </a:p>
      </dgm:t>
    </dgm:pt>
    <dgm:pt modelId="{0DA7D919-7FEF-495B-B529-607982E3C2B7}">
      <dgm:prSet phldrT="[Text]" custT="1"/>
      <dgm:spPr>
        <a:solidFill>
          <a:srgbClr val="E6DEE3"/>
        </a:solidFill>
      </dgm:spPr>
      <dgm:t>
        <a:bodyPr/>
        <a:lstStyle/>
        <a:p>
          <a:pPr>
            <a:spcAft>
              <a:spcPts val="0"/>
            </a:spcAft>
          </a:pPr>
          <a:r>
            <a:rPr lang="en-US" sz="1200" dirty="0"/>
            <a:t>Dense (Activation: </a:t>
          </a:r>
          <a:r>
            <a:rPr lang="en-US" sz="1200" dirty="0" err="1"/>
            <a:t>relu</a:t>
          </a:r>
          <a:r>
            <a:rPr lang="en-US" sz="1200" dirty="0"/>
            <a:t>)</a:t>
          </a:r>
        </a:p>
      </dgm:t>
    </dgm:pt>
    <dgm:pt modelId="{380316A4-E10D-4BAE-8184-E7BE354A4B3B}" type="parTrans" cxnId="{0DCE4A28-F68E-41D0-8C6B-2A4AAD863945}">
      <dgm:prSet/>
      <dgm:spPr/>
      <dgm:t>
        <a:bodyPr/>
        <a:lstStyle/>
        <a:p>
          <a:endParaRPr lang="en-US" sz="900"/>
        </a:p>
      </dgm:t>
    </dgm:pt>
    <dgm:pt modelId="{559ACF4E-3EEB-4845-9ABE-8A92318C1DED}" type="sibTrans" cxnId="{0DCE4A28-F68E-41D0-8C6B-2A4AAD863945}">
      <dgm:prSet/>
      <dgm:spPr/>
      <dgm:t>
        <a:bodyPr/>
        <a:lstStyle/>
        <a:p>
          <a:endParaRPr lang="en-US" sz="900"/>
        </a:p>
      </dgm:t>
    </dgm:pt>
    <dgm:pt modelId="{3A460D4B-0FBE-40D4-A51C-B86FC0CBAA31}">
      <dgm:prSet phldrT="[Text]" custT="1"/>
      <dgm:spPr/>
      <dgm:t>
        <a:bodyPr/>
        <a:lstStyle/>
        <a:p>
          <a:r>
            <a:rPr lang="en-US" sz="1100" dirty="0"/>
            <a:t>Input shape: (None, 2024)</a:t>
          </a:r>
        </a:p>
      </dgm:t>
    </dgm:pt>
    <dgm:pt modelId="{3F6D5842-BC40-4F68-A0E7-E848DF56F4BD}" type="parTrans" cxnId="{A4704C68-B926-4220-9A49-3C5AF708DF2F}">
      <dgm:prSet/>
      <dgm:spPr/>
      <dgm:t>
        <a:bodyPr/>
        <a:lstStyle/>
        <a:p>
          <a:endParaRPr lang="en-US" sz="900"/>
        </a:p>
      </dgm:t>
    </dgm:pt>
    <dgm:pt modelId="{40F96AF7-3F3B-42CD-837F-B673C44E5649}" type="sibTrans" cxnId="{A4704C68-B926-4220-9A49-3C5AF708DF2F}">
      <dgm:prSet/>
      <dgm:spPr/>
      <dgm:t>
        <a:bodyPr/>
        <a:lstStyle/>
        <a:p>
          <a:endParaRPr lang="en-US" sz="900"/>
        </a:p>
      </dgm:t>
    </dgm:pt>
    <dgm:pt modelId="{3DCA89B7-E275-40EF-8E02-50CB624720EB}">
      <dgm:prSet phldrT="[Text]" custT="1"/>
      <dgm:spPr/>
      <dgm:t>
        <a:bodyPr/>
        <a:lstStyle/>
        <a:p>
          <a:r>
            <a:rPr lang="en-US" sz="1100" dirty="0"/>
            <a:t>Output Shape: (None, 5, 5, 2024)</a:t>
          </a:r>
        </a:p>
      </dgm:t>
    </dgm:pt>
    <dgm:pt modelId="{5ADD0181-9FC5-4940-ACE1-42392218B640}" type="parTrans" cxnId="{28ECEC14-99E7-4BEF-B855-86E728714321}">
      <dgm:prSet/>
      <dgm:spPr/>
      <dgm:t>
        <a:bodyPr/>
        <a:lstStyle/>
        <a:p>
          <a:endParaRPr lang="en-US" sz="900"/>
        </a:p>
      </dgm:t>
    </dgm:pt>
    <dgm:pt modelId="{14360CA7-4DC9-4EC7-8822-9B68A256FD58}" type="sibTrans" cxnId="{28ECEC14-99E7-4BEF-B855-86E728714321}">
      <dgm:prSet/>
      <dgm:spPr/>
      <dgm:t>
        <a:bodyPr/>
        <a:lstStyle/>
        <a:p>
          <a:endParaRPr lang="en-US" sz="900"/>
        </a:p>
      </dgm:t>
    </dgm:pt>
    <dgm:pt modelId="{52ABD3F9-1043-434F-B72F-7C87596ED087}">
      <dgm:prSet phldrT="[Text]" custT="1"/>
      <dgm:spPr/>
      <dgm:t>
        <a:bodyPr/>
        <a:lstStyle/>
        <a:p>
          <a:r>
            <a:rPr lang="en-US" sz="1100" dirty="0"/>
            <a:t>Output shape: (None, 2024)</a:t>
          </a:r>
        </a:p>
      </dgm:t>
    </dgm:pt>
    <dgm:pt modelId="{59D78795-5937-4EE0-AEEA-ECACFD6DCDD5}" type="parTrans" cxnId="{D283B81C-2802-4E21-B3DB-AC6ACB1BE2DD}">
      <dgm:prSet/>
      <dgm:spPr/>
      <dgm:t>
        <a:bodyPr/>
        <a:lstStyle/>
        <a:p>
          <a:endParaRPr lang="en-US" sz="900"/>
        </a:p>
      </dgm:t>
    </dgm:pt>
    <dgm:pt modelId="{25059442-7F94-4BE4-95E9-B30599153C4F}" type="sibTrans" cxnId="{D283B81C-2802-4E21-B3DB-AC6ACB1BE2DD}">
      <dgm:prSet/>
      <dgm:spPr/>
      <dgm:t>
        <a:bodyPr/>
        <a:lstStyle/>
        <a:p>
          <a:endParaRPr lang="en-US" sz="900"/>
        </a:p>
      </dgm:t>
    </dgm:pt>
    <dgm:pt modelId="{A27AEEDF-B342-494F-8A03-2B7045D359E7}">
      <dgm:prSet phldrT="[Text]" custT="1"/>
      <dgm:spPr/>
      <dgm:t>
        <a:bodyPr/>
        <a:lstStyle/>
        <a:p>
          <a:r>
            <a:rPr lang="en-US" sz="1100" dirty="0"/>
            <a:t>Input shape: (None, 2024)</a:t>
          </a:r>
        </a:p>
      </dgm:t>
    </dgm:pt>
    <dgm:pt modelId="{AB90CEC9-714E-41A8-9609-180B07EBC275}" type="parTrans" cxnId="{2932B472-6114-4BBC-ABC3-C8AEAA405D6A}">
      <dgm:prSet/>
      <dgm:spPr/>
      <dgm:t>
        <a:bodyPr/>
        <a:lstStyle/>
        <a:p>
          <a:endParaRPr lang="en-US" sz="900"/>
        </a:p>
      </dgm:t>
    </dgm:pt>
    <dgm:pt modelId="{EE240AF6-8E75-4D88-9C90-D6C3B0341A2E}" type="sibTrans" cxnId="{2932B472-6114-4BBC-ABC3-C8AEAA405D6A}">
      <dgm:prSet/>
      <dgm:spPr/>
      <dgm:t>
        <a:bodyPr/>
        <a:lstStyle/>
        <a:p>
          <a:endParaRPr lang="en-US" sz="900"/>
        </a:p>
      </dgm:t>
    </dgm:pt>
    <dgm:pt modelId="{0CF181AE-3054-497B-BC2E-1549ED901EFB}">
      <dgm:prSet phldrT="[Text]" custT="1"/>
      <dgm:spPr/>
      <dgm:t>
        <a:bodyPr/>
        <a:lstStyle/>
        <a:p>
          <a:r>
            <a:rPr lang="en-US" sz="1100" dirty="0"/>
            <a:t>Output shape: (None, 2024)</a:t>
          </a:r>
        </a:p>
      </dgm:t>
    </dgm:pt>
    <dgm:pt modelId="{5F20D6A6-0D1C-44E5-B53E-875FF1A5B901}" type="parTrans" cxnId="{3F93E5AD-5F8F-44FF-A4F5-46419B940B86}">
      <dgm:prSet/>
      <dgm:spPr/>
      <dgm:t>
        <a:bodyPr/>
        <a:lstStyle/>
        <a:p>
          <a:endParaRPr lang="en-US" sz="900"/>
        </a:p>
      </dgm:t>
    </dgm:pt>
    <dgm:pt modelId="{01DF4BEE-3E64-4352-877D-98A84E726992}" type="sibTrans" cxnId="{3F93E5AD-5F8F-44FF-A4F5-46419B940B86}">
      <dgm:prSet/>
      <dgm:spPr/>
      <dgm:t>
        <a:bodyPr/>
        <a:lstStyle/>
        <a:p>
          <a:endParaRPr lang="en-US" sz="900"/>
        </a:p>
      </dgm:t>
    </dgm:pt>
    <dgm:pt modelId="{0E933868-1562-4B6C-B4E4-8A37867A9B22}">
      <dgm:prSet phldrT="[Text]" custT="1"/>
      <dgm:spPr/>
      <dgm:t>
        <a:bodyPr/>
        <a:lstStyle/>
        <a:p>
          <a:r>
            <a:rPr lang="en-US" sz="1100" dirty="0"/>
            <a:t>Output shape: (None, 256)</a:t>
          </a:r>
        </a:p>
      </dgm:t>
    </dgm:pt>
    <dgm:pt modelId="{62112D4A-2EAA-4169-8D7D-0A7B2F97FA4F}" type="parTrans" cxnId="{C377EF16-F537-4FC4-9AEA-72F571F21690}">
      <dgm:prSet/>
      <dgm:spPr/>
      <dgm:t>
        <a:bodyPr/>
        <a:lstStyle/>
        <a:p>
          <a:endParaRPr lang="en-US" sz="900"/>
        </a:p>
      </dgm:t>
    </dgm:pt>
    <dgm:pt modelId="{06A54F93-0A4F-4992-AD50-8ACE5A840A03}" type="sibTrans" cxnId="{C377EF16-F537-4FC4-9AEA-72F571F21690}">
      <dgm:prSet/>
      <dgm:spPr/>
      <dgm:t>
        <a:bodyPr/>
        <a:lstStyle/>
        <a:p>
          <a:endParaRPr lang="en-US" sz="900"/>
        </a:p>
      </dgm:t>
    </dgm:pt>
    <dgm:pt modelId="{28D2E7A2-A22E-44FF-80AC-3752D96B8222}">
      <dgm:prSet phldrT="[Text]" custT="1"/>
      <dgm:spPr>
        <a:solidFill>
          <a:srgbClr val="E6DEE3"/>
        </a:solidFill>
      </dgm:spPr>
      <dgm:t>
        <a:bodyPr/>
        <a:lstStyle/>
        <a:p>
          <a:r>
            <a:rPr lang="en-US" sz="1200" dirty="0"/>
            <a:t>Dense (Activation: </a:t>
          </a:r>
          <a:r>
            <a:rPr lang="en-US" sz="1200" dirty="0" err="1"/>
            <a:t>softmax</a:t>
          </a:r>
          <a:r>
            <a:rPr lang="en-US" sz="1200" dirty="0"/>
            <a:t>)</a:t>
          </a:r>
        </a:p>
      </dgm:t>
    </dgm:pt>
    <dgm:pt modelId="{C75D849E-D0E3-4BA8-A475-3AB0D44DB765}" type="parTrans" cxnId="{02DBBFFD-66F6-45D6-99D4-9D6C4C05569F}">
      <dgm:prSet/>
      <dgm:spPr/>
      <dgm:t>
        <a:bodyPr/>
        <a:lstStyle/>
        <a:p>
          <a:endParaRPr lang="en-US" sz="900"/>
        </a:p>
      </dgm:t>
    </dgm:pt>
    <dgm:pt modelId="{A6029F94-57AF-40DC-A08B-05F950D52522}" type="sibTrans" cxnId="{02DBBFFD-66F6-45D6-99D4-9D6C4C05569F}">
      <dgm:prSet/>
      <dgm:spPr/>
      <dgm:t>
        <a:bodyPr/>
        <a:lstStyle/>
        <a:p>
          <a:endParaRPr lang="en-US" sz="900"/>
        </a:p>
      </dgm:t>
    </dgm:pt>
    <dgm:pt modelId="{9A7C40F9-8D4D-4EF6-86DB-1605A01CB49E}">
      <dgm:prSet phldrT="[Text]" custT="1"/>
      <dgm:spPr/>
      <dgm:t>
        <a:bodyPr/>
        <a:lstStyle/>
        <a:p>
          <a:r>
            <a:rPr lang="en-US" sz="1100" dirty="0"/>
            <a:t>Input shape: (None, 256)</a:t>
          </a:r>
        </a:p>
      </dgm:t>
    </dgm:pt>
    <dgm:pt modelId="{84453DD1-2ACA-49DD-8115-D93BBE887AE4}" type="parTrans" cxnId="{8A1AE5D6-BE56-43C8-BB6A-410112F9FEF6}">
      <dgm:prSet/>
      <dgm:spPr/>
      <dgm:t>
        <a:bodyPr/>
        <a:lstStyle/>
        <a:p>
          <a:endParaRPr lang="en-US" sz="900"/>
        </a:p>
      </dgm:t>
    </dgm:pt>
    <dgm:pt modelId="{26E98BE5-6511-41B2-A05C-2C643A80C522}" type="sibTrans" cxnId="{8A1AE5D6-BE56-43C8-BB6A-410112F9FEF6}">
      <dgm:prSet/>
      <dgm:spPr/>
      <dgm:t>
        <a:bodyPr/>
        <a:lstStyle/>
        <a:p>
          <a:endParaRPr lang="en-US" sz="900"/>
        </a:p>
      </dgm:t>
    </dgm:pt>
    <dgm:pt modelId="{F7A33AFC-BE04-478F-B67B-9C4AF15C1176}">
      <dgm:prSet phldrT="[Text]" custT="1"/>
      <dgm:spPr/>
      <dgm:t>
        <a:bodyPr/>
        <a:lstStyle/>
        <a:p>
          <a:r>
            <a:rPr lang="en-US" sz="1100" dirty="0"/>
            <a:t>Output shape: (None, 4)</a:t>
          </a:r>
        </a:p>
      </dgm:t>
    </dgm:pt>
    <dgm:pt modelId="{7C2726D0-73E5-4DB7-B850-1F18DF59FF73}" type="parTrans" cxnId="{7AE502D9-CD5E-4839-B96A-8AF86EC59A97}">
      <dgm:prSet/>
      <dgm:spPr/>
      <dgm:t>
        <a:bodyPr/>
        <a:lstStyle/>
        <a:p>
          <a:endParaRPr lang="en-US" sz="900"/>
        </a:p>
      </dgm:t>
    </dgm:pt>
    <dgm:pt modelId="{AA6D49D3-E24D-4AA3-B839-7F12AD880B7B}" type="sibTrans" cxnId="{7AE502D9-CD5E-4839-B96A-8AF86EC59A97}">
      <dgm:prSet/>
      <dgm:spPr/>
      <dgm:t>
        <a:bodyPr/>
        <a:lstStyle/>
        <a:p>
          <a:endParaRPr lang="en-US" sz="900"/>
        </a:p>
      </dgm:t>
    </dgm:pt>
    <dgm:pt modelId="{23F0D700-248C-4E65-9B42-649DE5A464EF}">
      <dgm:prSet phldrT="[Text]" custT="1"/>
      <dgm:spPr>
        <a:solidFill>
          <a:srgbClr val="E6DEE3"/>
        </a:solidFill>
      </dgm:spPr>
      <dgm:t>
        <a:bodyPr/>
        <a:lstStyle/>
        <a:p>
          <a:r>
            <a:rPr lang="en-US" sz="1200" dirty="0"/>
            <a:t>Dropout(0.3)</a:t>
          </a:r>
        </a:p>
      </dgm:t>
    </dgm:pt>
    <dgm:pt modelId="{93256D74-ACFF-4CCF-9387-AB3EB226C16F}" type="parTrans" cxnId="{AB847D59-1151-4BAF-8784-A1722EA16CC4}">
      <dgm:prSet/>
      <dgm:spPr/>
      <dgm:t>
        <a:bodyPr/>
        <a:lstStyle/>
        <a:p>
          <a:endParaRPr lang="en-US" sz="900"/>
        </a:p>
      </dgm:t>
    </dgm:pt>
    <dgm:pt modelId="{F6464F4C-ED77-44EA-98D0-C0E3AC4BBE81}" type="sibTrans" cxnId="{AB847D59-1151-4BAF-8784-A1722EA16CC4}">
      <dgm:prSet/>
      <dgm:spPr/>
      <dgm:t>
        <a:bodyPr/>
        <a:lstStyle/>
        <a:p>
          <a:endParaRPr lang="en-US" sz="900"/>
        </a:p>
      </dgm:t>
    </dgm:pt>
    <dgm:pt modelId="{51BE1960-2CD6-4128-AC31-07FA460C5839}">
      <dgm:prSet phldrT="[Text]" custT="1"/>
      <dgm:spPr/>
      <dgm:t>
        <a:bodyPr/>
        <a:lstStyle/>
        <a:p>
          <a:r>
            <a:rPr lang="en-US" sz="1100" dirty="0"/>
            <a:t>Output shape: (None, 256)</a:t>
          </a:r>
        </a:p>
      </dgm:t>
    </dgm:pt>
    <dgm:pt modelId="{187CD04F-A0DC-456D-AA34-1FAF0C827D02}" type="parTrans" cxnId="{97524692-290F-48E0-8627-0B83C1CA8E0C}">
      <dgm:prSet/>
      <dgm:spPr/>
      <dgm:t>
        <a:bodyPr/>
        <a:lstStyle/>
        <a:p>
          <a:endParaRPr lang="en-US" sz="900"/>
        </a:p>
      </dgm:t>
    </dgm:pt>
    <dgm:pt modelId="{523199C2-7B7E-4E7B-B14B-769850D22E14}" type="sibTrans" cxnId="{97524692-290F-48E0-8627-0B83C1CA8E0C}">
      <dgm:prSet/>
      <dgm:spPr/>
      <dgm:t>
        <a:bodyPr/>
        <a:lstStyle/>
        <a:p>
          <a:endParaRPr lang="en-US" sz="900"/>
        </a:p>
      </dgm:t>
    </dgm:pt>
    <dgm:pt modelId="{93C7BA54-FD71-4068-A205-E76930130F90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100" dirty="0"/>
            <a:t>Input shape: (None, 256)</a:t>
          </a:r>
        </a:p>
      </dgm:t>
    </dgm:pt>
    <dgm:pt modelId="{61C0B8B9-049D-4A09-8375-F93BABF4C43F}" type="parTrans" cxnId="{CD09404F-06EA-4DAF-B44E-5B3DEE771FC3}">
      <dgm:prSet/>
      <dgm:spPr/>
      <dgm:t>
        <a:bodyPr/>
        <a:lstStyle/>
        <a:p>
          <a:endParaRPr lang="en-US" sz="900"/>
        </a:p>
      </dgm:t>
    </dgm:pt>
    <dgm:pt modelId="{A3A99AFB-D720-47E9-A3FA-CFD5CE6F1E24}" type="sibTrans" cxnId="{CD09404F-06EA-4DAF-B44E-5B3DEE771FC3}">
      <dgm:prSet/>
      <dgm:spPr/>
      <dgm:t>
        <a:bodyPr/>
        <a:lstStyle/>
        <a:p>
          <a:endParaRPr lang="en-US" sz="900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77B5D535-2405-4000-A2DD-58018310FCD4}" type="pres">
      <dgm:prSet presAssocID="{28D2E7A2-A22E-44FF-80AC-3752D96B8222}" presName="boxAndChildren" presStyleCnt="0"/>
      <dgm:spPr/>
    </dgm:pt>
    <dgm:pt modelId="{A658D9E1-F34A-4ADD-B9F4-833C4F194DED}" type="pres">
      <dgm:prSet presAssocID="{28D2E7A2-A22E-44FF-80AC-3752D96B8222}" presName="parentTextBox" presStyleLbl="node1" presStyleIdx="0" presStyleCnt="7"/>
      <dgm:spPr/>
    </dgm:pt>
    <dgm:pt modelId="{443F459C-32CF-4200-B6D0-AA019D216B16}" type="pres">
      <dgm:prSet presAssocID="{28D2E7A2-A22E-44FF-80AC-3752D96B8222}" presName="entireBox" presStyleLbl="node1" presStyleIdx="0" presStyleCnt="7" custScaleY="51316"/>
      <dgm:spPr/>
    </dgm:pt>
    <dgm:pt modelId="{15E0224E-4D9A-4462-9897-D88CE7494A9E}" type="pres">
      <dgm:prSet presAssocID="{28D2E7A2-A22E-44FF-80AC-3752D96B8222}" presName="descendantBox" presStyleCnt="0"/>
      <dgm:spPr/>
    </dgm:pt>
    <dgm:pt modelId="{BE8C424B-FE04-4B52-87A0-B10C59A3C1AC}" type="pres">
      <dgm:prSet presAssocID="{9A7C40F9-8D4D-4EF6-86DB-1605A01CB49E}" presName="childTextBox" presStyleLbl="fgAccFollowNode1" presStyleIdx="0" presStyleCnt="13">
        <dgm:presLayoutVars>
          <dgm:bulletEnabled val="1"/>
        </dgm:presLayoutVars>
      </dgm:prSet>
      <dgm:spPr/>
    </dgm:pt>
    <dgm:pt modelId="{B673B823-2818-4FAC-8329-B507B0BD467E}" type="pres">
      <dgm:prSet presAssocID="{F7A33AFC-BE04-478F-B67B-9C4AF15C1176}" presName="childTextBox" presStyleLbl="fgAccFollowNode1" presStyleIdx="1" presStyleCnt="13">
        <dgm:presLayoutVars>
          <dgm:bulletEnabled val="1"/>
        </dgm:presLayoutVars>
      </dgm:prSet>
      <dgm:spPr/>
    </dgm:pt>
    <dgm:pt modelId="{F943FA7A-9A60-4E4E-8444-EBF71A9B48E1}" type="pres">
      <dgm:prSet presAssocID="{F6464F4C-ED77-44EA-98D0-C0E3AC4BBE81}" presName="sp" presStyleCnt="0"/>
      <dgm:spPr/>
    </dgm:pt>
    <dgm:pt modelId="{776D2384-83D5-4C3A-8EE5-1339471308DA}" type="pres">
      <dgm:prSet presAssocID="{23F0D700-248C-4E65-9B42-649DE5A464EF}" presName="arrowAndChildren" presStyleCnt="0"/>
      <dgm:spPr/>
    </dgm:pt>
    <dgm:pt modelId="{904B901A-04E1-46D9-85CE-74CC4349F45D}" type="pres">
      <dgm:prSet presAssocID="{23F0D700-248C-4E65-9B42-649DE5A464EF}" presName="parentTextArrow" presStyleLbl="node1" presStyleIdx="0" presStyleCnt="7"/>
      <dgm:spPr/>
    </dgm:pt>
    <dgm:pt modelId="{DF3C1F71-8F54-4C96-8D23-185F4D9C2507}" type="pres">
      <dgm:prSet presAssocID="{23F0D700-248C-4E65-9B42-649DE5A464EF}" presName="arrow" presStyleLbl="node1" presStyleIdx="1" presStyleCnt="7" custScaleY="62093"/>
      <dgm:spPr/>
    </dgm:pt>
    <dgm:pt modelId="{5BBCCBC8-1141-40A1-97DC-A8E4DB7F2507}" type="pres">
      <dgm:prSet presAssocID="{23F0D700-248C-4E65-9B42-649DE5A464EF}" presName="descendantArrow" presStyleCnt="0"/>
      <dgm:spPr/>
    </dgm:pt>
    <dgm:pt modelId="{C3C86291-D5C2-49D0-8D20-81EC951ED21B}" type="pres">
      <dgm:prSet presAssocID="{93C7BA54-FD71-4068-A205-E76930130F90}" presName="childTextArrow" presStyleLbl="fgAccFollowNode1" presStyleIdx="2" presStyleCnt="13">
        <dgm:presLayoutVars>
          <dgm:bulletEnabled val="1"/>
        </dgm:presLayoutVars>
      </dgm:prSet>
      <dgm:spPr/>
    </dgm:pt>
    <dgm:pt modelId="{56CE86E0-4C01-4701-9B7C-9ABA1DE8B1B9}" type="pres">
      <dgm:prSet presAssocID="{51BE1960-2CD6-4128-AC31-07FA460C5839}" presName="childTextArrow" presStyleLbl="fgAccFollowNode1" presStyleIdx="3" presStyleCnt="13">
        <dgm:presLayoutVars>
          <dgm:bulletEnabled val="1"/>
        </dgm:presLayoutVars>
      </dgm:prSet>
      <dgm:spPr/>
    </dgm:pt>
    <dgm:pt modelId="{AA26690C-9748-400B-A076-70FA9BD013DF}" type="pres">
      <dgm:prSet presAssocID="{559ACF4E-3EEB-4845-9ABE-8A92318C1DED}" presName="sp" presStyleCnt="0"/>
      <dgm:spPr/>
    </dgm:pt>
    <dgm:pt modelId="{D50E3161-0C1B-4BC8-853F-755282CA70A1}" type="pres">
      <dgm:prSet presAssocID="{0DA7D919-7FEF-495B-B529-607982E3C2B7}" presName="arrowAndChildren" presStyleCnt="0"/>
      <dgm:spPr/>
    </dgm:pt>
    <dgm:pt modelId="{C1B81B41-DE46-442B-900E-09EEBE249475}" type="pres">
      <dgm:prSet presAssocID="{0DA7D919-7FEF-495B-B529-607982E3C2B7}" presName="parentTextArrow" presStyleLbl="node1" presStyleIdx="1" presStyleCnt="7"/>
      <dgm:spPr/>
    </dgm:pt>
    <dgm:pt modelId="{8EBCE749-7FFB-4B80-B5DC-1BB47DCE407F}" type="pres">
      <dgm:prSet presAssocID="{0DA7D919-7FEF-495B-B529-607982E3C2B7}" presName="arrow" presStyleLbl="node1" presStyleIdx="2" presStyleCnt="7" custScaleY="68302"/>
      <dgm:spPr/>
    </dgm:pt>
    <dgm:pt modelId="{91A01CF6-6CDD-428F-BAB7-51BF7FC13A6D}" type="pres">
      <dgm:prSet presAssocID="{0DA7D919-7FEF-495B-B529-607982E3C2B7}" presName="descendantArrow" presStyleCnt="0"/>
      <dgm:spPr/>
    </dgm:pt>
    <dgm:pt modelId="{760A086D-0E9C-4A50-8C95-7035D3D5E518}" type="pres">
      <dgm:prSet presAssocID="{3A460D4B-0FBE-40D4-A51C-B86FC0CBAA31}" presName="childTextArrow" presStyleLbl="fgAccFollowNode1" presStyleIdx="4" presStyleCnt="13">
        <dgm:presLayoutVars>
          <dgm:bulletEnabled val="1"/>
        </dgm:presLayoutVars>
      </dgm:prSet>
      <dgm:spPr/>
    </dgm:pt>
    <dgm:pt modelId="{AA56D4DC-6399-4AB7-8D2C-6F38B6EBE105}" type="pres">
      <dgm:prSet presAssocID="{0E933868-1562-4B6C-B4E4-8A37867A9B22}" presName="childTextArrow" presStyleLbl="fgAccFollowNode1" presStyleIdx="5" presStyleCnt="13">
        <dgm:presLayoutVars>
          <dgm:bulletEnabled val="1"/>
        </dgm:presLayoutVars>
      </dgm:prSet>
      <dgm:spPr/>
    </dgm:pt>
    <dgm:pt modelId="{4EF352C8-70A4-41BA-908A-33B69ED63803}" type="pres">
      <dgm:prSet presAssocID="{B5536F7F-42E6-4D45-9D34-E95A3FB72953}" presName="sp" presStyleCnt="0"/>
      <dgm:spPr/>
    </dgm:pt>
    <dgm:pt modelId="{A05CDE1C-B785-43EF-80BC-3BEB329F74FC}" type="pres">
      <dgm:prSet presAssocID="{BA716E40-B94C-45EB-8B85-99601008989D}" presName="arrowAndChildren" presStyleCnt="0"/>
      <dgm:spPr/>
    </dgm:pt>
    <dgm:pt modelId="{9C62B803-AB9D-4B46-929D-9DE3F517FCF1}" type="pres">
      <dgm:prSet presAssocID="{BA716E40-B94C-45EB-8B85-99601008989D}" presName="parentTextArrow" presStyleLbl="node1" presStyleIdx="2" presStyleCnt="7"/>
      <dgm:spPr/>
    </dgm:pt>
    <dgm:pt modelId="{4B9BDBDB-DE59-4F98-B719-55C1A3AEA21C}" type="pres">
      <dgm:prSet presAssocID="{BA716E40-B94C-45EB-8B85-99601008989D}" presName="arrow" presStyleLbl="node1" presStyleIdx="3" presStyleCnt="7" custScaleY="62093"/>
      <dgm:spPr/>
    </dgm:pt>
    <dgm:pt modelId="{6DC6E746-AC9A-482E-939C-F4AC3FC35736}" type="pres">
      <dgm:prSet presAssocID="{BA716E40-B94C-45EB-8B85-99601008989D}" presName="descendantArrow" presStyleCnt="0"/>
      <dgm:spPr/>
    </dgm:pt>
    <dgm:pt modelId="{7342DC29-7D4D-4449-80FB-F1BAF8C8F8DE}" type="pres">
      <dgm:prSet presAssocID="{A27AEEDF-B342-494F-8A03-2B7045D359E7}" presName="childTextArrow" presStyleLbl="fgAccFollowNode1" presStyleIdx="6" presStyleCnt="13">
        <dgm:presLayoutVars>
          <dgm:bulletEnabled val="1"/>
        </dgm:presLayoutVars>
      </dgm:prSet>
      <dgm:spPr/>
    </dgm:pt>
    <dgm:pt modelId="{024A8176-A02D-4A1D-B96D-FE6A436A8CF4}" type="pres">
      <dgm:prSet presAssocID="{0CF181AE-3054-497B-BC2E-1549ED901EFB}" presName="childTextArrow" presStyleLbl="fgAccFollowNode1" presStyleIdx="7" presStyleCnt="13">
        <dgm:presLayoutVars>
          <dgm:bulletEnabled val="1"/>
        </dgm:presLayoutVars>
      </dgm:prSet>
      <dgm:spPr/>
    </dgm:pt>
    <dgm:pt modelId="{C13C4FC0-60A8-462B-AACF-856A77F06A64}" type="pres">
      <dgm:prSet presAssocID="{A96FC06E-2AA6-49BA-A06F-54C03850DC86}" presName="sp" presStyleCnt="0"/>
      <dgm:spPr/>
    </dgm:pt>
    <dgm:pt modelId="{16FE90BF-3088-45B0-8D0F-C9A62F5DED0C}" type="pres">
      <dgm:prSet presAssocID="{C7765CED-E8B1-4CA5-B065-59AA9564DEC0}" presName="arrowAndChildren" presStyleCnt="0"/>
      <dgm:spPr/>
    </dgm:pt>
    <dgm:pt modelId="{E4CAD5E2-00CB-4A24-B350-0B497EF46955}" type="pres">
      <dgm:prSet presAssocID="{C7765CED-E8B1-4CA5-B065-59AA9564DEC0}" presName="parentTextArrow" presStyleLbl="node1" presStyleIdx="3" presStyleCnt="7"/>
      <dgm:spPr/>
    </dgm:pt>
    <dgm:pt modelId="{8BD40710-EC1B-4756-AF3F-079B500ABEFF}" type="pres">
      <dgm:prSet presAssocID="{C7765CED-E8B1-4CA5-B065-59AA9564DEC0}" presName="arrow" presStyleLbl="node1" presStyleIdx="4" presStyleCnt="7" custScaleY="62093"/>
      <dgm:spPr/>
    </dgm:pt>
    <dgm:pt modelId="{D1445AAB-689E-430E-892B-AC4D7486A8E2}" type="pres">
      <dgm:prSet presAssocID="{C7765CED-E8B1-4CA5-B065-59AA9564DEC0}" presName="descendantArrow" presStyleCnt="0"/>
      <dgm:spPr/>
    </dgm:pt>
    <dgm:pt modelId="{108324AE-8A87-4F92-AF48-C51F7603942D}" type="pres">
      <dgm:prSet presAssocID="{4B887AE7-84B9-4702-ADBE-B5F3BAD0FDB0}" presName="childTextArrow" presStyleLbl="fgAccFollowNode1" presStyleIdx="8" presStyleCnt="13">
        <dgm:presLayoutVars>
          <dgm:bulletEnabled val="1"/>
        </dgm:presLayoutVars>
      </dgm:prSet>
      <dgm:spPr/>
    </dgm:pt>
    <dgm:pt modelId="{14AF8EE8-7A86-456D-8770-357E18F2F07C}" type="pres">
      <dgm:prSet presAssocID="{52ABD3F9-1043-434F-B72F-7C87596ED087}" presName="childTextArrow" presStyleLbl="fgAccFollowNode1" presStyleIdx="9" presStyleCnt="13">
        <dgm:presLayoutVars>
          <dgm:bulletEnabled val="1"/>
        </dgm:presLayoutVars>
      </dgm:prSet>
      <dgm:spPr/>
    </dgm:pt>
    <dgm:pt modelId="{97E2A366-191F-48FC-8442-5AD0C1A529D0}" type="pres">
      <dgm:prSet presAssocID="{4155228F-F05F-490D-AD7F-44067C11F89B}" presName="sp" presStyleCnt="0"/>
      <dgm:spPr/>
    </dgm:pt>
    <dgm:pt modelId="{731BDFC3-59E1-4723-8B75-B1C639E945D0}" type="pres">
      <dgm:prSet presAssocID="{B8206422-3524-48CB-B80C-2B0C22E314BD}" presName="arrowAndChildren" presStyleCnt="0"/>
      <dgm:spPr/>
    </dgm:pt>
    <dgm:pt modelId="{8BB1726A-1C04-4589-87F6-F3E7F1454743}" type="pres">
      <dgm:prSet presAssocID="{B8206422-3524-48CB-B80C-2B0C22E314BD}" presName="parentTextArrow" presStyleLbl="node1" presStyleIdx="4" presStyleCnt="7"/>
      <dgm:spPr/>
    </dgm:pt>
    <dgm:pt modelId="{1981B64A-A7A4-4662-B7BA-11DDD876690E}" type="pres">
      <dgm:prSet presAssocID="{B8206422-3524-48CB-B80C-2B0C22E314BD}" presName="arrow" presStyleLbl="node1" presStyleIdx="5" presStyleCnt="7" custScaleY="62093"/>
      <dgm:spPr/>
    </dgm:pt>
    <dgm:pt modelId="{6CC10176-A977-4430-B7F0-11D947019F3F}" type="pres">
      <dgm:prSet presAssocID="{B8206422-3524-48CB-B80C-2B0C22E314BD}" presName="descendantArrow" presStyleCnt="0"/>
      <dgm:spPr/>
    </dgm:pt>
    <dgm:pt modelId="{99C90F4B-D865-4C9E-8A27-1AE3B7652D44}" type="pres">
      <dgm:prSet presAssocID="{58D87447-2C00-4EEE-B646-83A8C851945F}" presName="childTextArrow" presStyleLbl="fgAccFollowNode1" presStyleIdx="10" presStyleCnt="13">
        <dgm:presLayoutVars>
          <dgm:bulletEnabled val="1"/>
        </dgm:presLayoutVars>
      </dgm:prSet>
      <dgm:spPr/>
    </dgm:pt>
    <dgm:pt modelId="{CDA58DB2-12A8-4F8D-9E3C-28342C5F14C4}" type="pres">
      <dgm:prSet presAssocID="{3DCA89B7-E275-40EF-8E02-50CB624720EB}" presName="childTextArrow" presStyleLbl="fgAccFollowNode1" presStyleIdx="11" presStyleCnt="13">
        <dgm:presLayoutVars>
          <dgm:bulletEnabled val="1"/>
        </dgm:presLayoutVars>
      </dgm:prSet>
      <dgm:spPr/>
    </dgm:pt>
    <dgm:pt modelId="{92F831BA-43C3-40A5-9945-8F5CC0A8FCC6}" type="pres">
      <dgm:prSet presAssocID="{1FF1A264-B2F9-49DF-AFA7-AB3AA1330C68}" presName="sp" presStyleCnt="0"/>
      <dgm:spPr/>
    </dgm:pt>
    <dgm:pt modelId="{547AB8B5-4AA2-4E8E-9F27-6A9AA52D1D2F}" type="pres">
      <dgm:prSet presAssocID="{30844DB8-776F-4741-83DA-E2D3DD1000BA}" presName="arrowAndChildren" presStyleCnt="0"/>
      <dgm:spPr/>
    </dgm:pt>
    <dgm:pt modelId="{8B81361F-4014-4A15-A021-D10FB8A7F969}" type="pres">
      <dgm:prSet presAssocID="{30844DB8-776F-4741-83DA-E2D3DD1000BA}" presName="parentTextArrow" presStyleLbl="node1" presStyleIdx="5" presStyleCnt="7"/>
      <dgm:spPr/>
    </dgm:pt>
    <dgm:pt modelId="{95286426-7F42-4FE7-B6E7-B444E5304F71}" type="pres">
      <dgm:prSet presAssocID="{30844DB8-776F-4741-83DA-E2D3DD1000BA}" presName="arrow" presStyleLbl="node1" presStyleIdx="6" presStyleCnt="7" custScaleY="62093" custLinFactNeighborX="23790" custLinFactNeighborY="-2757"/>
      <dgm:spPr/>
    </dgm:pt>
    <dgm:pt modelId="{01B847C3-3659-4D68-A1F4-AE894A6E5701}" type="pres">
      <dgm:prSet presAssocID="{30844DB8-776F-4741-83DA-E2D3DD1000BA}" presName="descendantArrow" presStyleCnt="0"/>
      <dgm:spPr/>
    </dgm:pt>
    <dgm:pt modelId="{C345F868-F0FA-4F64-9403-E9E355EBC2D2}" type="pres">
      <dgm:prSet presAssocID="{7287962C-2824-43BE-83EA-ECE5DBB3B11D}" presName="childTextArrow" presStyleLbl="fgAccFollowNode1" presStyleIdx="12" presStyleCnt="13">
        <dgm:presLayoutVars>
          <dgm:bulletEnabled val="1"/>
        </dgm:presLayoutVars>
      </dgm:prSet>
      <dgm:spPr/>
    </dgm:pt>
  </dgm:ptLst>
  <dgm:cxnLst>
    <dgm:cxn modelId="{E5358F09-BF9B-4263-A0BD-FB67BDF6DCCE}" type="presOf" srcId="{BA716E40-B94C-45EB-8B85-99601008989D}" destId="{4B9BDBDB-DE59-4F98-B719-55C1A3AEA21C}" srcOrd="1" destOrd="0" presId="urn:microsoft.com/office/officeart/2005/8/layout/process4"/>
    <dgm:cxn modelId="{A232F70A-F72F-4AD3-B3EF-A03954A4C499}" srcId="{C7765CED-E8B1-4CA5-B065-59AA9564DEC0}" destId="{4B887AE7-84B9-4702-ADBE-B5F3BAD0FDB0}" srcOrd="0" destOrd="0" parTransId="{E0E6F78B-67E1-4595-9637-1A02936E821C}" sibTransId="{F874AD26-FFD7-4DC4-B6F6-332406CEAB31}"/>
    <dgm:cxn modelId="{3055B80D-D98D-4590-977A-E3E40C91E091}" type="presOf" srcId="{3DCA89B7-E275-40EF-8E02-50CB624720EB}" destId="{CDA58DB2-12A8-4F8D-9E3C-28342C5F14C4}" srcOrd="0" destOrd="0" presId="urn:microsoft.com/office/officeart/2005/8/layout/process4"/>
    <dgm:cxn modelId="{CE40650F-70AA-4A57-9FF3-6F5149771978}" type="presOf" srcId="{BA716E40-B94C-45EB-8B85-99601008989D}" destId="{9C62B803-AB9D-4B46-929D-9DE3F517FCF1}" srcOrd="0" destOrd="0" presId="urn:microsoft.com/office/officeart/2005/8/layout/process4"/>
    <dgm:cxn modelId="{28ECEC14-99E7-4BEF-B855-86E728714321}" srcId="{B8206422-3524-48CB-B80C-2B0C22E314BD}" destId="{3DCA89B7-E275-40EF-8E02-50CB624720EB}" srcOrd="1" destOrd="0" parTransId="{5ADD0181-9FC5-4940-ACE1-42392218B640}" sibTransId="{14360CA7-4DC9-4EC7-8822-9B68A256FD58}"/>
    <dgm:cxn modelId="{C377EF16-F537-4FC4-9AEA-72F571F21690}" srcId="{0DA7D919-7FEF-495B-B529-607982E3C2B7}" destId="{0E933868-1562-4B6C-B4E4-8A37867A9B22}" srcOrd="1" destOrd="0" parTransId="{62112D4A-2EAA-4169-8D7D-0A7B2F97FA4F}" sibTransId="{06A54F93-0A4F-4992-AD50-8ACE5A840A03}"/>
    <dgm:cxn modelId="{11257619-849C-49C2-8B69-FE30ED885C68}" type="presOf" srcId="{9A7C40F9-8D4D-4EF6-86DB-1605A01CB49E}" destId="{BE8C424B-FE04-4B52-87A0-B10C59A3C1AC}" srcOrd="0" destOrd="0" presId="urn:microsoft.com/office/officeart/2005/8/layout/process4"/>
    <dgm:cxn modelId="{D283B81C-2802-4E21-B3DB-AC6ACB1BE2DD}" srcId="{C7765CED-E8B1-4CA5-B065-59AA9564DEC0}" destId="{52ABD3F9-1043-434F-B72F-7C87596ED087}" srcOrd="1" destOrd="0" parTransId="{59D78795-5937-4EE0-AEEA-ECACFD6DCDD5}" sibTransId="{25059442-7F94-4BE4-95E9-B30599153C4F}"/>
    <dgm:cxn modelId="{D3C3021D-954A-4B2D-A3A5-CD0EC2413778}" type="presOf" srcId="{F7A33AFC-BE04-478F-B67B-9C4AF15C1176}" destId="{B673B823-2818-4FAC-8329-B507B0BD467E}" srcOrd="0" destOrd="0" presId="urn:microsoft.com/office/officeart/2005/8/layout/process4"/>
    <dgm:cxn modelId="{5D4E3125-1918-4D20-80CC-4B33A644869D}" type="presOf" srcId="{58D87447-2C00-4EEE-B646-83A8C851945F}" destId="{99C90F4B-D865-4C9E-8A27-1AE3B7652D44}" srcOrd="0" destOrd="0" presId="urn:microsoft.com/office/officeart/2005/8/layout/process4"/>
    <dgm:cxn modelId="{0DCE4A28-F68E-41D0-8C6B-2A4AAD863945}" srcId="{2646753B-F19C-4318-BF6E-4C3D4075C59A}" destId="{0DA7D919-7FEF-495B-B529-607982E3C2B7}" srcOrd="4" destOrd="0" parTransId="{380316A4-E10D-4BAE-8184-E7BE354A4B3B}" sibTransId="{559ACF4E-3EEB-4845-9ABE-8A92318C1DED}"/>
    <dgm:cxn modelId="{B453955B-8CB4-49AC-86E8-D23686A93500}" type="presOf" srcId="{0CF181AE-3054-497B-BC2E-1549ED901EFB}" destId="{024A8176-A02D-4A1D-B96D-FE6A436A8CF4}" srcOrd="0" destOrd="0" presId="urn:microsoft.com/office/officeart/2005/8/layout/process4"/>
    <dgm:cxn modelId="{CCC1B15E-1F4F-4BD2-ACEB-7873D459968D}" type="presOf" srcId="{28D2E7A2-A22E-44FF-80AC-3752D96B8222}" destId="{443F459C-32CF-4200-B6D0-AA019D216B16}" srcOrd="1" destOrd="0" presId="urn:microsoft.com/office/officeart/2005/8/layout/process4"/>
    <dgm:cxn modelId="{E3E4B460-61C4-4280-B856-BF296F1DE9D5}" srcId="{2646753B-F19C-4318-BF6E-4C3D4075C59A}" destId="{B8206422-3524-48CB-B80C-2B0C22E314BD}" srcOrd="1" destOrd="0" parTransId="{B96CC52B-E83A-4CD4-9911-A23E5399E24A}" sibTransId="{4155228F-F05F-490D-AD7F-44067C11F89B}"/>
    <dgm:cxn modelId="{34FFB941-39B1-4171-8F58-450F9113B705}" type="presOf" srcId="{23F0D700-248C-4E65-9B42-649DE5A464EF}" destId="{DF3C1F71-8F54-4C96-8D23-185F4D9C2507}" srcOrd="1" destOrd="0" presId="urn:microsoft.com/office/officeart/2005/8/layout/process4"/>
    <dgm:cxn modelId="{5156C441-F6A0-4871-9827-28C6D37F6C81}" type="presOf" srcId="{28D2E7A2-A22E-44FF-80AC-3752D96B8222}" destId="{A658D9E1-F34A-4ADD-B9F4-833C4F194DED}" srcOrd="0" destOrd="0" presId="urn:microsoft.com/office/officeart/2005/8/layout/process4"/>
    <dgm:cxn modelId="{A66AF861-68CF-4643-ADC6-F0323905A8DA}" type="presOf" srcId="{B8206422-3524-48CB-B80C-2B0C22E314BD}" destId="{8BB1726A-1C04-4589-87F6-F3E7F1454743}" srcOrd="0" destOrd="0" presId="urn:microsoft.com/office/officeart/2005/8/layout/process4"/>
    <dgm:cxn modelId="{67E49D43-645C-4D2E-A265-E5024C414CE7}" type="presOf" srcId="{A27AEEDF-B342-494F-8A03-2B7045D359E7}" destId="{7342DC29-7D4D-4449-80FB-F1BAF8C8F8DE}" srcOrd="0" destOrd="0" presId="urn:microsoft.com/office/officeart/2005/8/layout/process4"/>
    <dgm:cxn modelId="{3E5BAB66-EE19-41AC-BCFF-6BFB47F8E6AB}" srcId="{2646753B-F19C-4318-BF6E-4C3D4075C59A}" destId="{C7765CED-E8B1-4CA5-B065-59AA9564DEC0}" srcOrd="2" destOrd="0" parTransId="{39ABE68D-3278-4161-A9C0-F05803D3FA85}" sibTransId="{A96FC06E-2AA6-49BA-A06F-54C03850DC86}"/>
    <dgm:cxn modelId="{A4704C68-B926-4220-9A49-3C5AF708DF2F}" srcId="{0DA7D919-7FEF-495B-B529-607982E3C2B7}" destId="{3A460D4B-0FBE-40D4-A51C-B86FC0CBAA31}" srcOrd="0" destOrd="0" parTransId="{3F6D5842-BC40-4F68-A0E7-E848DF56F4BD}" sibTransId="{40F96AF7-3F3B-42CD-837F-B673C44E5649}"/>
    <dgm:cxn modelId="{46F8996B-6BA9-4F51-A607-03F319064B86}" type="presOf" srcId="{0DA7D919-7FEF-495B-B529-607982E3C2B7}" destId="{8EBCE749-7FFB-4B80-B5DC-1BB47DCE407F}" srcOrd="1" destOrd="0" presId="urn:microsoft.com/office/officeart/2005/8/layout/process4"/>
    <dgm:cxn modelId="{CD09404F-06EA-4DAF-B44E-5B3DEE771FC3}" srcId="{23F0D700-248C-4E65-9B42-649DE5A464EF}" destId="{93C7BA54-FD71-4068-A205-E76930130F90}" srcOrd="0" destOrd="0" parTransId="{61C0B8B9-049D-4A09-8375-F93BABF4C43F}" sibTransId="{A3A99AFB-D720-47E9-A3FA-CFD5CE6F1E24}"/>
    <dgm:cxn modelId="{73179E50-D7FD-46EE-AD36-CBC754499562}" srcId="{B8206422-3524-48CB-B80C-2B0C22E314BD}" destId="{58D87447-2C00-4EEE-B646-83A8C851945F}" srcOrd="0" destOrd="0" parTransId="{D6B6E75C-8A22-4A0C-9726-E6EDC8BB700D}" sibTransId="{EBB5090B-9F36-4106-9377-BE7AFE19A905}"/>
    <dgm:cxn modelId="{EA8DC270-674A-4336-B04E-FC772AF5ACE3}" type="presOf" srcId="{23F0D700-248C-4E65-9B42-649DE5A464EF}" destId="{904B901A-04E1-46D9-85CE-74CC4349F45D}" srcOrd="0" destOrd="0" presId="urn:microsoft.com/office/officeart/2005/8/layout/process4"/>
    <dgm:cxn modelId="{2932B472-6114-4BBC-ABC3-C8AEAA405D6A}" srcId="{BA716E40-B94C-45EB-8B85-99601008989D}" destId="{A27AEEDF-B342-494F-8A03-2B7045D359E7}" srcOrd="0" destOrd="0" parTransId="{AB90CEC9-714E-41A8-9609-180B07EBC275}" sibTransId="{EE240AF6-8E75-4D88-9C90-D6C3B0341A2E}"/>
    <dgm:cxn modelId="{35F45A56-A3E9-437E-87A8-248CD81A2E3B}" type="presOf" srcId="{30844DB8-776F-4741-83DA-E2D3DD1000BA}" destId="{8B81361F-4014-4A15-A021-D10FB8A7F969}" srcOrd="0" destOrd="0" presId="urn:microsoft.com/office/officeart/2005/8/layout/process4"/>
    <dgm:cxn modelId="{AB847D59-1151-4BAF-8784-A1722EA16CC4}" srcId="{2646753B-F19C-4318-BF6E-4C3D4075C59A}" destId="{23F0D700-248C-4E65-9B42-649DE5A464EF}" srcOrd="5" destOrd="0" parTransId="{93256D74-ACFF-4CCF-9387-AB3EB226C16F}" sibTransId="{F6464F4C-ED77-44EA-98D0-C0E3AC4BBE81}"/>
    <dgm:cxn modelId="{06F8F484-59C6-424D-A25A-1FCF4AC03A4A}" type="presOf" srcId="{0E933868-1562-4B6C-B4E4-8A37867A9B22}" destId="{AA56D4DC-6399-4AB7-8D2C-6F38B6EBE105}" srcOrd="0" destOrd="0" presId="urn:microsoft.com/office/officeart/2005/8/layout/process4"/>
    <dgm:cxn modelId="{1D5BC688-AD7B-49EC-A264-FF2793E3E333}" type="presOf" srcId="{93C7BA54-FD71-4068-A205-E76930130F90}" destId="{C3C86291-D5C2-49D0-8D20-81EC951ED21B}" srcOrd="0" destOrd="0" presId="urn:microsoft.com/office/officeart/2005/8/layout/process4"/>
    <dgm:cxn modelId="{96733D8A-6882-4CDA-8B1A-53975A6E1313}" type="presOf" srcId="{52ABD3F9-1043-434F-B72F-7C87596ED087}" destId="{14AF8EE8-7A86-456D-8770-357E18F2F07C}" srcOrd="0" destOrd="0" presId="urn:microsoft.com/office/officeart/2005/8/layout/process4"/>
    <dgm:cxn modelId="{3D4DA58C-1A1C-422E-877B-45E16375B387}" srcId="{2646753B-F19C-4318-BF6E-4C3D4075C59A}" destId="{BA716E40-B94C-45EB-8B85-99601008989D}" srcOrd="3" destOrd="0" parTransId="{B6612092-DB27-4F72-901A-B256BAD68871}" sibTransId="{B5536F7F-42E6-4D45-9D34-E95A3FB72953}"/>
    <dgm:cxn modelId="{F2F04390-AA1D-4757-B60D-158FF9E54524}" type="presOf" srcId="{C7765CED-E8B1-4CA5-B065-59AA9564DEC0}" destId="{E4CAD5E2-00CB-4A24-B350-0B497EF46955}" srcOrd="0" destOrd="0" presId="urn:microsoft.com/office/officeart/2005/8/layout/process4"/>
    <dgm:cxn modelId="{97524692-290F-48E0-8627-0B83C1CA8E0C}" srcId="{23F0D700-248C-4E65-9B42-649DE5A464EF}" destId="{51BE1960-2CD6-4128-AC31-07FA460C5839}" srcOrd="1" destOrd="0" parTransId="{187CD04F-A0DC-456D-AA34-1FAF0C827D02}" sibTransId="{523199C2-7B7E-4E7B-B14B-769850D22E14}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4ACCD9A5-3425-48EB-A141-1C63DFED16DF}" type="presOf" srcId="{3A460D4B-0FBE-40D4-A51C-B86FC0CBAA31}" destId="{760A086D-0E9C-4A50-8C95-7035D3D5E518}" srcOrd="0" destOrd="0" presId="urn:microsoft.com/office/officeart/2005/8/layout/process4"/>
    <dgm:cxn modelId="{3F93E5AD-5F8F-44FF-A4F5-46419B940B86}" srcId="{BA716E40-B94C-45EB-8B85-99601008989D}" destId="{0CF181AE-3054-497B-BC2E-1549ED901EFB}" srcOrd="1" destOrd="0" parTransId="{5F20D6A6-0D1C-44E5-B53E-875FF1A5B901}" sibTransId="{01DF4BEE-3E64-4352-877D-98A84E726992}"/>
    <dgm:cxn modelId="{9DE877B8-5838-4DBA-8ABA-F24CC1A79C32}" type="presOf" srcId="{30844DB8-776F-4741-83DA-E2D3DD1000BA}" destId="{95286426-7F42-4FE7-B6E7-B444E5304F71}" srcOrd="1" destOrd="0" presId="urn:microsoft.com/office/officeart/2005/8/layout/process4"/>
    <dgm:cxn modelId="{E94B29B9-B23F-477A-8C9B-DE1E4E3BCBB0}" type="presOf" srcId="{4B887AE7-84B9-4702-ADBE-B5F3BAD0FDB0}" destId="{108324AE-8A87-4F92-AF48-C51F7603942D}" srcOrd="0" destOrd="0" presId="urn:microsoft.com/office/officeart/2005/8/layout/process4"/>
    <dgm:cxn modelId="{ABE60DC0-87E2-43B6-A998-FEF93C7364F3}" type="presOf" srcId="{0DA7D919-7FEF-495B-B529-607982E3C2B7}" destId="{C1B81B41-DE46-442B-900E-09EEBE249475}" srcOrd="0" destOrd="0" presId="urn:microsoft.com/office/officeart/2005/8/layout/process4"/>
    <dgm:cxn modelId="{4931CAC4-0885-4131-9094-BA0957F4006F}" type="presOf" srcId="{7287962C-2824-43BE-83EA-ECE5DBB3B11D}" destId="{C345F868-F0FA-4F64-9403-E9E355EBC2D2}" srcOrd="0" destOrd="0" presId="urn:microsoft.com/office/officeart/2005/8/layout/process4"/>
    <dgm:cxn modelId="{F86A02C9-D281-49AB-AABD-DF268DE93E0C}" type="presOf" srcId="{51BE1960-2CD6-4128-AC31-07FA460C5839}" destId="{56CE86E0-4C01-4701-9B7C-9ABA1DE8B1B9}" srcOrd="0" destOrd="0" presId="urn:microsoft.com/office/officeart/2005/8/layout/process4"/>
    <dgm:cxn modelId="{F43EA3D6-BCFE-4626-B4ED-EFF39E1796E1}" type="presOf" srcId="{B8206422-3524-48CB-B80C-2B0C22E314BD}" destId="{1981B64A-A7A4-4662-B7BA-11DDD876690E}" srcOrd="1" destOrd="0" presId="urn:microsoft.com/office/officeart/2005/8/layout/process4"/>
    <dgm:cxn modelId="{8A1AE5D6-BE56-43C8-BB6A-410112F9FEF6}" srcId="{28D2E7A2-A22E-44FF-80AC-3752D96B8222}" destId="{9A7C40F9-8D4D-4EF6-86DB-1605A01CB49E}" srcOrd="0" destOrd="0" parTransId="{84453DD1-2ACA-49DD-8115-D93BBE887AE4}" sibTransId="{26E98BE5-6511-41B2-A05C-2C643A80C522}"/>
    <dgm:cxn modelId="{7AE502D9-CD5E-4839-B96A-8AF86EC59A97}" srcId="{28D2E7A2-A22E-44FF-80AC-3752D96B8222}" destId="{F7A33AFC-BE04-478F-B67B-9C4AF15C1176}" srcOrd="1" destOrd="0" parTransId="{7C2726D0-73E5-4DB7-B850-1F18DF59FF73}" sibTransId="{AA6D49D3-E24D-4AA3-B839-7F12AD880B7B}"/>
    <dgm:cxn modelId="{4D9017F0-024C-423F-8A2A-D571CD9335A3}" srcId="{30844DB8-776F-4741-83DA-E2D3DD1000BA}" destId="{7287962C-2824-43BE-83EA-ECE5DBB3B11D}" srcOrd="0" destOrd="0" parTransId="{7416E494-D368-4EF2-99E5-2B6DB22403CE}" sibTransId="{2FFAC84B-B7C3-4D0C-92CD-7777D256D2E1}"/>
    <dgm:cxn modelId="{D7F30CF1-F816-4D10-B6E8-66EC97A46DD9}" type="presOf" srcId="{C7765CED-E8B1-4CA5-B065-59AA9564DEC0}" destId="{8BD40710-EC1B-4756-AF3F-079B500ABEFF}" srcOrd="1" destOrd="0" presId="urn:microsoft.com/office/officeart/2005/8/layout/process4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02DBBFFD-66F6-45D6-99D4-9D6C4C05569F}" srcId="{2646753B-F19C-4318-BF6E-4C3D4075C59A}" destId="{28D2E7A2-A22E-44FF-80AC-3752D96B8222}" srcOrd="6" destOrd="0" parTransId="{C75D849E-D0E3-4BA8-A475-3AB0D44DB765}" sibTransId="{A6029F94-57AF-40DC-A08B-05F950D52522}"/>
    <dgm:cxn modelId="{DD82711A-55AE-4C71-B656-361836281B46}" type="presParOf" srcId="{BB99D9C3-399F-4A17-85FC-E9BFB0C69C63}" destId="{77B5D535-2405-4000-A2DD-58018310FCD4}" srcOrd="0" destOrd="0" presId="urn:microsoft.com/office/officeart/2005/8/layout/process4"/>
    <dgm:cxn modelId="{396B755B-692B-4247-95B2-5D8C4F28E04E}" type="presParOf" srcId="{77B5D535-2405-4000-A2DD-58018310FCD4}" destId="{A658D9E1-F34A-4ADD-B9F4-833C4F194DED}" srcOrd="0" destOrd="0" presId="urn:microsoft.com/office/officeart/2005/8/layout/process4"/>
    <dgm:cxn modelId="{C491B595-0A47-4848-B137-8A6EDB5B81F9}" type="presParOf" srcId="{77B5D535-2405-4000-A2DD-58018310FCD4}" destId="{443F459C-32CF-4200-B6D0-AA019D216B16}" srcOrd="1" destOrd="0" presId="urn:microsoft.com/office/officeart/2005/8/layout/process4"/>
    <dgm:cxn modelId="{5F691388-DB6B-4E5E-81F6-209408373BE5}" type="presParOf" srcId="{77B5D535-2405-4000-A2DD-58018310FCD4}" destId="{15E0224E-4D9A-4462-9897-D88CE7494A9E}" srcOrd="2" destOrd="0" presId="urn:microsoft.com/office/officeart/2005/8/layout/process4"/>
    <dgm:cxn modelId="{63404658-46C0-4115-AA7A-18E632EFD41B}" type="presParOf" srcId="{15E0224E-4D9A-4462-9897-D88CE7494A9E}" destId="{BE8C424B-FE04-4B52-87A0-B10C59A3C1AC}" srcOrd="0" destOrd="0" presId="urn:microsoft.com/office/officeart/2005/8/layout/process4"/>
    <dgm:cxn modelId="{7419B2FC-1CB3-4272-B0FC-FAB14A327112}" type="presParOf" srcId="{15E0224E-4D9A-4462-9897-D88CE7494A9E}" destId="{B673B823-2818-4FAC-8329-B507B0BD467E}" srcOrd="1" destOrd="0" presId="urn:microsoft.com/office/officeart/2005/8/layout/process4"/>
    <dgm:cxn modelId="{5A15F425-250E-4056-A237-2FED3F60C7D3}" type="presParOf" srcId="{BB99D9C3-399F-4A17-85FC-E9BFB0C69C63}" destId="{F943FA7A-9A60-4E4E-8444-EBF71A9B48E1}" srcOrd="1" destOrd="0" presId="urn:microsoft.com/office/officeart/2005/8/layout/process4"/>
    <dgm:cxn modelId="{20718EB1-4332-4CB7-B41E-2638490B06EA}" type="presParOf" srcId="{BB99D9C3-399F-4A17-85FC-E9BFB0C69C63}" destId="{776D2384-83D5-4C3A-8EE5-1339471308DA}" srcOrd="2" destOrd="0" presId="urn:microsoft.com/office/officeart/2005/8/layout/process4"/>
    <dgm:cxn modelId="{0CCACE99-AC4B-4500-A86E-0745235D8337}" type="presParOf" srcId="{776D2384-83D5-4C3A-8EE5-1339471308DA}" destId="{904B901A-04E1-46D9-85CE-74CC4349F45D}" srcOrd="0" destOrd="0" presId="urn:microsoft.com/office/officeart/2005/8/layout/process4"/>
    <dgm:cxn modelId="{4C47C328-0C76-4ADF-9BBD-D32EF740C441}" type="presParOf" srcId="{776D2384-83D5-4C3A-8EE5-1339471308DA}" destId="{DF3C1F71-8F54-4C96-8D23-185F4D9C2507}" srcOrd="1" destOrd="0" presId="urn:microsoft.com/office/officeart/2005/8/layout/process4"/>
    <dgm:cxn modelId="{620CD016-4ABA-4CBB-89AC-2B8C62061255}" type="presParOf" srcId="{776D2384-83D5-4C3A-8EE5-1339471308DA}" destId="{5BBCCBC8-1141-40A1-97DC-A8E4DB7F2507}" srcOrd="2" destOrd="0" presId="urn:microsoft.com/office/officeart/2005/8/layout/process4"/>
    <dgm:cxn modelId="{09F8C5DD-8BF5-4DD6-A2A3-0519D900991F}" type="presParOf" srcId="{5BBCCBC8-1141-40A1-97DC-A8E4DB7F2507}" destId="{C3C86291-D5C2-49D0-8D20-81EC951ED21B}" srcOrd="0" destOrd="0" presId="urn:microsoft.com/office/officeart/2005/8/layout/process4"/>
    <dgm:cxn modelId="{A55A61C2-0D4A-4A67-95A7-F0F87D62F745}" type="presParOf" srcId="{5BBCCBC8-1141-40A1-97DC-A8E4DB7F2507}" destId="{56CE86E0-4C01-4701-9B7C-9ABA1DE8B1B9}" srcOrd="1" destOrd="0" presId="urn:microsoft.com/office/officeart/2005/8/layout/process4"/>
    <dgm:cxn modelId="{DC6B2B1C-FB5D-4438-AD11-B748C0E6C516}" type="presParOf" srcId="{BB99D9C3-399F-4A17-85FC-E9BFB0C69C63}" destId="{AA26690C-9748-400B-A076-70FA9BD013DF}" srcOrd="3" destOrd="0" presId="urn:microsoft.com/office/officeart/2005/8/layout/process4"/>
    <dgm:cxn modelId="{191590CD-8B98-4400-9867-BCA8CD732EB2}" type="presParOf" srcId="{BB99D9C3-399F-4A17-85FC-E9BFB0C69C63}" destId="{D50E3161-0C1B-4BC8-853F-755282CA70A1}" srcOrd="4" destOrd="0" presId="urn:microsoft.com/office/officeart/2005/8/layout/process4"/>
    <dgm:cxn modelId="{CBEF5E58-7870-46FF-9304-DEE087E9AF60}" type="presParOf" srcId="{D50E3161-0C1B-4BC8-853F-755282CA70A1}" destId="{C1B81B41-DE46-442B-900E-09EEBE249475}" srcOrd="0" destOrd="0" presId="urn:microsoft.com/office/officeart/2005/8/layout/process4"/>
    <dgm:cxn modelId="{1C5B6875-DAE1-4E48-BED2-BFC13A03E57F}" type="presParOf" srcId="{D50E3161-0C1B-4BC8-853F-755282CA70A1}" destId="{8EBCE749-7FFB-4B80-B5DC-1BB47DCE407F}" srcOrd="1" destOrd="0" presId="urn:microsoft.com/office/officeart/2005/8/layout/process4"/>
    <dgm:cxn modelId="{D912A448-1204-4D5F-813F-FB9F8F69BFFF}" type="presParOf" srcId="{D50E3161-0C1B-4BC8-853F-755282CA70A1}" destId="{91A01CF6-6CDD-428F-BAB7-51BF7FC13A6D}" srcOrd="2" destOrd="0" presId="urn:microsoft.com/office/officeart/2005/8/layout/process4"/>
    <dgm:cxn modelId="{026F8A52-03F5-4D15-B23E-DE76505F94BD}" type="presParOf" srcId="{91A01CF6-6CDD-428F-BAB7-51BF7FC13A6D}" destId="{760A086D-0E9C-4A50-8C95-7035D3D5E518}" srcOrd="0" destOrd="0" presId="urn:microsoft.com/office/officeart/2005/8/layout/process4"/>
    <dgm:cxn modelId="{568321A3-E1F9-46BC-9E81-F7F5572F94BB}" type="presParOf" srcId="{91A01CF6-6CDD-428F-BAB7-51BF7FC13A6D}" destId="{AA56D4DC-6399-4AB7-8D2C-6F38B6EBE105}" srcOrd="1" destOrd="0" presId="urn:microsoft.com/office/officeart/2005/8/layout/process4"/>
    <dgm:cxn modelId="{2534E52D-D32D-4C75-9B43-DBE72A3FD514}" type="presParOf" srcId="{BB99D9C3-399F-4A17-85FC-E9BFB0C69C63}" destId="{4EF352C8-70A4-41BA-908A-33B69ED63803}" srcOrd="5" destOrd="0" presId="urn:microsoft.com/office/officeart/2005/8/layout/process4"/>
    <dgm:cxn modelId="{19A8B74F-7C4E-418B-820F-BACB0CA129D5}" type="presParOf" srcId="{BB99D9C3-399F-4A17-85FC-E9BFB0C69C63}" destId="{A05CDE1C-B785-43EF-80BC-3BEB329F74FC}" srcOrd="6" destOrd="0" presId="urn:microsoft.com/office/officeart/2005/8/layout/process4"/>
    <dgm:cxn modelId="{D09AD2D6-E956-4B6F-A8CE-19C5EFAC4329}" type="presParOf" srcId="{A05CDE1C-B785-43EF-80BC-3BEB329F74FC}" destId="{9C62B803-AB9D-4B46-929D-9DE3F517FCF1}" srcOrd="0" destOrd="0" presId="urn:microsoft.com/office/officeart/2005/8/layout/process4"/>
    <dgm:cxn modelId="{48F65BBD-BDC8-4E8C-BFEE-95EA3F511F0F}" type="presParOf" srcId="{A05CDE1C-B785-43EF-80BC-3BEB329F74FC}" destId="{4B9BDBDB-DE59-4F98-B719-55C1A3AEA21C}" srcOrd="1" destOrd="0" presId="urn:microsoft.com/office/officeart/2005/8/layout/process4"/>
    <dgm:cxn modelId="{2144DF52-9472-4000-94FA-62F71B5E791A}" type="presParOf" srcId="{A05CDE1C-B785-43EF-80BC-3BEB329F74FC}" destId="{6DC6E746-AC9A-482E-939C-F4AC3FC35736}" srcOrd="2" destOrd="0" presId="urn:microsoft.com/office/officeart/2005/8/layout/process4"/>
    <dgm:cxn modelId="{CF5599C2-AFE7-4508-B239-5BE880CB47EC}" type="presParOf" srcId="{6DC6E746-AC9A-482E-939C-F4AC3FC35736}" destId="{7342DC29-7D4D-4449-80FB-F1BAF8C8F8DE}" srcOrd="0" destOrd="0" presId="urn:microsoft.com/office/officeart/2005/8/layout/process4"/>
    <dgm:cxn modelId="{906828F9-14E0-4B0A-AF2E-E987E9BD78DD}" type="presParOf" srcId="{6DC6E746-AC9A-482E-939C-F4AC3FC35736}" destId="{024A8176-A02D-4A1D-B96D-FE6A436A8CF4}" srcOrd="1" destOrd="0" presId="urn:microsoft.com/office/officeart/2005/8/layout/process4"/>
    <dgm:cxn modelId="{E69DDF33-287E-4832-A903-14146D8103E1}" type="presParOf" srcId="{BB99D9C3-399F-4A17-85FC-E9BFB0C69C63}" destId="{C13C4FC0-60A8-462B-AACF-856A77F06A64}" srcOrd="7" destOrd="0" presId="urn:microsoft.com/office/officeart/2005/8/layout/process4"/>
    <dgm:cxn modelId="{EA4F6E64-28DA-4A74-ABCA-B1C43FC40966}" type="presParOf" srcId="{BB99D9C3-399F-4A17-85FC-E9BFB0C69C63}" destId="{16FE90BF-3088-45B0-8D0F-C9A62F5DED0C}" srcOrd="8" destOrd="0" presId="urn:microsoft.com/office/officeart/2005/8/layout/process4"/>
    <dgm:cxn modelId="{C0B31A9D-26B7-44B3-BF71-CE2C85398206}" type="presParOf" srcId="{16FE90BF-3088-45B0-8D0F-C9A62F5DED0C}" destId="{E4CAD5E2-00CB-4A24-B350-0B497EF46955}" srcOrd="0" destOrd="0" presId="urn:microsoft.com/office/officeart/2005/8/layout/process4"/>
    <dgm:cxn modelId="{12754652-6788-4513-BAC9-AAAE874C3FCA}" type="presParOf" srcId="{16FE90BF-3088-45B0-8D0F-C9A62F5DED0C}" destId="{8BD40710-EC1B-4756-AF3F-079B500ABEFF}" srcOrd="1" destOrd="0" presId="urn:microsoft.com/office/officeart/2005/8/layout/process4"/>
    <dgm:cxn modelId="{8B48D904-5405-4442-BB34-68B7D009CEFC}" type="presParOf" srcId="{16FE90BF-3088-45B0-8D0F-C9A62F5DED0C}" destId="{D1445AAB-689E-430E-892B-AC4D7486A8E2}" srcOrd="2" destOrd="0" presId="urn:microsoft.com/office/officeart/2005/8/layout/process4"/>
    <dgm:cxn modelId="{86370FCF-43E8-4855-84B8-8554AC5117CF}" type="presParOf" srcId="{D1445AAB-689E-430E-892B-AC4D7486A8E2}" destId="{108324AE-8A87-4F92-AF48-C51F7603942D}" srcOrd="0" destOrd="0" presId="urn:microsoft.com/office/officeart/2005/8/layout/process4"/>
    <dgm:cxn modelId="{2206EB89-3E53-488C-92C5-1D369E076691}" type="presParOf" srcId="{D1445AAB-689E-430E-892B-AC4D7486A8E2}" destId="{14AF8EE8-7A86-456D-8770-357E18F2F07C}" srcOrd="1" destOrd="0" presId="urn:microsoft.com/office/officeart/2005/8/layout/process4"/>
    <dgm:cxn modelId="{7D8D412D-2313-40F1-9F4E-135E4934266B}" type="presParOf" srcId="{BB99D9C3-399F-4A17-85FC-E9BFB0C69C63}" destId="{97E2A366-191F-48FC-8442-5AD0C1A529D0}" srcOrd="9" destOrd="0" presId="urn:microsoft.com/office/officeart/2005/8/layout/process4"/>
    <dgm:cxn modelId="{430C0D04-8B87-4DFE-B0D7-7BD4DBF2AE0B}" type="presParOf" srcId="{BB99D9C3-399F-4A17-85FC-E9BFB0C69C63}" destId="{731BDFC3-59E1-4723-8B75-B1C639E945D0}" srcOrd="10" destOrd="0" presId="urn:microsoft.com/office/officeart/2005/8/layout/process4"/>
    <dgm:cxn modelId="{AB121BF9-821A-418D-A48A-9FC73B1E304B}" type="presParOf" srcId="{731BDFC3-59E1-4723-8B75-B1C639E945D0}" destId="{8BB1726A-1C04-4589-87F6-F3E7F1454743}" srcOrd="0" destOrd="0" presId="urn:microsoft.com/office/officeart/2005/8/layout/process4"/>
    <dgm:cxn modelId="{BF2F7F23-477C-43C4-88BD-C9855F5DC58E}" type="presParOf" srcId="{731BDFC3-59E1-4723-8B75-B1C639E945D0}" destId="{1981B64A-A7A4-4662-B7BA-11DDD876690E}" srcOrd="1" destOrd="0" presId="urn:microsoft.com/office/officeart/2005/8/layout/process4"/>
    <dgm:cxn modelId="{307B20DF-E800-4AEF-885A-55C3B6580C3A}" type="presParOf" srcId="{731BDFC3-59E1-4723-8B75-B1C639E945D0}" destId="{6CC10176-A977-4430-B7F0-11D947019F3F}" srcOrd="2" destOrd="0" presId="urn:microsoft.com/office/officeart/2005/8/layout/process4"/>
    <dgm:cxn modelId="{248ED912-10B4-4D68-A380-2A0717D0A7BA}" type="presParOf" srcId="{6CC10176-A977-4430-B7F0-11D947019F3F}" destId="{99C90F4B-D865-4C9E-8A27-1AE3B7652D44}" srcOrd="0" destOrd="0" presId="urn:microsoft.com/office/officeart/2005/8/layout/process4"/>
    <dgm:cxn modelId="{800D5C13-83F0-45D4-A8B9-42E4B3BB42C1}" type="presParOf" srcId="{6CC10176-A977-4430-B7F0-11D947019F3F}" destId="{CDA58DB2-12A8-4F8D-9E3C-28342C5F14C4}" srcOrd="1" destOrd="0" presId="urn:microsoft.com/office/officeart/2005/8/layout/process4"/>
    <dgm:cxn modelId="{7292DC68-BA86-4291-870B-3A37179361AD}" type="presParOf" srcId="{BB99D9C3-399F-4A17-85FC-E9BFB0C69C63}" destId="{92F831BA-43C3-40A5-9945-8F5CC0A8FCC6}" srcOrd="11" destOrd="0" presId="urn:microsoft.com/office/officeart/2005/8/layout/process4"/>
    <dgm:cxn modelId="{8AAD6646-E1A0-450B-B2F2-32A6491DF5F7}" type="presParOf" srcId="{BB99D9C3-399F-4A17-85FC-E9BFB0C69C63}" destId="{547AB8B5-4AA2-4E8E-9F27-6A9AA52D1D2F}" srcOrd="12" destOrd="0" presId="urn:microsoft.com/office/officeart/2005/8/layout/process4"/>
    <dgm:cxn modelId="{AF94CE96-E1C9-4479-A3F9-F73736E55900}" type="presParOf" srcId="{547AB8B5-4AA2-4E8E-9F27-6A9AA52D1D2F}" destId="{8B81361F-4014-4A15-A021-D10FB8A7F969}" srcOrd="0" destOrd="0" presId="urn:microsoft.com/office/officeart/2005/8/layout/process4"/>
    <dgm:cxn modelId="{555D8F10-6DBC-4BE7-98ED-9EDB0BBC5D0E}" type="presParOf" srcId="{547AB8B5-4AA2-4E8E-9F27-6A9AA52D1D2F}" destId="{95286426-7F42-4FE7-B6E7-B444E5304F71}" srcOrd="1" destOrd="0" presId="urn:microsoft.com/office/officeart/2005/8/layout/process4"/>
    <dgm:cxn modelId="{D13A15F7-283E-4DC9-B30C-3A3639F47DC6}" type="presParOf" srcId="{547AB8B5-4AA2-4E8E-9F27-6A9AA52D1D2F}" destId="{01B847C3-3659-4D68-A1F4-AE894A6E5701}" srcOrd="2" destOrd="0" presId="urn:microsoft.com/office/officeart/2005/8/layout/process4"/>
    <dgm:cxn modelId="{0C405344-4587-4770-8F56-F8AB6397E96B}" type="presParOf" srcId="{01B847C3-3659-4D68-A1F4-AE894A6E5701}" destId="{C345F868-F0FA-4F64-9403-E9E355EBC2D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400" dirty="0"/>
            <a:t>Input Layer</a:t>
          </a:r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12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1200"/>
        </a:p>
      </dgm:t>
    </dgm:pt>
    <dgm:pt modelId="{7287962C-2824-43BE-83EA-ECE5DBB3B11D}">
      <dgm:prSet phldrT="[Text]" custT="1"/>
      <dgm:spPr/>
      <dgm:t>
        <a:bodyPr/>
        <a:lstStyle/>
        <a:p>
          <a:r>
            <a:rPr lang="en-US" sz="1200" dirty="0"/>
            <a:t>Output Shape: (None, 224,224,3)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12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1200"/>
        </a:p>
      </dgm:t>
    </dgm:pt>
    <dgm:pt modelId="{B8206422-3524-48CB-B80C-2B0C22E314BD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400" dirty="0" err="1"/>
            <a:t>Xception</a:t>
          </a:r>
          <a:endParaRPr lang="en-US" sz="1400" dirty="0"/>
        </a:p>
      </dgm:t>
    </dgm:pt>
    <dgm:pt modelId="{B96CC52B-E83A-4CD4-9911-A23E5399E24A}" type="parTrans" cxnId="{E3E4B460-61C4-4280-B856-BF296F1DE9D5}">
      <dgm:prSet/>
      <dgm:spPr/>
      <dgm:t>
        <a:bodyPr/>
        <a:lstStyle/>
        <a:p>
          <a:endParaRPr lang="en-US" sz="1200"/>
        </a:p>
      </dgm:t>
    </dgm:pt>
    <dgm:pt modelId="{4155228F-F05F-490D-AD7F-44067C11F89B}" type="sibTrans" cxnId="{E3E4B460-61C4-4280-B856-BF296F1DE9D5}">
      <dgm:prSet/>
      <dgm:spPr/>
      <dgm:t>
        <a:bodyPr/>
        <a:lstStyle/>
        <a:p>
          <a:endParaRPr lang="en-US" sz="1200"/>
        </a:p>
      </dgm:t>
    </dgm:pt>
    <dgm:pt modelId="{58D87447-2C00-4EEE-B646-83A8C851945F}">
      <dgm:prSet phldrT="[Text]" custT="1"/>
      <dgm:spPr/>
      <dgm:t>
        <a:bodyPr/>
        <a:lstStyle/>
        <a:p>
          <a:r>
            <a:rPr lang="en-US" sz="1200" dirty="0"/>
            <a:t>Input Shape: (None, 224,224,3)</a:t>
          </a:r>
        </a:p>
      </dgm:t>
    </dgm:pt>
    <dgm:pt modelId="{D6B6E75C-8A22-4A0C-9726-E6EDC8BB700D}" type="parTrans" cxnId="{73179E50-D7FD-46EE-AD36-CBC754499562}">
      <dgm:prSet/>
      <dgm:spPr/>
      <dgm:t>
        <a:bodyPr/>
        <a:lstStyle/>
        <a:p>
          <a:endParaRPr lang="en-US" sz="1200"/>
        </a:p>
      </dgm:t>
    </dgm:pt>
    <dgm:pt modelId="{EBB5090B-9F36-4106-9377-BE7AFE19A905}" type="sibTrans" cxnId="{73179E50-D7FD-46EE-AD36-CBC754499562}">
      <dgm:prSet/>
      <dgm:spPr/>
      <dgm:t>
        <a:bodyPr/>
        <a:lstStyle/>
        <a:p>
          <a:endParaRPr lang="en-US" sz="1200"/>
        </a:p>
      </dgm:t>
    </dgm:pt>
    <dgm:pt modelId="{C7765CED-E8B1-4CA5-B065-59AA9564DEC0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en-US" sz="1400" dirty="0"/>
            <a:t>Flatten</a:t>
          </a:r>
        </a:p>
      </dgm:t>
    </dgm:pt>
    <dgm:pt modelId="{39ABE68D-3278-4161-A9C0-F05803D3FA85}" type="parTrans" cxnId="{3E5BAB66-EE19-41AC-BCFF-6BFB47F8E6AB}">
      <dgm:prSet/>
      <dgm:spPr/>
      <dgm:t>
        <a:bodyPr/>
        <a:lstStyle/>
        <a:p>
          <a:endParaRPr lang="en-US" sz="1200"/>
        </a:p>
      </dgm:t>
    </dgm:pt>
    <dgm:pt modelId="{A96FC06E-2AA6-49BA-A06F-54C03850DC86}" type="sibTrans" cxnId="{3E5BAB66-EE19-41AC-BCFF-6BFB47F8E6AB}">
      <dgm:prSet/>
      <dgm:spPr/>
      <dgm:t>
        <a:bodyPr/>
        <a:lstStyle/>
        <a:p>
          <a:endParaRPr lang="en-US" sz="1200"/>
        </a:p>
      </dgm:t>
    </dgm:pt>
    <dgm:pt modelId="{4B887AE7-84B9-4702-ADBE-B5F3BAD0FDB0}">
      <dgm:prSet phldrT="[Text]" custT="1"/>
      <dgm:spPr/>
      <dgm:t>
        <a:bodyPr/>
        <a:lstStyle/>
        <a:p>
          <a:r>
            <a:rPr lang="en-US" sz="1200" dirty="0"/>
            <a:t>Input shape: (None, 2024)</a:t>
          </a:r>
        </a:p>
      </dgm:t>
    </dgm:pt>
    <dgm:pt modelId="{E0E6F78B-67E1-4595-9637-1A02936E821C}" type="parTrans" cxnId="{A232F70A-F72F-4AD3-B3EF-A03954A4C499}">
      <dgm:prSet/>
      <dgm:spPr/>
      <dgm:t>
        <a:bodyPr/>
        <a:lstStyle/>
        <a:p>
          <a:endParaRPr lang="en-US" sz="1200"/>
        </a:p>
      </dgm:t>
    </dgm:pt>
    <dgm:pt modelId="{F874AD26-FFD7-4DC4-B6F6-332406CEAB31}" type="sibTrans" cxnId="{A232F70A-F72F-4AD3-B3EF-A03954A4C499}">
      <dgm:prSet/>
      <dgm:spPr/>
      <dgm:t>
        <a:bodyPr/>
        <a:lstStyle/>
        <a:p>
          <a:endParaRPr lang="en-US" sz="1200"/>
        </a:p>
      </dgm:t>
    </dgm:pt>
    <dgm:pt modelId="{BA716E40-B94C-45EB-8B85-99601008989D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400" dirty="0"/>
            <a:t>Dropout(0.3)</a:t>
          </a:r>
        </a:p>
      </dgm:t>
    </dgm:pt>
    <dgm:pt modelId="{B6612092-DB27-4F72-901A-B256BAD68871}" type="parTrans" cxnId="{3D4DA58C-1A1C-422E-877B-45E16375B387}">
      <dgm:prSet/>
      <dgm:spPr/>
      <dgm:t>
        <a:bodyPr/>
        <a:lstStyle/>
        <a:p>
          <a:endParaRPr lang="en-US" sz="1200"/>
        </a:p>
      </dgm:t>
    </dgm:pt>
    <dgm:pt modelId="{B5536F7F-42E6-4D45-9D34-E95A3FB72953}" type="sibTrans" cxnId="{3D4DA58C-1A1C-422E-877B-45E16375B387}">
      <dgm:prSet/>
      <dgm:spPr/>
      <dgm:t>
        <a:bodyPr/>
        <a:lstStyle/>
        <a:p>
          <a:endParaRPr lang="en-US" sz="1200"/>
        </a:p>
      </dgm:t>
    </dgm:pt>
    <dgm:pt modelId="{0DA7D919-7FEF-495B-B529-607982E3C2B7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pPr>
            <a:spcAft>
              <a:spcPts val="0"/>
            </a:spcAft>
          </a:pPr>
          <a:r>
            <a:rPr lang="en-US" sz="1400" dirty="0"/>
            <a:t>Dense (Activation: </a:t>
          </a:r>
          <a:r>
            <a:rPr lang="en-US" sz="1400" dirty="0" err="1"/>
            <a:t>relu</a:t>
          </a:r>
          <a:r>
            <a:rPr lang="en-US" sz="1400" dirty="0"/>
            <a:t>)</a:t>
          </a:r>
        </a:p>
      </dgm:t>
    </dgm:pt>
    <dgm:pt modelId="{380316A4-E10D-4BAE-8184-E7BE354A4B3B}" type="parTrans" cxnId="{0DCE4A28-F68E-41D0-8C6B-2A4AAD863945}">
      <dgm:prSet/>
      <dgm:spPr/>
      <dgm:t>
        <a:bodyPr/>
        <a:lstStyle/>
        <a:p>
          <a:endParaRPr lang="en-US" sz="1200"/>
        </a:p>
      </dgm:t>
    </dgm:pt>
    <dgm:pt modelId="{559ACF4E-3EEB-4845-9ABE-8A92318C1DED}" type="sibTrans" cxnId="{0DCE4A28-F68E-41D0-8C6B-2A4AAD863945}">
      <dgm:prSet/>
      <dgm:spPr/>
      <dgm:t>
        <a:bodyPr/>
        <a:lstStyle/>
        <a:p>
          <a:endParaRPr lang="en-US" sz="1200"/>
        </a:p>
      </dgm:t>
    </dgm:pt>
    <dgm:pt modelId="{3A460D4B-0FBE-40D4-A51C-B86FC0CBAA31}">
      <dgm:prSet phldrT="[Text]" custT="1"/>
      <dgm:spPr/>
      <dgm:t>
        <a:bodyPr/>
        <a:lstStyle/>
        <a:p>
          <a:r>
            <a:rPr lang="en-US" sz="1200" dirty="0"/>
            <a:t>Input shape: (None, 2024)</a:t>
          </a:r>
        </a:p>
      </dgm:t>
    </dgm:pt>
    <dgm:pt modelId="{3F6D5842-BC40-4F68-A0E7-E848DF56F4BD}" type="parTrans" cxnId="{A4704C68-B926-4220-9A49-3C5AF708DF2F}">
      <dgm:prSet/>
      <dgm:spPr/>
      <dgm:t>
        <a:bodyPr/>
        <a:lstStyle/>
        <a:p>
          <a:endParaRPr lang="en-US" sz="1200"/>
        </a:p>
      </dgm:t>
    </dgm:pt>
    <dgm:pt modelId="{40F96AF7-3F3B-42CD-837F-B673C44E5649}" type="sibTrans" cxnId="{A4704C68-B926-4220-9A49-3C5AF708DF2F}">
      <dgm:prSet/>
      <dgm:spPr/>
      <dgm:t>
        <a:bodyPr/>
        <a:lstStyle/>
        <a:p>
          <a:endParaRPr lang="en-US" sz="1200"/>
        </a:p>
      </dgm:t>
    </dgm:pt>
    <dgm:pt modelId="{3DCA89B7-E275-40EF-8E02-50CB624720EB}">
      <dgm:prSet phldrT="[Text]" custT="1"/>
      <dgm:spPr/>
      <dgm:t>
        <a:bodyPr/>
        <a:lstStyle/>
        <a:p>
          <a:r>
            <a:rPr lang="en-US" sz="1200" dirty="0"/>
            <a:t>Output Shape: (None, 2048)</a:t>
          </a:r>
        </a:p>
      </dgm:t>
    </dgm:pt>
    <dgm:pt modelId="{5ADD0181-9FC5-4940-ACE1-42392218B640}" type="parTrans" cxnId="{28ECEC14-99E7-4BEF-B855-86E728714321}">
      <dgm:prSet/>
      <dgm:spPr/>
      <dgm:t>
        <a:bodyPr/>
        <a:lstStyle/>
        <a:p>
          <a:endParaRPr lang="en-US" sz="1200"/>
        </a:p>
      </dgm:t>
    </dgm:pt>
    <dgm:pt modelId="{14360CA7-4DC9-4EC7-8822-9B68A256FD58}" type="sibTrans" cxnId="{28ECEC14-99E7-4BEF-B855-86E728714321}">
      <dgm:prSet/>
      <dgm:spPr/>
      <dgm:t>
        <a:bodyPr/>
        <a:lstStyle/>
        <a:p>
          <a:endParaRPr lang="en-US" sz="1200"/>
        </a:p>
      </dgm:t>
    </dgm:pt>
    <dgm:pt modelId="{52ABD3F9-1043-434F-B72F-7C87596ED087}">
      <dgm:prSet phldrT="[Text]" custT="1"/>
      <dgm:spPr/>
      <dgm:t>
        <a:bodyPr/>
        <a:lstStyle/>
        <a:p>
          <a:r>
            <a:rPr lang="en-US" sz="1200" dirty="0"/>
            <a:t>Output shape: (None, 2048)</a:t>
          </a:r>
        </a:p>
      </dgm:t>
    </dgm:pt>
    <dgm:pt modelId="{59D78795-5937-4EE0-AEEA-ECACFD6DCDD5}" type="parTrans" cxnId="{D283B81C-2802-4E21-B3DB-AC6ACB1BE2DD}">
      <dgm:prSet/>
      <dgm:spPr/>
      <dgm:t>
        <a:bodyPr/>
        <a:lstStyle/>
        <a:p>
          <a:endParaRPr lang="en-US" sz="1200"/>
        </a:p>
      </dgm:t>
    </dgm:pt>
    <dgm:pt modelId="{25059442-7F94-4BE4-95E9-B30599153C4F}" type="sibTrans" cxnId="{D283B81C-2802-4E21-B3DB-AC6ACB1BE2DD}">
      <dgm:prSet/>
      <dgm:spPr/>
      <dgm:t>
        <a:bodyPr/>
        <a:lstStyle/>
        <a:p>
          <a:endParaRPr lang="en-US" sz="1200"/>
        </a:p>
      </dgm:t>
    </dgm:pt>
    <dgm:pt modelId="{A27AEEDF-B342-494F-8A03-2B7045D359E7}">
      <dgm:prSet phldrT="[Text]" custT="1"/>
      <dgm:spPr/>
      <dgm:t>
        <a:bodyPr/>
        <a:lstStyle/>
        <a:p>
          <a:r>
            <a:rPr lang="en-US" sz="1200"/>
            <a:t>Input shape: (None, 2024)</a:t>
          </a:r>
          <a:endParaRPr lang="en-US" sz="1200" dirty="0"/>
        </a:p>
      </dgm:t>
    </dgm:pt>
    <dgm:pt modelId="{AB90CEC9-714E-41A8-9609-180B07EBC275}" type="parTrans" cxnId="{2932B472-6114-4BBC-ABC3-C8AEAA405D6A}">
      <dgm:prSet/>
      <dgm:spPr/>
      <dgm:t>
        <a:bodyPr/>
        <a:lstStyle/>
        <a:p>
          <a:endParaRPr lang="en-US" sz="1200"/>
        </a:p>
      </dgm:t>
    </dgm:pt>
    <dgm:pt modelId="{EE240AF6-8E75-4D88-9C90-D6C3B0341A2E}" type="sibTrans" cxnId="{2932B472-6114-4BBC-ABC3-C8AEAA405D6A}">
      <dgm:prSet/>
      <dgm:spPr/>
      <dgm:t>
        <a:bodyPr/>
        <a:lstStyle/>
        <a:p>
          <a:endParaRPr lang="en-US" sz="1200"/>
        </a:p>
      </dgm:t>
    </dgm:pt>
    <dgm:pt modelId="{0CF181AE-3054-497B-BC2E-1549ED901EFB}">
      <dgm:prSet phldrT="[Text]" custT="1"/>
      <dgm:spPr/>
      <dgm:t>
        <a:bodyPr/>
        <a:lstStyle/>
        <a:p>
          <a:r>
            <a:rPr lang="en-US" sz="1200" dirty="0"/>
            <a:t>Output shape: (None, 2048)</a:t>
          </a:r>
        </a:p>
      </dgm:t>
    </dgm:pt>
    <dgm:pt modelId="{5F20D6A6-0D1C-44E5-B53E-875FF1A5B901}" type="parTrans" cxnId="{3F93E5AD-5F8F-44FF-A4F5-46419B940B86}">
      <dgm:prSet/>
      <dgm:spPr/>
      <dgm:t>
        <a:bodyPr/>
        <a:lstStyle/>
        <a:p>
          <a:endParaRPr lang="en-US" sz="1200"/>
        </a:p>
      </dgm:t>
    </dgm:pt>
    <dgm:pt modelId="{01DF4BEE-3E64-4352-877D-98A84E726992}" type="sibTrans" cxnId="{3F93E5AD-5F8F-44FF-A4F5-46419B940B86}">
      <dgm:prSet/>
      <dgm:spPr/>
      <dgm:t>
        <a:bodyPr/>
        <a:lstStyle/>
        <a:p>
          <a:endParaRPr lang="en-US" sz="1200"/>
        </a:p>
      </dgm:t>
    </dgm:pt>
    <dgm:pt modelId="{0E933868-1562-4B6C-B4E4-8A37867A9B22}">
      <dgm:prSet phldrT="[Text]" custT="1"/>
      <dgm:spPr/>
      <dgm:t>
        <a:bodyPr/>
        <a:lstStyle/>
        <a:p>
          <a:r>
            <a:rPr lang="en-US" sz="1200" dirty="0"/>
            <a:t>Output shape: (None, 128)</a:t>
          </a:r>
        </a:p>
      </dgm:t>
    </dgm:pt>
    <dgm:pt modelId="{62112D4A-2EAA-4169-8D7D-0A7B2F97FA4F}" type="parTrans" cxnId="{C377EF16-F537-4FC4-9AEA-72F571F21690}">
      <dgm:prSet/>
      <dgm:spPr/>
      <dgm:t>
        <a:bodyPr/>
        <a:lstStyle/>
        <a:p>
          <a:endParaRPr lang="en-US" sz="1200"/>
        </a:p>
      </dgm:t>
    </dgm:pt>
    <dgm:pt modelId="{06A54F93-0A4F-4992-AD50-8ACE5A840A03}" type="sibTrans" cxnId="{C377EF16-F537-4FC4-9AEA-72F571F21690}">
      <dgm:prSet/>
      <dgm:spPr/>
      <dgm:t>
        <a:bodyPr/>
        <a:lstStyle/>
        <a:p>
          <a:endParaRPr lang="en-US" sz="1200"/>
        </a:p>
      </dgm:t>
    </dgm:pt>
    <dgm:pt modelId="{28D2E7A2-A22E-44FF-80AC-3752D96B8222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400" dirty="0"/>
            <a:t>Dense (Activation: </a:t>
          </a:r>
          <a:r>
            <a:rPr lang="en-US" sz="1400" dirty="0" err="1"/>
            <a:t>softmax</a:t>
          </a:r>
          <a:r>
            <a:rPr lang="en-US" sz="1400" dirty="0"/>
            <a:t>)</a:t>
          </a:r>
        </a:p>
      </dgm:t>
    </dgm:pt>
    <dgm:pt modelId="{C75D849E-D0E3-4BA8-A475-3AB0D44DB765}" type="parTrans" cxnId="{02DBBFFD-66F6-45D6-99D4-9D6C4C05569F}">
      <dgm:prSet/>
      <dgm:spPr/>
      <dgm:t>
        <a:bodyPr/>
        <a:lstStyle/>
        <a:p>
          <a:endParaRPr lang="en-US" sz="1200"/>
        </a:p>
      </dgm:t>
    </dgm:pt>
    <dgm:pt modelId="{A6029F94-57AF-40DC-A08B-05F950D52522}" type="sibTrans" cxnId="{02DBBFFD-66F6-45D6-99D4-9D6C4C05569F}">
      <dgm:prSet/>
      <dgm:spPr/>
      <dgm:t>
        <a:bodyPr/>
        <a:lstStyle/>
        <a:p>
          <a:endParaRPr lang="en-US" sz="1200"/>
        </a:p>
      </dgm:t>
    </dgm:pt>
    <dgm:pt modelId="{9A7C40F9-8D4D-4EF6-86DB-1605A01CB49E}">
      <dgm:prSet phldrT="[Text]" custT="1"/>
      <dgm:spPr/>
      <dgm:t>
        <a:bodyPr/>
        <a:lstStyle/>
        <a:p>
          <a:r>
            <a:rPr lang="en-US" sz="1200" dirty="0"/>
            <a:t>Input shape: (None, 128)</a:t>
          </a:r>
        </a:p>
      </dgm:t>
    </dgm:pt>
    <dgm:pt modelId="{84453DD1-2ACA-49DD-8115-D93BBE887AE4}" type="parTrans" cxnId="{8A1AE5D6-BE56-43C8-BB6A-410112F9FEF6}">
      <dgm:prSet/>
      <dgm:spPr/>
      <dgm:t>
        <a:bodyPr/>
        <a:lstStyle/>
        <a:p>
          <a:endParaRPr lang="en-US" sz="1200"/>
        </a:p>
      </dgm:t>
    </dgm:pt>
    <dgm:pt modelId="{26E98BE5-6511-41B2-A05C-2C643A80C522}" type="sibTrans" cxnId="{8A1AE5D6-BE56-43C8-BB6A-410112F9FEF6}">
      <dgm:prSet/>
      <dgm:spPr/>
      <dgm:t>
        <a:bodyPr/>
        <a:lstStyle/>
        <a:p>
          <a:endParaRPr lang="en-US" sz="1200"/>
        </a:p>
      </dgm:t>
    </dgm:pt>
    <dgm:pt modelId="{F7A33AFC-BE04-478F-B67B-9C4AF15C1176}">
      <dgm:prSet phldrT="[Text]" custT="1"/>
      <dgm:spPr/>
      <dgm:t>
        <a:bodyPr/>
        <a:lstStyle/>
        <a:p>
          <a:r>
            <a:rPr lang="en-US" sz="1200" dirty="0"/>
            <a:t>Output shape: (None, 8)</a:t>
          </a:r>
        </a:p>
      </dgm:t>
    </dgm:pt>
    <dgm:pt modelId="{7C2726D0-73E5-4DB7-B850-1F18DF59FF73}" type="parTrans" cxnId="{7AE502D9-CD5E-4839-B96A-8AF86EC59A97}">
      <dgm:prSet/>
      <dgm:spPr/>
      <dgm:t>
        <a:bodyPr/>
        <a:lstStyle/>
        <a:p>
          <a:endParaRPr lang="en-US" sz="1200"/>
        </a:p>
      </dgm:t>
    </dgm:pt>
    <dgm:pt modelId="{AA6D49D3-E24D-4AA3-B839-7F12AD880B7B}" type="sibTrans" cxnId="{7AE502D9-CD5E-4839-B96A-8AF86EC59A97}">
      <dgm:prSet/>
      <dgm:spPr/>
      <dgm:t>
        <a:bodyPr/>
        <a:lstStyle/>
        <a:p>
          <a:endParaRPr lang="en-US" sz="1200"/>
        </a:p>
      </dgm:t>
    </dgm:pt>
    <dgm:pt modelId="{23F0D700-248C-4E65-9B42-649DE5A464EF}">
      <dgm:prSet phldrT="[Text]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400" dirty="0"/>
            <a:t>Dropout(0.25)</a:t>
          </a:r>
        </a:p>
      </dgm:t>
    </dgm:pt>
    <dgm:pt modelId="{93256D74-ACFF-4CCF-9387-AB3EB226C16F}" type="parTrans" cxnId="{AB847D59-1151-4BAF-8784-A1722EA16CC4}">
      <dgm:prSet/>
      <dgm:spPr/>
      <dgm:t>
        <a:bodyPr/>
        <a:lstStyle/>
        <a:p>
          <a:endParaRPr lang="en-US" sz="1200"/>
        </a:p>
      </dgm:t>
    </dgm:pt>
    <dgm:pt modelId="{F6464F4C-ED77-44EA-98D0-C0E3AC4BBE81}" type="sibTrans" cxnId="{AB847D59-1151-4BAF-8784-A1722EA16CC4}">
      <dgm:prSet/>
      <dgm:spPr/>
      <dgm:t>
        <a:bodyPr/>
        <a:lstStyle/>
        <a:p>
          <a:endParaRPr lang="en-US" sz="1200"/>
        </a:p>
      </dgm:t>
    </dgm:pt>
    <dgm:pt modelId="{51BE1960-2CD6-4128-AC31-07FA460C5839}">
      <dgm:prSet phldrT="[Text]" custT="1"/>
      <dgm:spPr/>
      <dgm:t>
        <a:bodyPr/>
        <a:lstStyle/>
        <a:p>
          <a:r>
            <a:rPr lang="en-US" sz="1200" dirty="0"/>
            <a:t>Output shape: (None, 128)</a:t>
          </a:r>
        </a:p>
      </dgm:t>
    </dgm:pt>
    <dgm:pt modelId="{187CD04F-A0DC-456D-AA34-1FAF0C827D02}" type="parTrans" cxnId="{97524692-290F-48E0-8627-0B83C1CA8E0C}">
      <dgm:prSet/>
      <dgm:spPr/>
      <dgm:t>
        <a:bodyPr/>
        <a:lstStyle/>
        <a:p>
          <a:endParaRPr lang="en-US" sz="1200"/>
        </a:p>
      </dgm:t>
    </dgm:pt>
    <dgm:pt modelId="{523199C2-7B7E-4E7B-B14B-769850D22E14}" type="sibTrans" cxnId="{97524692-290F-48E0-8627-0B83C1CA8E0C}">
      <dgm:prSet/>
      <dgm:spPr/>
      <dgm:t>
        <a:bodyPr/>
        <a:lstStyle/>
        <a:p>
          <a:endParaRPr lang="en-US" sz="1200"/>
        </a:p>
      </dgm:t>
    </dgm:pt>
    <dgm:pt modelId="{93C7BA54-FD71-4068-A205-E76930130F90}">
      <dgm:prSet phldrT="[Text]" custT="1"/>
      <dgm:spPr>
        <a:solidFill>
          <a:schemeClr val="bg1"/>
        </a:solidFill>
      </dgm:spPr>
      <dgm:t>
        <a:bodyPr/>
        <a:lstStyle/>
        <a:p>
          <a:r>
            <a:rPr lang="en-US" sz="1200" dirty="0"/>
            <a:t>Input shape: (None, 128)</a:t>
          </a:r>
        </a:p>
      </dgm:t>
    </dgm:pt>
    <dgm:pt modelId="{61C0B8B9-049D-4A09-8375-F93BABF4C43F}" type="parTrans" cxnId="{CD09404F-06EA-4DAF-B44E-5B3DEE771FC3}">
      <dgm:prSet/>
      <dgm:spPr/>
      <dgm:t>
        <a:bodyPr/>
        <a:lstStyle/>
        <a:p>
          <a:endParaRPr lang="en-US" sz="1200"/>
        </a:p>
      </dgm:t>
    </dgm:pt>
    <dgm:pt modelId="{A3A99AFB-D720-47E9-A3FA-CFD5CE6F1E24}" type="sibTrans" cxnId="{CD09404F-06EA-4DAF-B44E-5B3DEE771FC3}">
      <dgm:prSet/>
      <dgm:spPr/>
      <dgm:t>
        <a:bodyPr/>
        <a:lstStyle/>
        <a:p>
          <a:endParaRPr lang="en-US" sz="1200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77B5D535-2405-4000-A2DD-58018310FCD4}" type="pres">
      <dgm:prSet presAssocID="{28D2E7A2-A22E-44FF-80AC-3752D96B8222}" presName="boxAndChildren" presStyleCnt="0"/>
      <dgm:spPr/>
    </dgm:pt>
    <dgm:pt modelId="{A658D9E1-F34A-4ADD-B9F4-833C4F194DED}" type="pres">
      <dgm:prSet presAssocID="{28D2E7A2-A22E-44FF-80AC-3752D96B8222}" presName="parentTextBox" presStyleLbl="node1" presStyleIdx="0" presStyleCnt="7"/>
      <dgm:spPr/>
    </dgm:pt>
    <dgm:pt modelId="{443F459C-32CF-4200-B6D0-AA019D216B16}" type="pres">
      <dgm:prSet presAssocID="{28D2E7A2-A22E-44FF-80AC-3752D96B8222}" presName="entireBox" presStyleLbl="node1" presStyleIdx="0" presStyleCnt="7" custScaleY="51316"/>
      <dgm:spPr/>
    </dgm:pt>
    <dgm:pt modelId="{15E0224E-4D9A-4462-9897-D88CE7494A9E}" type="pres">
      <dgm:prSet presAssocID="{28D2E7A2-A22E-44FF-80AC-3752D96B8222}" presName="descendantBox" presStyleCnt="0"/>
      <dgm:spPr/>
    </dgm:pt>
    <dgm:pt modelId="{BE8C424B-FE04-4B52-87A0-B10C59A3C1AC}" type="pres">
      <dgm:prSet presAssocID="{9A7C40F9-8D4D-4EF6-86DB-1605A01CB49E}" presName="childTextBox" presStyleLbl="fgAccFollowNode1" presStyleIdx="0" presStyleCnt="13" custScaleY="75132">
        <dgm:presLayoutVars>
          <dgm:bulletEnabled val="1"/>
        </dgm:presLayoutVars>
      </dgm:prSet>
      <dgm:spPr/>
    </dgm:pt>
    <dgm:pt modelId="{B673B823-2818-4FAC-8329-B507B0BD467E}" type="pres">
      <dgm:prSet presAssocID="{F7A33AFC-BE04-478F-B67B-9C4AF15C1176}" presName="childTextBox" presStyleLbl="fgAccFollowNode1" presStyleIdx="1" presStyleCnt="13" custScaleY="75132">
        <dgm:presLayoutVars>
          <dgm:bulletEnabled val="1"/>
        </dgm:presLayoutVars>
      </dgm:prSet>
      <dgm:spPr/>
    </dgm:pt>
    <dgm:pt modelId="{F943FA7A-9A60-4E4E-8444-EBF71A9B48E1}" type="pres">
      <dgm:prSet presAssocID="{F6464F4C-ED77-44EA-98D0-C0E3AC4BBE81}" presName="sp" presStyleCnt="0"/>
      <dgm:spPr/>
    </dgm:pt>
    <dgm:pt modelId="{776D2384-83D5-4C3A-8EE5-1339471308DA}" type="pres">
      <dgm:prSet presAssocID="{23F0D700-248C-4E65-9B42-649DE5A464EF}" presName="arrowAndChildren" presStyleCnt="0"/>
      <dgm:spPr/>
    </dgm:pt>
    <dgm:pt modelId="{904B901A-04E1-46D9-85CE-74CC4349F45D}" type="pres">
      <dgm:prSet presAssocID="{23F0D700-248C-4E65-9B42-649DE5A464EF}" presName="parentTextArrow" presStyleLbl="node1" presStyleIdx="0" presStyleCnt="7"/>
      <dgm:spPr/>
    </dgm:pt>
    <dgm:pt modelId="{DF3C1F71-8F54-4C96-8D23-185F4D9C2507}" type="pres">
      <dgm:prSet presAssocID="{23F0D700-248C-4E65-9B42-649DE5A464EF}" presName="arrow" presStyleLbl="node1" presStyleIdx="1" presStyleCnt="7" custScaleY="62093"/>
      <dgm:spPr/>
    </dgm:pt>
    <dgm:pt modelId="{5BBCCBC8-1141-40A1-97DC-A8E4DB7F2507}" type="pres">
      <dgm:prSet presAssocID="{23F0D700-248C-4E65-9B42-649DE5A464EF}" presName="descendantArrow" presStyleCnt="0"/>
      <dgm:spPr/>
    </dgm:pt>
    <dgm:pt modelId="{C3C86291-D5C2-49D0-8D20-81EC951ED21B}" type="pres">
      <dgm:prSet presAssocID="{93C7BA54-FD71-4068-A205-E76930130F90}" presName="childTextArrow" presStyleLbl="fgAccFollowNode1" presStyleIdx="2" presStyleCnt="13" custScaleY="75132">
        <dgm:presLayoutVars>
          <dgm:bulletEnabled val="1"/>
        </dgm:presLayoutVars>
      </dgm:prSet>
      <dgm:spPr/>
    </dgm:pt>
    <dgm:pt modelId="{56CE86E0-4C01-4701-9B7C-9ABA1DE8B1B9}" type="pres">
      <dgm:prSet presAssocID="{51BE1960-2CD6-4128-AC31-07FA460C5839}" presName="childTextArrow" presStyleLbl="fgAccFollowNode1" presStyleIdx="3" presStyleCnt="13" custScaleY="75132">
        <dgm:presLayoutVars>
          <dgm:bulletEnabled val="1"/>
        </dgm:presLayoutVars>
      </dgm:prSet>
      <dgm:spPr/>
    </dgm:pt>
    <dgm:pt modelId="{AA26690C-9748-400B-A076-70FA9BD013DF}" type="pres">
      <dgm:prSet presAssocID="{559ACF4E-3EEB-4845-9ABE-8A92318C1DED}" presName="sp" presStyleCnt="0"/>
      <dgm:spPr/>
    </dgm:pt>
    <dgm:pt modelId="{D50E3161-0C1B-4BC8-853F-755282CA70A1}" type="pres">
      <dgm:prSet presAssocID="{0DA7D919-7FEF-495B-B529-607982E3C2B7}" presName="arrowAndChildren" presStyleCnt="0"/>
      <dgm:spPr/>
    </dgm:pt>
    <dgm:pt modelId="{C1B81B41-DE46-442B-900E-09EEBE249475}" type="pres">
      <dgm:prSet presAssocID="{0DA7D919-7FEF-495B-B529-607982E3C2B7}" presName="parentTextArrow" presStyleLbl="node1" presStyleIdx="1" presStyleCnt="7"/>
      <dgm:spPr/>
    </dgm:pt>
    <dgm:pt modelId="{8EBCE749-7FFB-4B80-B5DC-1BB47DCE407F}" type="pres">
      <dgm:prSet presAssocID="{0DA7D919-7FEF-495B-B529-607982E3C2B7}" presName="arrow" presStyleLbl="node1" presStyleIdx="2" presStyleCnt="7" custScaleY="68302"/>
      <dgm:spPr/>
    </dgm:pt>
    <dgm:pt modelId="{91A01CF6-6CDD-428F-BAB7-51BF7FC13A6D}" type="pres">
      <dgm:prSet presAssocID="{0DA7D919-7FEF-495B-B529-607982E3C2B7}" presName="descendantArrow" presStyleCnt="0"/>
      <dgm:spPr/>
    </dgm:pt>
    <dgm:pt modelId="{760A086D-0E9C-4A50-8C95-7035D3D5E518}" type="pres">
      <dgm:prSet presAssocID="{3A460D4B-0FBE-40D4-A51C-B86FC0CBAA31}" presName="childTextArrow" presStyleLbl="fgAccFollowNode1" presStyleIdx="4" presStyleCnt="13" custScaleY="75132">
        <dgm:presLayoutVars>
          <dgm:bulletEnabled val="1"/>
        </dgm:presLayoutVars>
      </dgm:prSet>
      <dgm:spPr/>
    </dgm:pt>
    <dgm:pt modelId="{AA56D4DC-6399-4AB7-8D2C-6F38B6EBE105}" type="pres">
      <dgm:prSet presAssocID="{0E933868-1562-4B6C-B4E4-8A37867A9B22}" presName="childTextArrow" presStyleLbl="fgAccFollowNode1" presStyleIdx="5" presStyleCnt="13" custScaleY="75132">
        <dgm:presLayoutVars>
          <dgm:bulletEnabled val="1"/>
        </dgm:presLayoutVars>
      </dgm:prSet>
      <dgm:spPr/>
    </dgm:pt>
    <dgm:pt modelId="{4EF352C8-70A4-41BA-908A-33B69ED63803}" type="pres">
      <dgm:prSet presAssocID="{B5536F7F-42E6-4D45-9D34-E95A3FB72953}" presName="sp" presStyleCnt="0"/>
      <dgm:spPr/>
    </dgm:pt>
    <dgm:pt modelId="{A05CDE1C-B785-43EF-80BC-3BEB329F74FC}" type="pres">
      <dgm:prSet presAssocID="{BA716E40-B94C-45EB-8B85-99601008989D}" presName="arrowAndChildren" presStyleCnt="0"/>
      <dgm:spPr/>
    </dgm:pt>
    <dgm:pt modelId="{9C62B803-AB9D-4B46-929D-9DE3F517FCF1}" type="pres">
      <dgm:prSet presAssocID="{BA716E40-B94C-45EB-8B85-99601008989D}" presName="parentTextArrow" presStyleLbl="node1" presStyleIdx="2" presStyleCnt="7"/>
      <dgm:spPr/>
    </dgm:pt>
    <dgm:pt modelId="{4B9BDBDB-DE59-4F98-B719-55C1A3AEA21C}" type="pres">
      <dgm:prSet presAssocID="{BA716E40-B94C-45EB-8B85-99601008989D}" presName="arrow" presStyleLbl="node1" presStyleIdx="3" presStyleCnt="7" custScaleY="62093"/>
      <dgm:spPr/>
    </dgm:pt>
    <dgm:pt modelId="{6DC6E746-AC9A-482E-939C-F4AC3FC35736}" type="pres">
      <dgm:prSet presAssocID="{BA716E40-B94C-45EB-8B85-99601008989D}" presName="descendantArrow" presStyleCnt="0"/>
      <dgm:spPr/>
    </dgm:pt>
    <dgm:pt modelId="{7342DC29-7D4D-4449-80FB-F1BAF8C8F8DE}" type="pres">
      <dgm:prSet presAssocID="{A27AEEDF-B342-494F-8A03-2B7045D359E7}" presName="childTextArrow" presStyleLbl="fgAccFollowNode1" presStyleIdx="6" presStyleCnt="13" custScaleY="75132">
        <dgm:presLayoutVars>
          <dgm:bulletEnabled val="1"/>
        </dgm:presLayoutVars>
      </dgm:prSet>
      <dgm:spPr/>
    </dgm:pt>
    <dgm:pt modelId="{024A8176-A02D-4A1D-B96D-FE6A436A8CF4}" type="pres">
      <dgm:prSet presAssocID="{0CF181AE-3054-497B-BC2E-1549ED901EFB}" presName="childTextArrow" presStyleLbl="fgAccFollowNode1" presStyleIdx="7" presStyleCnt="13" custScaleY="75132">
        <dgm:presLayoutVars>
          <dgm:bulletEnabled val="1"/>
        </dgm:presLayoutVars>
      </dgm:prSet>
      <dgm:spPr/>
    </dgm:pt>
    <dgm:pt modelId="{C13C4FC0-60A8-462B-AACF-856A77F06A64}" type="pres">
      <dgm:prSet presAssocID="{A96FC06E-2AA6-49BA-A06F-54C03850DC86}" presName="sp" presStyleCnt="0"/>
      <dgm:spPr/>
    </dgm:pt>
    <dgm:pt modelId="{16FE90BF-3088-45B0-8D0F-C9A62F5DED0C}" type="pres">
      <dgm:prSet presAssocID="{C7765CED-E8B1-4CA5-B065-59AA9564DEC0}" presName="arrowAndChildren" presStyleCnt="0"/>
      <dgm:spPr/>
    </dgm:pt>
    <dgm:pt modelId="{E4CAD5E2-00CB-4A24-B350-0B497EF46955}" type="pres">
      <dgm:prSet presAssocID="{C7765CED-E8B1-4CA5-B065-59AA9564DEC0}" presName="parentTextArrow" presStyleLbl="node1" presStyleIdx="3" presStyleCnt="7"/>
      <dgm:spPr/>
    </dgm:pt>
    <dgm:pt modelId="{8BD40710-EC1B-4756-AF3F-079B500ABEFF}" type="pres">
      <dgm:prSet presAssocID="{C7765CED-E8B1-4CA5-B065-59AA9564DEC0}" presName="arrow" presStyleLbl="node1" presStyleIdx="4" presStyleCnt="7" custScaleY="62093"/>
      <dgm:spPr/>
    </dgm:pt>
    <dgm:pt modelId="{D1445AAB-689E-430E-892B-AC4D7486A8E2}" type="pres">
      <dgm:prSet presAssocID="{C7765CED-E8B1-4CA5-B065-59AA9564DEC0}" presName="descendantArrow" presStyleCnt="0"/>
      <dgm:spPr/>
    </dgm:pt>
    <dgm:pt modelId="{108324AE-8A87-4F92-AF48-C51F7603942D}" type="pres">
      <dgm:prSet presAssocID="{4B887AE7-84B9-4702-ADBE-B5F3BAD0FDB0}" presName="childTextArrow" presStyleLbl="fgAccFollowNode1" presStyleIdx="8" presStyleCnt="13" custScaleY="75132">
        <dgm:presLayoutVars>
          <dgm:bulletEnabled val="1"/>
        </dgm:presLayoutVars>
      </dgm:prSet>
      <dgm:spPr/>
    </dgm:pt>
    <dgm:pt modelId="{14AF8EE8-7A86-456D-8770-357E18F2F07C}" type="pres">
      <dgm:prSet presAssocID="{52ABD3F9-1043-434F-B72F-7C87596ED087}" presName="childTextArrow" presStyleLbl="fgAccFollowNode1" presStyleIdx="9" presStyleCnt="13" custScaleY="75132">
        <dgm:presLayoutVars>
          <dgm:bulletEnabled val="1"/>
        </dgm:presLayoutVars>
      </dgm:prSet>
      <dgm:spPr/>
    </dgm:pt>
    <dgm:pt modelId="{97E2A366-191F-48FC-8442-5AD0C1A529D0}" type="pres">
      <dgm:prSet presAssocID="{4155228F-F05F-490D-AD7F-44067C11F89B}" presName="sp" presStyleCnt="0"/>
      <dgm:spPr/>
    </dgm:pt>
    <dgm:pt modelId="{731BDFC3-59E1-4723-8B75-B1C639E945D0}" type="pres">
      <dgm:prSet presAssocID="{B8206422-3524-48CB-B80C-2B0C22E314BD}" presName="arrowAndChildren" presStyleCnt="0"/>
      <dgm:spPr/>
    </dgm:pt>
    <dgm:pt modelId="{8BB1726A-1C04-4589-87F6-F3E7F1454743}" type="pres">
      <dgm:prSet presAssocID="{B8206422-3524-48CB-B80C-2B0C22E314BD}" presName="parentTextArrow" presStyleLbl="node1" presStyleIdx="4" presStyleCnt="7"/>
      <dgm:spPr/>
    </dgm:pt>
    <dgm:pt modelId="{1981B64A-A7A4-4662-B7BA-11DDD876690E}" type="pres">
      <dgm:prSet presAssocID="{B8206422-3524-48CB-B80C-2B0C22E314BD}" presName="arrow" presStyleLbl="node1" presStyleIdx="5" presStyleCnt="7" custScaleY="62093"/>
      <dgm:spPr/>
    </dgm:pt>
    <dgm:pt modelId="{6CC10176-A977-4430-B7F0-11D947019F3F}" type="pres">
      <dgm:prSet presAssocID="{B8206422-3524-48CB-B80C-2B0C22E314BD}" presName="descendantArrow" presStyleCnt="0"/>
      <dgm:spPr/>
    </dgm:pt>
    <dgm:pt modelId="{99C90F4B-D865-4C9E-8A27-1AE3B7652D44}" type="pres">
      <dgm:prSet presAssocID="{58D87447-2C00-4EEE-B646-83A8C851945F}" presName="childTextArrow" presStyleLbl="fgAccFollowNode1" presStyleIdx="10" presStyleCnt="13" custScaleY="75132">
        <dgm:presLayoutVars>
          <dgm:bulletEnabled val="1"/>
        </dgm:presLayoutVars>
      </dgm:prSet>
      <dgm:spPr/>
    </dgm:pt>
    <dgm:pt modelId="{CDA58DB2-12A8-4F8D-9E3C-28342C5F14C4}" type="pres">
      <dgm:prSet presAssocID="{3DCA89B7-E275-40EF-8E02-50CB624720EB}" presName="childTextArrow" presStyleLbl="fgAccFollowNode1" presStyleIdx="11" presStyleCnt="13" custScaleY="75132">
        <dgm:presLayoutVars>
          <dgm:bulletEnabled val="1"/>
        </dgm:presLayoutVars>
      </dgm:prSet>
      <dgm:spPr/>
    </dgm:pt>
    <dgm:pt modelId="{92F831BA-43C3-40A5-9945-8F5CC0A8FCC6}" type="pres">
      <dgm:prSet presAssocID="{1FF1A264-B2F9-49DF-AFA7-AB3AA1330C68}" presName="sp" presStyleCnt="0"/>
      <dgm:spPr/>
    </dgm:pt>
    <dgm:pt modelId="{547AB8B5-4AA2-4E8E-9F27-6A9AA52D1D2F}" type="pres">
      <dgm:prSet presAssocID="{30844DB8-776F-4741-83DA-E2D3DD1000BA}" presName="arrowAndChildren" presStyleCnt="0"/>
      <dgm:spPr/>
    </dgm:pt>
    <dgm:pt modelId="{8B81361F-4014-4A15-A021-D10FB8A7F969}" type="pres">
      <dgm:prSet presAssocID="{30844DB8-776F-4741-83DA-E2D3DD1000BA}" presName="parentTextArrow" presStyleLbl="node1" presStyleIdx="5" presStyleCnt="7"/>
      <dgm:spPr/>
    </dgm:pt>
    <dgm:pt modelId="{95286426-7F42-4FE7-B6E7-B444E5304F71}" type="pres">
      <dgm:prSet presAssocID="{30844DB8-776F-4741-83DA-E2D3DD1000BA}" presName="arrow" presStyleLbl="node1" presStyleIdx="6" presStyleCnt="7" custScaleY="62093" custLinFactNeighborX="-16461" custLinFactNeighborY="-46"/>
      <dgm:spPr/>
    </dgm:pt>
    <dgm:pt modelId="{01B847C3-3659-4D68-A1F4-AE894A6E5701}" type="pres">
      <dgm:prSet presAssocID="{30844DB8-776F-4741-83DA-E2D3DD1000BA}" presName="descendantArrow" presStyleCnt="0"/>
      <dgm:spPr/>
    </dgm:pt>
    <dgm:pt modelId="{C345F868-F0FA-4F64-9403-E9E355EBC2D2}" type="pres">
      <dgm:prSet presAssocID="{7287962C-2824-43BE-83EA-ECE5DBB3B11D}" presName="childTextArrow" presStyleLbl="fgAccFollowNode1" presStyleIdx="12" presStyleCnt="13" custScaleY="75132" custLinFactNeighborX="-363">
        <dgm:presLayoutVars>
          <dgm:bulletEnabled val="1"/>
        </dgm:presLayoutVars>
      </dgm:prSet>
      <dgm:spPr/>
    </dgm:pt>
  </dgm:ptLst>
  <dgm:cxnLst>
    <dgm:cxn modelId="{E5358F09-BF9B-4263-A0BD-FB67BDF6DCCE}" type="presOf" srcId="{BA716E40-B94C-45EB-8B85-99601008989D}" destId="{4B9BDBDB-DE59-4F98-B719-55C1A3AEA21C}" srcOrd="1" destOrd="0" presId="urn:microsoft.com/office/officeart/2005/8/layout/process4"/>
    <dgm:cxn modelId="{A232F70A-F72F-4AD3-B3EF-A03954A4C499}" srcId="{C7765CED-E8B1-4CA5-B065-59AA9564DEC0}" destId="{4B887AE7-84B9-4702-ADBE-B5F3BAD0FDB0}" srcOrd="0" destOrd="0" parTransId="{E0E6F78B-67E1-4595-9637-1A02936E821C}" sibTransId="{F874AD26-FFD7-4DC4-B6F6-332406CEAB31}"/>
    <dgm:cxn modelId="{3055B80D-D98D-4590-977A-E3E40C91E091}" type="presOf" srcId="{3DCA89B7-E275-40EF-8E02-50CB624720EB}" destId="{CDA58DB2-12A8-4F8D-9E3C-28342C5F14C4}" srcOrd="0" destOrd="0" presId="urn:microsoft.com/office/officeart/2005/8/layout/process4"/>
    <dgm:cxn modelId="{CE40650F-70AA-4A57-9FF3-6F5149771978}" type="presOf" srcId="{BA716E40-B94C-45EB-8B85-99601008989D}" destId="{9C62B803-AB9D-4B46-929D-9DE3F517FCF1}" srcOrd="0" destOrd="0" presId="urn:microsoft.com/office/officeart/2005/8/layout/process4"/>
    <dgm:cxn modelId="{28ECEC14-99E7-4BEF-B855-86E728714321}" srcId="{B8206422-3524-48CB-B80C-2B0C22E314BD}" destId="{3DCA89B7-E275-40EF-8E02-50CB624720EB}" srcOrd="1" destOrd="0" parTransId="{5ADD0181-9FC5-4940-ACE1-42392218B640}" sibTransId="{14360CA7-4DC9-4EC7-8822-9B68A256FD58}"/>
    <dgm:cxn modelId="{C377EF16-F537-4FC4-9AEA-72F571F21690}" srcId="{0DA7D919-7FEF-495B-B529-607982E3C2B7}" destId="{0E933868-1562-4B6C-B4E4-8A37867A9B22}" srcOrd="1" destOrd="0" parTransId="{62112D4A-2EAA-4169-8D7D-0A7B2F97FA4F}" sibTransId="{06A54F93-0A4F-4992-AD50-8ACE5A840A03}"/>
    <dgm:cxn modelId="{11257619-849C-49C2-8B69-FE30ED885C68}" type="presOf" srcId="{9A7C40F9-8D4D-4EF6-86DB-1605A01CB49E}" destId="{BE8C424B-FE04-4B52-87A0-B10C59A3C1AC}" srcOrd="0" destOrd="0" presId="urn:microsoft.com/office/officeart/2005/8/layout/process4"/>
    <dgm:cxn modelId="{D283B81C-2802-4E21-B3DB-AC6ACB1BE2DD}" srcId="{C7765CED-E8B1-4CA5-B065-59AA9564DEC0}" destId="{52ABD3F9-1043-434F-B72F-7C87596ED087}" srcOrd="1" destOrd="0" parTransId="{59D78795-5937-4EE0-AEEA-ECACFD6DCDD5}" sibTransId="{25059442-7F94-4BE4-95E9-B30599153C4F}"/>
    <dgm:cxn modelId="{D3C3021D-954A-4B2D-A3A5-CD0EC2413778}" type="presOf" srcId="{F7A33AFC-BE04-478F-B67B-9C4AF15C1176}" destId="{B673B823-2818-4FAC-8329-B507B0BD467E}" srcOrd="0" destOrd="0" presId="urn:microsoft.com/office/officeart/2005/8/layout/process4"/>
    <dgm:cxn modelId="{5D4E3125-1918-4D20-80CC-4B33A644869D}" type="presOf" srcId="{58D87447-2C00-4EEE-B646-83A8C851945F}" destId="{99C90F4B-D865-4C9E-8A27-1AE3B7652D44}" srcOrd="0" destOrd="0" presId="urn:microsoft.com/office/officeart/2005/8/layout/process4"/>
    <dgm:cxn modelId="{0DCE4A28-F68E-41D0-8C6B-2A4AAD863945}" srcId="{2646753B-F19C-4318-BF6E-4C3D4075C59A}" destId="{0DA7D919-7FEF-495B-B529-607982E3C2B7}" srcOrd="4" destOrd="0" parTransId="{380316A4-E10D-4BAE-8184-E7BE354A4B3B}" sibTransId="{559ACF4E-3EEB-4845-9ABE-8A92318C1DED}"/>
    <dgm:cxn modelId="{B453955B-8CB4-49AC-86E8-D23686A93500}" type="presOf" srcId="{0CF181AE-3054-497B-BC2E-1549ED901EFB}" destId="{024A8176-A02D-4A1D-B96D-FE6A436A8CF4}" srcOrd="0" destOrd="0" presId="urn:microsoft.com/office/officeart/2005/8/layout/process4"/>
    <dgm:cxn modelId="{CCC1B15E-1F4F-4BD2-ACEB-7873D459968D}" type="presOf" srcId="{28D2E7A2-A22E-44FF-80AC-3752D96B8222}" destId="{443F459C-32CF-4200-B6D0-AA019D216B16}" srcOrd="1" destOrd="0" presId="urn:microsoft.com/office/officeart/2005/8/layout/process4"/>
    <dgm:cxn modelId="{E3E4B460-61C4-4280-B856-BF296F1DE9D5}" srcId="{2646753B-F19C-4318-BF6E-4C3D4075C59A}" destId="{B8206422-3524-48CB-B80C-2B0C22E314BD}" srcOrd="1" destOrd="0" parTransId="{B96CC52B-E83A-4CD4-9911-A23E5399E24A}" sibTransId="{4155228F-F05F-490D-AD7F-44067C11F89B}"/>
    <dgm:cxn modelId="{34FFB941-39B1-4171-8F58-450F9113B705}" type="presOf" srcId="{23F0D700-248C-4E65-9B42-649DE5A464EF}" destId="{DF3C1F71-8F54-4C96-8D23-185F4D9C2507}" srcOrd="1" destOrd="0" presId="urn:microsoft.com/office/officeart/2005/8/layout/process4"/>
    <dgm:cxn modelId="{5156C441-F6A0-4871-9827-28C6D37F6C81}" type="presOf" srcId="{28D2E7A2-A22E-44FF-80AC-3752D96B8222}" destId="{A658D9E1-F34A-4ADD-B9F4-833C4F194DED}" srcOrd="0" destOrd="0" presId="urn:microsoft.com/office/officeart/2005/8/layout/process4"/>
    <dgm:cxn modelId="{A66AF861-68CF-4643-ADC6-F0323905A8DA}" type="presOf" srcId="{B8206422-3524-48CB-B80C-2B0C22E314BD}" destId="{8BB1726A-1C04-4589-87F6-F3E7F1454743}" srcOrd="0" destOrd="0" presId="urn:microsoft.com/office/officeart/2005/8/layout/process4"/>
    <dgm:cxn modelId="{67E49D43-645C-4D2E-A265-E5024C414CE7}" type="presOf" srcId="{A27AEEDF-B342-494F-8A03-2B7045D359E7}" destId="{7342DC29-7D4D-4449-80FB-F1BAF8C8F8DE}" srcOrd="0" destOrd="0" presId="urn:microsoft.com/office/officeart/2005/8/layout/process4"/>
    <dgm:cxn modelId="{3E5BAB66-EE19-41AC-BCFF-6BFB47F8E6AB}" srcId="{2646753B-F19C-4318-BF6E-4C3D4075C59A}" destId="{C7765CED-E8B1-4CA5-B065-59AA9564DEC0}" srcOrd="2" destOrd="0" parTransId="{39ABE68D-3278-4161-A9C0-F05803D3FA85}" sibTransId="{A96FC06E-2AA6-49BA-A06F-54C03850DC86}"/>
    <dgm:cxn modelId="{A4704C68-B926-4220-9A49-3C5AF708DF2F}" srcId="{0DA7D919-7FEF-495B-B529-607982E3C2B7}" destId="{3A460D4B-0FBE-40D4-A51C-B86FC0CBAA31}" srcOrd="0" destOrd="0" parTransId="{3F6D5842-BC40-4F68-A0E7-E848DF56F4BD}" sibTransId="{40F96AF7-3F3B-42CD-837F-B673C44E5649}"/>
    <dgm:cxn modelId="{46F8996B-6BA9-4F51-A607-03F319064B86}" type="presOf" srcId="{0DA7D919-7FEF-495B-B529-607982E3C2B7}" destId="{8EBCE749-7FFB-4B80-B5DC-1BB47DCE407F}" srcOrd="1" destOrd="0" presId="urn:microsoft.com/office/officeart/2005/8/layout/process4"/>
    <dgm:cxn modelId="{CD09404F-06EA-4DAF-B44E-5B3DEE771FC3}" srcId="{23F0D700-248C-4E65-9B42-649DE5A464EF}" destId="{93C7BA54-FD71-4068-A205-E76930130F90}" srcOrd="0" destOrd="0" parTransId="{61C0B8B9-049D-4A09-8375-F93BABF4C43F}" sibTransId="{A3A99AFB-D720-47E9-A3FA-CFD5CE6F1E24}"/>
    <dgm:cxn modelId="{73179E50-D7FD-46EE-AD36-CBC754499562}" srcId="{B8206422-3524-48CB-B80C-2B0C22E314BD}" destId="{58D87447-2C00-4EEE-B646-83A8C851945F}" srcOrd="0" destOrd="0" parTransId="{D6B6E75C-8A22-4A0C-9726-E6EDC8BB700D}" sibTransId="{EBB5090B-9F36-4106-9377-BE7AFE19A905}"/>
    <dgm:cxn modelId="{EA8DC270-674A-4336-B04E-FC772AF5ACE3}" type="presOf" srcId="{23F0D700-248C-4E65-9B42-649DE5A464EF}" destId="{904B901A-04E1-46D9-85CE-74CC4349F45D}" srcOrd="0" destOrd="0" presId="urn:microsoft.com/office/officeart/2005/8/layout/process4"/>
    <dgm:cxn modelId="{2932B472-6114-4BBC-ABC3-C8AEAA405D6A}" srcId="{BA716E40-B94C-45EB-8B85-99601008989D}" destId="{A27AEEDF-B342-494F-8A03-2B7045D359E7}" srcOrd="0" destOrd="0" parTransId="{AB90CEC9-714E-41A8-9609-180B07EBC275}" sibTransId="{EE240AF6-8E75-4D88-9C90-D6C3B0341A2E}"/>
    <dgm:cxn modelId="{35F45A56-A3E9-437E-87A8-248CD81A2E3B}" type="presOf" srcId="{30844DB8-776F-4741-83DA-E2D3DD1000BA}" destId="{8B81361F-4014-4A15-A021-D10FB8A7F969}" srcOrd="0" destOrd="0" presId="urn:microsoft.com/office/officeart/2005/8/layout/process4"/>
    <dgm:cxn modelId="{AB847D59-1151-4BAF-8784-A1722EA16CC4}" srcId="{2646753B-F19C-4318-BF6E-4C3D4075C59A}" destId="{23F0D700-248C-4E65-9B42-649DE5A464EF}" srcOrd="5" destOrd="0" parTransId="{93256D74-ACFF-4CCF-9387-AB3EB226C16F}" sibTransId="{F6464F4C-ED77-44EA-98D0-C0E3AC4BBE81}"/>
    <dgm:cxn modelId="{06F8F484-59C6-424D-A25A-1FCF4AC03A4A}" type="presOf" srcId="{0E933868-1562-4B6C-B4E4-8A37867A9B22}" destId="{AA56D4DC-6399-4AB7-8D2C-6F38B6EBE105}" srcOrd="0" destOrd="0" presId="urn:microsoft.com/office/officeart/2005/8/layout/process4"/>
    <dgm:cxn modelId="{1D5BC688-AD7B-49EC-A264-FF2793E3E333}" type="presOf" srcId="{93C7BA54-FD71-4068-A205-E76930130F90}" destId="{C3C86291-D5C2-49D0-8D20-81EC951ED21B}" srcOrd="0" destOrd="0" presId="urn:microsoft.com/office/officeart/2005/8/layout/process4"/>
    <dgm:cxn modelId="{96733D8A-6882-4CDA-8B1A-53975A6E1313}" type="presOf" srcId="{52ABD3F9-1043-434F-B72F-7C87596ED087}" destId="{14AF8EE8-7A86-456D-8770-357E18F2F07C}" srcOrd="0" destOrd="0" presId="urn:microsoft.com/office/officeart/2005/8/layout/process4"/>
    <dgm:cxn modelId="{3D4DA58C-1A1C-422E-877B-45E16375B387}" srcId="{2646753B-F19C-4318-BF6E-4C3D4075C59A}" destId="{BA716E40-B94C-45EB-8B85-99601008989D}" srcOrd="3" destOrd="0" parTransId="{B6612092-DB27-4F72-901A-B256BAD68871}" sibTransId="{B5536F7F-42E6-4D45-9D34-E95A3FB72953}"/>
    <dgm:cxn modelId="{F2F04390-AA1D-4757-B60D-158FF9E54524}" type="presOf" srcId="{C7765CED-E8B1-4CA5-B065-59AA9564DEC0}" destId="{E4CAD5E2-00CB-4A24-B350-0B497EF46955}" srcOrd="0" destOrd="0" presId="urn:microsoft.com/office/officeart/2005/8/layout/process4"/>
    <dgm:cxn modelId="{97524692-290F-48E0-8627-0B83C1CA8E0C}" srcId="{23F0D700-248C-4E65-9B42-649DE5A464EF}" destId="{51BE1960-2CD6-4128-AC31-07FA460C5839}" srcOrd="1" destOrd="0" parTransId="{187CD04F-A0DC-456D-AA34-1FAF0C827D02}" sibTransId="{523199C2-7B7E-4E7B-B14B-769850D22E14}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4ACCD9A5-3425-48EB-A141-1C63DFED16DF}" type="presOf" srcId="{3A460D4B-0FBE-40D4-A51C-B86FC0CBAA31}" destId="{760A086D-0E9C-4A50-8C95-7035D3D5E518}" srcOrd="0" destOrd="0" presId="urn:microsoft.com/office/officeart/2005/8/layout/process4"/>
    <dgm:cxn modelId="{3F93E5AD-5F8F-44FF-A4F5-46419B940B86}" srcId="{BA716E40-B94C-45EB-8B85-99601008989D}" destId="{0CF181AE-3054-497B-BC2E-1549ED901EFB}" srcOrd="1" destOrd="0" parTransId="{5F20D6A6-0D1C-44E5-B53E-875FF1A5B901}" sibTransId="{01DF4BEE-3E64-4352-877D-98A84E726992}"/>
    <dgm:cxn modelId="{9DE877B8-5838-4DBA-8ABA-F24CC1A79C32}" type="presOf" srcId="{30844DB8-776F-4741-83DA-E2D3DD1000BA}" destId="{95286426-7F42-4FE7-B6E7-B444E5304F71}" srcOrd="1" destOrd="0" presId="urn:microsoft.com/office/officeart/2005/8/layout/process4"/>
    <dgm:cxn modelId="{E94B29B9-B23F-477A-8C9B-DE1E4E3BCBB0}" type="presOf" srcId="{4B887AE7-84B9-4702-ADBE-B5F3BAD0FDB0}" destId="{108324AE-8A87-4F92-AF48-C51F7603942D}" srcOrd="0" destOrd="0" presId="urn:microsoft.com/office/officeart/2005/8/layout/process4"/>
    <dgm:cxn modelId="{ABE60DC0-87E2-43B6-A998-FEF93C7364F3}" type="presOf" srcId="{0DA7D919-7FEF-495B-B529-607982E3C2B7}" destId="{C1B81B41-DE46-442B-900E-09EEBE249475}" srcOrd="0" destOrd="0" presId="urn:microsoft.com/office/officeart/2005/8/layout/process4"/>
    <dgm:cxn modelId="{4931CAC4-0885-4131-9094-BA0957F4006F}" type="presOf" srcId="{7287962C-2824-43BE-83EA-ECE5DBB3B11D}" destId="{C345F868-F0FA-4F64-9403-E9E355EBC2D2}" srcOrd="0" destOrd="0" presId="urn:microsoft.com/office/officeart/2005/8/layout/process4"/>
    <dgm:cxn modelId="{F86A02C9-D281-49AB-AABD-DF268DE93E0C}" type="presOf" srcId="{51BE1960-2CD6-4128-AC31-07FA460C5839}" destId="{56CE86E0-4C01-4701-9B7C-9ABA1DE8B1B9}" srcOrd="0" destOrd="0" presId="urn:microsoft.com/office/officeart/2005/8/layout/process4"/>
    <dgm:cxn modelId="{F43EA3D6-BCFE-4626-B4ED-EFF39E1796E1}" type="presOf" srcId="{B8206422-3524-48CB-B80C-2B0C22E314BD}" destId="{1981B64A-A7A4-4662-B7BA-11DDD876690E}" srcOrd="1" destOrd="0" presId="urn:microsoft.com/office/officeart/2005/8/layout/process4"/>
    <dgm:cxn modelId="{8A1AE5D6-BE56-43C8-BB6A-410112F9FEF6}" srcId="{28D2E7A2-A22E-44FF-80AC-3752D96B8222}" destId="{9A7C40F9-8D4D-4EF6-86DB-1605A01CB49E}" srcOrd="0" destOrd="0" parTransId="{84453DD1-2ACA-49DD-8115-D93BBE887AE4}" sibTransId="{26E98BE5-6511-41B2-A05C-2C643A80C522}"/>
    <dgm:cxn modelId="{7AE502D9-CD5E-4839-B96A-8AF86EC59A97}" srcId="{28D2E7A2-A22E-44FF-80AC-3752D96B8222}" destId="{F7A33AFC-BE04-478F-B67B-9C4AF15C1176}" srcOrd="1" destOrd="0" parTransId="{7C2726D0-73E5-4DB7-B850-1F18DF59FF73}" sibTransId="{AA6D49D3-E24D-4AA3-B839-7F12AD880B7B}"/>
    <dgm:cxn modelId="{4D9017F0-024C-423F-8A2A-D571CD9335A3}" srcId="{30844DB8-776F-4741-83DA-E2D3DD1000BA}" destId="{7287962C-2824-43BE-83EA-ECE5DBB3B11D}" srcOrd="0" destOrd="0" parTransId="{7416E494-D368-4EF2-99E5-2B6DB22403CE}" sibTransId="{2FFAC84B-B7C3-4D0C-92CD-7777D256D2E1}"/>
    <dgm:cxn modelId="{D7F30CF1-F816-4D10-B6E8-66EC97A46DD9}" type="presOf" srcId="{C7765CED-E8B1-4CA5-B065-59AA9564DEC0}" destId="{8BD40710-EC1B-4756-AF3F-079B500ABEFF}" srcOrd="1" destOrd="0" presId="urn:microsoft.com/office/officeart/2005/8/layout/process4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02DBBFFD-66F6-45D6-99D4-9D6C4C05569F}" srcId="{2646753B-F19C-4318-BF6E-4C3D4075C59A}" destId="{28D2E7A2-A22E-44FF-80AC-3752D96B8222}" srcOrd="6" destOrd="0" parTransId="{C75D849E-D0E3-4BA8-A475-3AB0D44DB765}" sibTransId="{A6029F94-57AF-40DC-A08B-05F950D52522}"/>
    <dgm:cxn modelId="{DD82711A-55AE-4C71-B656-361836281B46}" type="presParOf" srcId="{BB99D9C3-399F-4A17-85FC-E9BFB0C69C63}" destId="{77B5D535-2405-4000-A2DD-58018310FCD4}" srcOrd="0" destOrd="0" presId="urn:microsoft.com/office/officeart/2005/8/layout/process4"/>
    <dgm:cxn modelId="{396B755B-692B-4247-95B2-5D8C4F28E04E}" type="presParOf" srcId="{77B5D535-2405-4000-A2DD-58018310FCD4}" destId="{A658D9E1-F34A-4ADD-B9F4-833C4F194DED}" srcOrd="0" destOrd="0" presId="urn:microsoft.com/office/officeart/2005/8/layout/process4"/>
    <dgm:cxn modelId="{C491B595-0A47-4848-B137-8A6EDB5B81F9}" type="presParOf" srcId="{77B5D535-2405-4000-A2DD-58018310FCD4}" destId="{443F459C-32CF-4200-B6D0-AA019D216B16}" srcOrd="1" destOrd="0" presId="urn:microsoft.com/office/officeart/2005/8/layout/process4"/>
    <dgm:cxn modelId="{5F691388-DB6B-4E5E-81F6-209408373BE5}" type="presParOf" srcId="{77B5D535-2405-4000-A2DD-58018310FCD4}" destId="{15E0224E-4D9A-4462-9897-D88CE7494A9E}" srcOrd="2" destOrd="0" presId="urn:microsoft.com/office/officeart/2005/8/layout/process4"/>
    <dgm:cxn modelId="{63404658-46C0-4115-AA7A-18E632EFD41B}" type="presParOf" srcId="{15E0224E-4D9A-4462-9897-D88CE7494A9E}" destId="{BE8C424B-FE04-4B52-87A0-B10C59A3C1AC}" srcOrd="0" destOrd="0" presId="urn:microsoft.com/office/officeart/2005/8/layout/process4"/>
    <dgm:cxn modelId="{7419B2FC-1CB3-4272-B0FC-FAB14A327112}" type="presParOf" srcId="{15E0224E-4D9A-4462-9897-D88CE7494A9E}" destId="{B673B823-2818-4FAC-8329-B507B0BD467E}" srcOrd="1" destOrd="0" presId="urn:microsoft.com/office/officeart/2005/8/layout/process4"/>
    <dgm:cxn modelId="{5A15F425-250E-4056-A237-2FED3F60C7D3}" type="presParOf" srcId="{BB99D9C3-399F-4A17-85FC-E9BFB0C69C63}" destId="{F943FA7A-9A60-4E4E-8444-EBF71A9B48E1}" srcOrd="1" destOrd="0" presId="urn:microsoft.com/office/officeart/2005/8/layout/process4"/>
    <dgm:cxn modelId="{20718EB1-4332-4CB7-B41E-2638490B06EA}" type="presParOf" srcId="{BB99D9C3-399F-4A17-85FC-E9BFB0C69C63}" destId="{776D2384-83D5-4C3A-8EE5-1339471308DA}" srcOrd="2" destOrd="0" presId="urn:microsoft.com/office/officeart/2005/8/layout/process4"/>
    <dgm:cxn modelId="{0CCACE99-AC4B-4500-A86E-0745235D8337}" type="presParOf" srcId="{776D2384-83D5-4C3A-8EE5-1339471308DA}" destId="{904B901A-04E1-46D9-85CE-74CC4349F45D}" srcOrd="0" destOrd="0" presId="urn:microsoft.com/office/officeart/2005/8/layout/process4"/>
    <dgm:cxn modelId="{4C47C328-0C76-4ADF-9BBD-D32EF740C441}" type="presParOf" srcId="{776D2384-83D5-4C3A-8EE5-1339471308DA}" destId="{DF3C1F71-8F54-4C96-8D23-185F4D9C2507}" srcOrd="1" destOrd="0" presId="urn:microsoft.com/office/officeart/2005/8/layout/process4"/>
    <dgm:cxn modelId="{620CD016-4ABA-4CBB-89AC-2B8C62061255}" type="presParOf" srcId="{776D2384-83D5-4C3A-8EE5-1339471308DA}" destId="{5BBCCBC8-1141-40A1-97DC-A8E4DB7F2507}" srcOrd="2" destOrd="0" presId="urn:microsoft.com/office/officeart/2005/8/layout/process4"/>
    <dgm:cxn modelId="{09F8C5DD-8BF5-4DD6-A2A3-0519D900991F}" type="presParOf" srcId="{5BBCCBC8-1141-40A1-97DC-A8E4DB7F2507}" destId="{C3C86291-D5C2-49D0-8D20-81EC951ED21B}" srcOrd="0" destOrd="0" presId="urn:microsoft.com/office/officeart/2005/8/layout/process4"/>
    <dgm:cxn modelId="{A55A61C2-0D4A-4A67-95A7-F0F87D62F745}" type="presParOf" srcId="{5BBCCBC8-1141-40A1-97DC-A8E4DB7F2507}" destId="{56CE86E0-4C01-4701-9B7C-9ABA1DE8B1B9}" srcOrd="1" destOrd="0" presId="urn:microsoft.com/office/officeart/2005/8/layout/process4"/>
    <dgm:cxn modelId="{DC6B2B1C-FB5D-4438-AD11-B748C0E6C516}" type="presParOf" srcId="{BB99D9C3-399F-4A17-85FC-E9BFB0C69C63}" destId="{AA26690C-9748-400B-A076-70FA9BD013DF}" srcOrd="3" destOrd="0" presId="urn:microsoft.com/office/officeart/2005/8/layout/process4"/>
    <dgm:cxn modelId="{191590CD-8B98-4400-9867-BCA8CD732EB2}" type="presParOf" srcId="{BB99D9C3-399F-4A17-85FC-E9BFB0C69C63}" destId="{D50E3161-0C1B-4BC8-853F-755282CA70A1}" srcOrd="4" destOrd="0" presId="urn:microsoft.com/office/officeart/2005/8/layout/process4"/>
    <dgm:cxn modelId="{CBEF5E58-7870-46FF-9304-DEE087E9AF60}" type="presParOf" srcId="{D50E3161-0C1B-4BC8-853F-755282CA70A1}" destId="{C1B81B41-DE46-442B-900E-09EEBE249475}" srcOrd="0" destOrd="0" presId="urn:microsoft.com/office/officeart/2005/8/layout/process4"/>
    <dgm:cxn modelId="{1C5B6875-DAE1-4E48-BED2-BFC13A03E57F}" type="presParOf" srcId="{D50E3161-0C1B-4BC8-853F-755282CA70A1}" destId="{8EBCE749-7FFB-4B80-B5DC-1BB47DCE407F}" srcOrd="1" destOrd="0" presId="urn:microsoft.com/office/officeart/2005/8/layout/process4"/>
    <dgm:cxn modelId="{D912A448-1204-4D5F-813F-FB9F8F69BFFF}" type="presParOf" srcId="{D50E3161-0C1B-4BC8-853F-755282CA70A1}" destId="{91A01CF6-6CDD-428F-BAB7-51BF7FC13A6D}" srcOrd="2" destOrd="0" presId="urn:microsoft.com/office/officeart/2005/8/layout/process4"/>
    <dgm:cxn modelId="{026F8A52-03F5-4D15-B23E-DE76505F94BD}" type="presParOf" srcId="{91A01CF6-6CDD-428F-BAB7-51BF7FC13A6D}" destId="{760A086D-0E9C-4A50-8C95-7035D3D5E518}" srcOrd="0" destOrd="0" presId="urn:microsoft.com/office/officeart/2005/8/layout/process4"/>
    <dgm:cxn modelId="{568321A3-E1F9-46BC-9E81-F7F5572F94BB}" type="presParOf" srcId="{91A01CF6-6CDD-428F-BAB7-51BF7FC13A6D}" destId="{AA56D4DC-6399-4AB7-8D2C-6F38B6EBE105}" srcOrd="1" destOrd="0" presId="urn:microsoft.com/office/officeart/2005/8/layout/process4"/>
    <dgm:cxn modelId="{2534E52D-D32D-4C75-9B43-DBE72A3FD514}" type="presParOf" srcId="{BB99D9C3-399F-4A17-85FC-E9BFB0C69C63}" destId="{4EF352C8-70A4-41BA-908A-33B69ED63803}" srcOrd="5" destOrd="0" presId="urn:microsoft.com/office/officeart/2005/8/layout/process4"/>
    <dgm:cxn modelId="{19A8B74F-7C4E-418B-820F-BACB0CA129D5}" type="presParOf" srcId="{BB99D9C3-399F-4A17-85FC-E9BFB0C69C63}" destId="{A05CDE1C-B785-43EF-80BC-3BEB329F74FC}" srcOrd="6" destOrd="0" presId="urn:microsoft.com/office/officeart/2005/8/layout/process4"/>
    <dgm:cxn modelId="{D09AD2D6-E956-4B6F-A8CE-19C5EFAC4329}" type="presParOf" srcId="{A05CDE1C-B785-43EF-80BC-3BEB329F74FC}" destId="{9C62B803-AB9D-4B46-929D-9DE3F517FCF1}" srcOrd="0" destOrd="0" presId="urn:microsoft.com/office/officeart/2005/8/layout/process4"/>
    <dgm:cxn modelId="{48F65BBD-BDC8-4E8C-BFEE-95EA3F511F0F}" type="presParOf" srcId="{A05CDE1C-B785-43EF-80BC-3BEB329F74FC}" destId="{4B9BDBDB-DE59-4F98-B719-55C1A3AEA21C}" srcOrd="1" destOrd="0" presId="urn:microsoft.com/office/officeart/2005/8/layout/process4"/>
    <dgm:cxn modelId="{2144DF52-9472-4000-94FA-62F71B5E791A}" type="presParOf" srcId="{A05CDE1C-B785-43EF-80BC-3BEB329F74FC}" destId="{6DC6E746-AC9A-482E-939C-F4AC3FC35736}" srcOrd="2" destOrd="0" presId="urn:microsoft.com/office/officeart/2005/8/layout/process4"/>
    <dgm:cxn modelId="{CF5599C2-AFE7-4508-B239-5BE880CB47EC}" type="presParOf" srcId="{6DC6E746-AC9A-482E-939C-F4AC3FC35736}" destId="{7342DC29-7D4D-4449-80FB-F1BAF8C8F8DE}" srcOrd="0" destOrd="0" presId="urn:microsoft.com/office/officeart/2005/8/layout/process4"/>
    <dgm:cxn modelId="{906828F9-14E0-4B0A-AF2E-E987E9BD78DD}" type="presParOf" srcId="{6DC6E746-AC9A-482E-939C-F4AC3FC35736}" destId="{024A8176-A02D-4A1D-B96D-FE6A436A8CF4}" srcOrd="1" destOrd="0" presId="urn:microsoft.com/office/officeart/2005/8/layout/process4"/>
    <dgm:cxn modelId="{E69DDF33-287E-4832-A903-14146D8103E1}" type="presParOf" srcId="{BB99D9C3-399F-4A17-85FC-E9BFB0C69C63}" destId="{C13C4FC0-60A8-462B-AACF-856A77F06A64}" srcOrd="7" destOrd="0" presId="urn:microsoft.com/office/officeart/2005/8/layout/process4"/>
    <dgm:cxn modelId="{EA4F6E64-28DA-4A74-ABCA-B1C43FC40966}" type="presParOf" srcId="{BB99D9C3-399F-4A17-85FC-E9BFB0C69C63}" destId="{16FE90BF-3088-45B0-8D0F-C9A62F5DED0C}" srcOrd="8" destOrd="0" presId="urn:microsoft.com/office/officeart/2005/8/layout/process4"/>
    <dgm:cxn modelId="{C0B31A9D-26B7-44B3-BF71-CE2C85398206}" type="presParOf" srcId="{16FE90BF-3088-45B0-8D0F-C9A62F5DED0C}" destId="{E4CAD5E2-00CB-4A24-B350-0B497EF46955}" srcOrd="0" destOrd="0" presId="urn:microsoft.com/office/officeart/2005/8/layout/process4"/>
    <dgm:cxn modelId="{12754652-6788-4513-BAC9-AAAE874C3FCA}" type="presParOf" srcId="{16FE90BF-3088-45B0-8D0F-C9A62F5DED0C}" destId="{8BD40710-EC1B-4756-AF3F-079B500ABEFF}" srcOrd="1" destOrd="0" presId="urn:microsoft.com/office/officeart/2005/8/layout/process4"/>
    <dgm:cxn modelId="{8B48D904-5405-4442-BB34-68B7D009CEFC}" type="presParOf" srcId="{16FE90BF-3088-45B0-8D0F-C9A62F5DED0C}" destId="{D1445AAB-689E-430E-892B-AC4D7486A8E2}" srcOrd="2" destOrd="0" presId="urn:microsoft.com/office/officeart/2005/8/layout/process4"/>
    <dgm:cxn modelId="{86370FCF-43E8-4855-84B8-8554AC5117CF}" type="presParOf" srcId="{D1445AAB-689E-430E-892B-AC4D7486A8E2}" destId="{108324AE-8A87-4F92-AF48-C51F7603942D}" srcOrd="0" destOrd="0" presId="urn:microsoft.com/office/officeart/2005/8/layout/process4"/>
    <dgm:cxn modelId="{2206EB89-3E53-488C-92C5-1D369E076691}" type="presParOf" srcId="{D1445AAB-689E-430E-892B-AC4D7486A8E2}" destId="{14AF8EE8-7A86-456D-8770-357E18F2F07C}" srcOrd="1" destOrd="0" presId="urn:microsoft.com/office/officeart/2005/8/layout/process4"/>
    <dgm:cxn modelId="{7D8D412D-2313-40F1-9F4E-135E4934266B}" type="presParOf" srcId="{BB99D9C3-399F-4A17-85FC-E9BFB0C69C63}" destId="{97E2A366-191F-48FC-8442-5AD0C1A529D0}" srcOrd="9" destOrd="0" presId="urn:microsoft.com/office/officeart/2005/8/layout/process4"/>
    <dgm:cxn modelId="{430C0D04-8B87-4DFE-B0D7-7BD4DBF2AE0B}" type="presParOf" srcId="{BB99D9C3-399F-4A17-85FC-E9BFB0C69C63}" destId="{731BDFC3-59E1-4723-8B75-B1C639E945D0}" srcOrd="10" destOrd="0" presId="urn:microsoft.com/office/officeart/2005/8/layout/process4"/>
    <dgm:cxn modelId="{AB121BF9-821A-418D-A48A-9FC73B1E304B}" type="presParOf" srcId="{731BDFC3-59E1-4723-8B75-B1C639E945D0}" destId="{8BB1726A-1C04-4589-87F6-F3E7F1454743}" srcOrd="0" destOrd="0" presId="urn:microsoft.com/office/officeart/2005/8/layout/process4"/>
    <dgm:cxn modelId="{BF2F7F23-477C-43C4-88BD-C9855F5DC58E}" type="presParOf" srcId="{731BDFC3-59E1-4723-8B75-B1C639E945D0}" destId="{1981B64A-A7A4-4662-B7BA-11DDD876690E}" srcOrd="1" destOrd="0" presId="urn:microsoft.com/office/officeart/2005/8/layout/process4"/>
    <dgm:cxn modelId="{307B20DF-E800-4AEF-885A-55C3B6580C3A}" type="presParOf" srcId="{731BDFC3-59E1-4723-8B75-B1C639E945D0}" destId="{6CC10176-A977-4430-B7F0-11D947019F3F}" srcOrd="2" destOrd="0" presId="urn:microsoft.com/office/officeart/2005/8/layout/process4"/>
    <dgm:cxn modelId="{248ED912-10B4-4D68-A380-2A0717D0A7BA}" type="presParOf" srcId="{6CC10176-A977-4430-B7F0-11D947019F3F}" destId="{99C90F4B-D865-4C9E-8A27-1AE3B7652D44}" srcOrd="0" destOrd="0" presId="urn:microsoft.com/office/officeart/2005/8/layout/process4"/>
    <dgm:cxn modelId="{800D5C13-83F0-45D4-A8B9-42E4B3BB42C1}" type="presParOf" srcId="{6CC10176-A977-4430-B7F0-11D947019F3F}" destId="{CDA58DB2-12A8-4F8D-9E3C-28342C5F14C4}" srcOrd="1" destOrd="0" presId="urn:microsoft.com/office/officeart/2005/8/layout/process4"/>
    <dgm:cxn modelId="{7292DC68-BA86-4291-870B-3A37179361AD}" type="presParOf" srcId="{BB99D9C3-399F-4A17-85FC-E9BFB0C69C63}" destId="{92F831BA-43C3-40A5-9945-8F5CC0A8FCC6}" srcOrd="11" destOrd="0" presId="urn:microsoft.com/office/officeart/2005/8/layout/process4"/>
    <dgm:cxn modelId="{8AAD6646-E1A0-450B-B2F2-32A6491DF5F7}" type="presParOf" srcId="{BB99D9C3-399F-4A17-85FC-E9BFB0C69C63}" destId="{547AB8B5-4AA2-4E8E-9F27-6A9AA52D1D2F}" srcOrd="12" destOrd="0" presId="urn:microsoft.com/office/officeart/2005/8/layout/process4"/>
    <dgm:cxn modelId="{AF94CE96-E1C9-4479-A3F9-F73736E55900}" type="presParOf" srcId="{547AB8B5-4AA2-4E8E-9F27-6A9AA52D1D2F}" destId="{8B81361F-4014-4A15-A021-D10FB8A7F969}" srcOrd="0" destOrd="0" presId="urn:microsoft.com/office/officeart/2005/8/layout/process4"/>
    <dgm:cxn modelId="{555D8F10-6DBC-4BE7-98ED-9EDB0BBC5D0E}" type="presParOf" srcId="{547AB8B5-4AA2-4E8E-9F27-6A9AA52D1D2F}" destId="{95286426-7F42-4FE7-B6E7-B444E5304F71}" srcOrd="1" destOrd="0" presId="urn:microsoft.com/office/officeart/2005/8/layout/process4"/>
    <dgm:cxn modelId="{D13A15F7-283E-4DC9-B30C-3A3639F47DC6}" type="presParOf" srcId="{547AB8B5-4AA2-4E8E-9F27-6A9AA52D1D2F}" destId="{01B847C3-3659-4D68-A1F4-AE894A6E5701}" srcOrd="2" destOrd="0" presId="urn:microsoft.com/office/officeart/2005/8/layout/process4"/>
    <dgm:cxn modelId="{0C405344-4587-4770-8F56-F8AB6397E96B}" type="presParOf" srcId="{01B847C3-3659-4D68-A1F4-AE894A6E5701}" destId="{C345F868-F0FA-4F64-9403-E9E355EBC2D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rgbClr val="29B95C"/>
        </a:solidFill>
      </dgm:spPr>
      <dgm:t>
        <a:bodyPr/>
        <a:lstStyle/>
        <a:p>
          <a:r>
            <a:rPr lang="en-US" sz="1600" dirty="0"/>
            <a:t>Input Layer</a:t>
          </a:r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14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1400"/>
        </a:p>
      </dgm:t>
    </dgm:pt>
    <dgm:pt modelId="{7287962C-2824-43BE-83EA-ECE5DBB3B11D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en-US" sz="1600" dirty="0"/>
            <a:t>Output Shape:</a:t>
          </a:r>
        </a:p>
        <a:p>
          <a:pPr>
            <a:spcAft>
              <a:spcPct val="35000"/>
            </a:spcAft>
          </a:pPr>
          <a:r>
            <a:rPr lang="en-US" sz="1600" dirty="0"/>
            <a:t> (None, 224,224,3)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14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1400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0C29E580-ACD2-451A-A9BC-479B09108D6E}" type="pres">
      <dgm:prSet presAssocID="{30844DB8-776F-4741-83DA-E2D3DD1000BA}" presName="boxAndChildren" presStyleCnt="0"/>
      <dgm:spPr/>
    </dgm:pt>
    <dgm:pt modelId="{339A5F1D-1B09-4AC3-B100-8CDBA3A511CF}" type="pres">
      <dgm:prSet presAssocID="{30844DB8-776F-4741-83DA-E2D3DD1000BA}" presName="parentTextBox" presStyleLbl="node1" presStyleIdx="0" presStyleCnt="1"/>
      <dgm:spPr/>
    </dgm:pt>
    <dgm:pt modelId="{7D096E6B-225B-445F-9E20-FB0DB49FD61B}" type="pres">
      <dgm:prSet presAssocID="{30844DB8-776F-4741-83DA-E2D3DD1000BA}" presName="entireBox" presStyleLbl="node1" presStyleIdx="0" presStyleCnt="1" custScaleX="99675" custScaleY="62093" custLinFactNeighborX="-462" custLinFactNeighborY="-2725"/>
      <dgm:spPr/>
    </dgm:pt>
    <dgm:pt modelId="{25541CD1-5C71-40E6-88B4-FAEF2B9373F8}" type="pres">
      <dgm:prSet presAssocID="{30844DB8-776F-4741-83DA-E2D3DD1000BA}" presName="descendantBox" presStyleCnt="0"/>
      <dgm:spPr/>
    </dgm:pt>
    <dgm:pt modelId="{AE58F448-B55F-421A-A853-EE162D92F4D6}" type="pres">
      <dgm:prSet presAssocID="{7287962C-2824-43BE-83EA-ECE5DBB3B11D}" presName="childTextBox" presStyleLbl="fgAccFollowNode1" presStyleIdx="0" presStyleCnt="1" custLinFactNeighborX="-620">
        <dgm:presLayoutVars>
          <dgm:bulletEnabled val="1"/>
        </dgm:presLayoutVars>
      </dgm:prSet>
      <dgm:spPr/>
    </dgm:pt>
  </dgm:ptLst>
  <dgm:cxnLst>
    <dgm:cxn modelId="{7CB9132E-DC09-41E4-AAFB-BCB61E1A9D1F}" type="presOf" srcId="{7287962C-2824-43BE-83EA-ECE5DBB3B11D}" destId="{AE58F448-B55F-421A-A853-EE162D92F4D6}" srcOrd="0" destOrd="0" presId="urn:microsoft.com/office/officeart/2005/8/layout/process4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A28447CF-58B9-488A-90EF-D044F6363B08}" type="presOf" srcId="{30844DB8-776F-4741-83DA-E2D3DD1000BA}" destId="{339A5F1D-1B09-4AC3-B100-8CDBA3A511CF}" srcOrd="0" destOrd="0" presId="urn:microsoft.com/office/officeart/2005/8/layout/process4"/>
    <dgm:cxn modelId="{559086EE-69E6-4BBE-B5DF-A41166B7CC91}" type="presOf" srcId="{30844DB8-776F-4741-83DA-E2D3DD1000BA}" destId="{7D096E6B-225B-445F-9E20-FB0DB49FD61B}" srcOrd="1" destOrd="0" presId="urn:microsoft.com/office/officeart/2005/8/layout/process4"/>
    <dgm:cxn modelId="{4D9017F0-024C-423F-8A2A-D571CD9335A3}" srcId="{30844DB8-776F-4741-83DA-E2D3DD1000BA}" destId="{7287962C-2824-43BE-83EA-ECE5DBB3B11D}" srcOrd="0" destOrd="0" parTransId="{7416E494-D368-4EF2-99E5-2B6DB22403CE}" sibTransId="{2FFAC84B-B7C3-4D0C-92CD-7777D256D2E1}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ADF06AC2-99B6-4C5C-87FD-FD5F39DEFFE4}" type="presParOf" srcId="{BB99D9C3-399F-4A17-85FC-E9BFB0C69C63}" destId="{0C29E580-ACD2-451A-A9BC-479B09108D6E}" srcOrd="0" destOrd="0" presId="urn:microsoft.com/office/officeart/2005/8/layout/process4"/>
    <dgm:cxn modelId="{1C3423AD-898C-407F-8051-5FF166BA3A25}" type="presParOf" srcId="{0C29E580-ACD2-451A-A9BC-479B09108D6E}" destId="{339A5F1D-1B09-4AC3-B100-8CDBA3A511CF}" srcOrd="0" destOrd="0" presId="urn:microsoft.com/office/officeart/2005/8/layout/process4"/>
    <dgm:cxn modelId="{0D67693C-1223-4665-92D5-A778D0007437}" type="presParOf" srcId="{0C29E580-ACD2-451A-A9BC-479B09108D6E}" destId="{7D096E6B-225B-445F-9E20-FB0DB49FD61B}" srcOrd="1" destOrd="0" presId="urn:microsoft.com/office/officeart/2005/8/layout/process4"/>
    <dgm:cxn modelId="{A1898A0A-C76B-4686-9F1A-58932431D769}" type="presParOf" srcId="{0C29E580-ACD2-451A-A9BC-479B09108D6E}" destId="{25541CD1-5C71-40E6-88B4-FAEF2B9373F8}" srcOrd="2" destOrd="0" presId="urn:microsoft.com/office/officeart/2005/8/layout/process4"/>
    <dgm:cxn modelId="{1694E6CE-28BD-481B-8A89-A6D8B212BFFF}" type="presParOf" srcId="{25541CD1-5C71-40E6-88B4-FAEF2B9373F8}" destId="{AE58F448-B55F-421A-A853-EE162D92F4D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chemeClr val="accent6">
            <a:lumMod val="40000"/>
            <a:lumOff val="60000"/>
          </a:schemeClr>
        </a:solidFill>
      </dgm:spPr>
      <dgm:t>
        <a:bodyPr/>
        <a:lstStyle/>
        <a:p>
          <a:r>
            <a:rPr lang="en-US" sz="1600" dirty="0"/>
            <a:t>InceptionV3</a:t>
          </a:r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14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1400"/>
        </a:p>
      </dgm:t>
    </dgm:pt>
    <dgm:pt modelId="{7287962C-2824-43BE-83EA-ECE5DBB3B11D}">
      <dgm:prSet phldrT="[Text]" custT="1"/>
      <dgm:spPr/>
      <dgm:t>
        <a:bodyPr/>
        <a:lstStyle/>
        <a:p>
          <a:r>
            <a:rPr lang="en-US" sz="1500" dirty="0"/>
            <a:t>Input Shape: (None, 224,224,3)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14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1400"/>
        </a:p>
      </dgm:t>
    </dgm:pt>
    <dgm:pt modelId="{3A0BDA1C-0233-429F-8279-C3891E8CE124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en-US" sz="1500" dirty="0"/>
            <a:t>Output shape: </a:t>
          </a:r>
        </a:p>
        <a:p>
          <a:pPr>
            <a:spcAft>
              <a:spcPct val="35000"/>
            </a:spcAft>
          </a:pPr>
          <a:r>
            <a:rPr lang="en-US" sz="1500" dirty="0"/>
            <a:t>(None, 2048)</a:t>
          </a:r>
        </a:p>
      </dgm:t>
    </dgm:pt>
    <dgm:pt modelId="{1A4B3F41-7FCD-4016-9B9C-745764C95812}" type="parTrans" cxnId="{34461E92-96DE-4B40-A3F6-9713F0129EB7}">
      <dgm:prSet/>
      <dgm:spPr/>
      <dgm:t>
        <a:bodyPr/>
        <a:lstStyle/>
        <a:p>
          <a:endParaRPr lang="en-US" sz="1800"/>
        </a:p>
      </dgm:t>
    </dgm:pt>
    <dgm:pt modelId="{33DF6B10-62ED-4183-8BC9-B67A43D68CC6}" type="sibTrans" cxnId="{34461E92-96DE-4B40-A3F6-9713F0129EB7}">
      <dgm:prSet/>
      <dgm:spPr/>
      <dgm:t>
        <a:bodyPr/>
        <a:lstStyle/>
        <a:p>
          <a:endParaRPr lang="en-US" sz="1800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BBBBF489-C14B-4474-A3CF-015B59C2C303}" type="pres">
      <dgm:prSet presAssocID="{30844DB8-776F-4741-83DA-E2D3DD1000BA}" presName="boxAndChildren" presStyleCnt="0"/>
      <dgm:spPr/>
    </dgm:pt>
    <dgm:pt modelId="{A9902797-5586-4A9F-B393-162710D2DFC7}" type="pres">
      <dgm:prSet presAssocID="{30844DB8-776F-4741-83DA-E2D3DD1000BA}" presName="parentTextBox" presStyleLbl="node1" presStyleIdx="0" presStyleCnt="1"/>
      <dgm:spPr/>
    </dgm:pt>
    <dgm:pt modelId="{1814C5D1-2B62-4853-95AE-ECE999A53832}" type="pres">
      <dgm:prSet presAssocID="{30844DB8-776F-4741-83DA-E2D3DD1000BA}" presName="entireBox" presStyleLbl="node1" presStyleIdx="0" presStyleCnt="1" custScaleY="38555" custLinFactNeighborX="486"/>
      <dgm:spPr/>
    </dgm:pt>
    <dgm:pt modelId="{EF863B21-3204-4D62-9C27-BE5E957B7B57}" type="pres">
      <dgm:prSet presAssocID="{30844DB8-776F-4741-83DA-E2D3DD1000BA}" presName="descendantBox" presStyleCnt="0"/>
      <dgm:spPr/>
    </dgm:pt>
    <dgm:pt modelId="{2EC10413-DBD4-4F37-9A91-0D9624EA8B49}" type="pres">
      <dgm:prSet presAssocID="{7287962C-2824-43BE-83EA-ECE5DBB3B11D}" presName="childTextBox" presStyleLbl="fgAccFollowNode1" presStyleIdx="0" presStyleCnt="2">
        <dgm:presLayoutVars>
          <dgm:bulletEnabled val="1"/>
        </dgm:presLayoutVars>
      </dgm:prSet>
      <dgm:spPr/>
    </dgm:pt>
    <dgm:pt modelId="{7A2CBFA5-EA1C-4B41-BE06-F67FD0166C0F}" type="pres">
      <dgm:prSet presAssocID="{3A0BDA1C-0233-429F-8279-C3891E8CE124}" presName="childTextBox" presStyleLbl="fgAccFollowNode1" presStyleIdx="1" presStyleCnt="2" custScaleX="79311" custLinFactNeighborX="12">
        <dgm:presLayoutVars>
          <dgm:bulletEnabled val="1"/>
        </dgm:presLayoutVars>
      </dgm:prSet>
      <dgm:spPr/>
    </dgm:pt>
  </dgm:ptLst>
  <dgm:cxnLst>
    <dgm:cxn modelId="{98539C1E-A77F-46ED-AA91-D08C8362D417}" type="presOf" srcId="{3A0BDA1C-0233-429F-8279-C3891E8CE124}" destId="{7A2CBFA5-EA1C-4B41-BE06-F67FD0166C0F}" srcOrd="0" destOrd="0" presId="urn:microsoft.com/office/officeart/2005/8/layout/process4"/>
    <dgm:cxn modelId="{74C18E5C-B9DD-497E-BE3A-7B65D28A7E41}" type="presOf" srcId="{30844DB8-776F-4741-83DA-E2D3DD1000BA}" destId="{A9902797-5586-4A9F-B393-162710D2DFC7}" srcOrd="0" destOrd="0" presId="urn:microsoft.com/office/officeart/2005/8/layout/process4"/>
    <dgm:cxn modelId="{34461E92-96DE-4B40-A3F6-9713F0129EB7}" srcId="{30844DB8-776F-4741-83DA-E2D3DD1000BA}" destId="{3A0BDA1C-0233-429F-8279-C3891E8CE124}" srcOrd="1" destOrd="0" parTransId="{1A4B3F41-7FCD-4016-9B9C-745764C95812}" sibTransId="{33DF6B10-62ED-4183-8BC9-B67A43D68CC6}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A1D20FC1-55E1-448E-BF76-CB0A2B652092}" type="presOf" srcId="{30844DB8-776F-4741-83DA-E2D3DD1000BA}" destId="{1814C5D1-2B62-4853-95AE-ECE999A53832}" srcOrd="1" destOrd="0" presId="urn:microsoft.com/office/officeart/2005/8/layout/process4"/>
    <dgm:cxn modelId="{8842F6CF-9AAF-42A5-9723-4F74FD402C9F}" type="presOf" srcId="{7287962C-2824-43BE-83EA-ECE5DBB3B11D}" destId="{2EC10413-DBD4-4F37-9A91-0D9624EA8B49}" srcOrd="0" destOrd="0" presId="urn:microsoft.com/office/officeart/2005/8/layout/process4"/>
    <dgm:cxn modelId="{4D9017F0-024C-423F-8A2A-D571CD9335A3}" srcId="{30844DB8-776F-4741-83DA-E2D3DD1000BA}" destId="{7287962C-2824-43BE-83EA-ECE5DBB3B11D}" srcOrd="0" destOrd="0" parTransId="{7416E494-D368-4EF2-99E5-2B6DB22403CE}" sibTransId="{2FFAC84B-B7C3-4D0C-92CD-7777D256D2E1}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2260DB9E-3DCD-473B-B8C2-13C95A6D7C91}" type="presParOf" srcId="{BB99D9C3-399F-4A17-85FC-E9BFB0C69C63}" destId="{BBBBF489-C14B-4474-A3CF-015B59C2C303}" srcOrd="0" destOrd="0" presId="urn:microsoft.com/office/officeart/2005/8/layout/process4"/>
    <dgm:cxn modelId="{433583E5-2303-4DE8-AFBE-E1D012E22CF4}" type="presParOf" srcId="{BBBBF489-C14B-4474-A3CF-015B59C2C303}" destId="{A9902797-5586-4A9F-B393-162710D2DFC7}" srcOrd="0" destOrd="0" presId="urn:microsoft.com/office/officeart/2005/8/layout/process4"/>
    <dgm:cxn modelId="{1A007926-D4E9-4D78-9BEC-6F0953C52A2E}" type="presParOf" srcId="{BBBBF489-C14B-4474-A3CF-015B59C2C303}" destId="{1814C5D1-2B62-4853-95AE-ECE999A53832}" srcOrd="1" destOrd="0" presId="urn:microsoft.com/office/officeart/2005/8/layout/process4"/>
    <dgm:cxn modelId="{4BDF912E-0AC5-4DA9-98F2-2D4DBD8876CF}" type="presParOf" srcId="{BBBBF489-C14B-4474-A3CF-015B59C2C303}" destId="{EF863B21-3204-4D62-9C27-BE5E957B7B57}" srcOrd="2" destOrd="0" presId="urn:microsoft.com/office/officeart/2005/8/layout/process4"/>
    <dgm:cxn modelId="{BB7E10B6-9736-470F-97AB-DE4D3F8C7B0D}" type="presParOf" srcId="{EF863B21-3204-4D62-9C27-BE5E957B7B57}" destId="{2EC10413-DBD4-4F37-9A91-0D9624EA8B49}" srcOrd="0" destOrd="0" presId="urn:microsoft.com/office/officeart/2005/8/layout/process4"/>
    <dgm:cxn modelId="{75EAA8FB-EB77-46E8-A46F-FAF7E3B6B2B6}" type="presParOf" srcId="{EF863B21-3204-4D62-9C27-BE5E957B7B57}" destId="{7A2CBFA5-EA1C-4B41-BE06-F67FD0166C0F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rgbClr val="D6C8D3"/>
        </a:solidFill>
      </dgm:spPr>
      <dgm:t>
        <a:bodyPr/>
        <a:lstStyle/>
        <a:p>
          <a:r>
            <a:rPr lang="en-US" sz="1600" dirty="0"/>
            <a:t>DenseNet121</a:t>
          </a:r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14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1400"/>
        </a:p>
      </dgm:t>
    </dgm:pt>
    <dgm:pt modelId="{7287962C-2824-43BE-83EA-ECE5DBB3B11D}">
      <dgm:prSet phldrT="[Text]" custT="1"/>
      <dgm:spPr/>
      <dgm:t>
        <a:bodyPr/>
        <a:lstStyle/>
        <a:p>
          <a:pPr>
            <a:spcAft>
              <a:spcPts val="0"/>
            </a:spcAft>
          </a:pPr>
          <a:r>
            <a:rPr lang="en-US" sz="1500" dirty="0"/>
            <a:t>Input Shape: </a:t>
          </a:r>
        </a:p>
        <a:p>
          <a:pPr>
            <a:spcAft>
              <a:spcPts val="0"/>
            </a:spcAft>
          </a:pPr>
          <a:r>
            <a:rPr lang="en-US" sz="1500" dirty="0"/>
            <a:t>(None, 224,224,3)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14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1400"/>
        </a:p>
      </dgm:t>
    </dgm:pt>
    <dgm:pt modelId="{3A0BDA1C-0233-429F-8279-C3891E8CE124}">
      <dgm:prSet phldrT="[Text]" custT="1"/>
      <dgm:spPr/>
      <dgm:t>
        <a:bodyPr/>
        <a:lstStyle/>
        <a:p>
          <a:r>
            <a:rPr lang="en-US" sz="1500" dirty="0"/>
            <a:t>Output shape: (None, 1024)</a:t>
          </a:r>
        </a:p>
      </dgm:t>
    </dgm:pt>
    <dgm:pt modelId="{1A4B3F41-7FCD-4016-9B9C-745764C95812}" type="parTrans" cxnId="{34461E92-96DE-4B40-A3F6-9713F0129EB7}">
      <dgm:prSet/>
      <dgm:spPr/>
      <dgm:t>
        <a:bodyPr/>
        <a:lstStyle/>
        <a:p>
          <a:endParaRPr lang="en-US"/>
        </a:p>
      </dgm:t>
    </dgm:pt>
    <dgm:pt modelId="{33DF6B10-62ED-4183-8BC9-B67A43D68CC6}" type="sibTrans" cxnId="{34461E92-96DE-4B40-A3F6-9713F0129EB7}">
      <dgm:prSet/>
      <dgm:spPr/>
      <dgm:t>
        <a:bodyPr/>
        <a:lstStyle/>
        <a:p>
          <a:endParaRPr lang="en-US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BBBBF489-C14B-4474-A3CF-015B59C2C303}" type="pres">
      <dgm:prSet presAssocID="{30844DB8-776F-4741-83DA-E2D3DD1000BA}" presName="boxAndChildren" presStyleCnt="0"/>
      <dgm:spPr/>
    </dgm:pt>
    <dgm:pt modelId="{A9902797-5586-4A9F-B393-162710D2DFC7}" type="pres">
      <dgm:prSet presAssocID="{30844DB8-776F-4741-83DA-E2D3DD1000BA}" presName="parentTextBox" presStyleLbl="node1" presStyleIdx="0" presStyleCnt="1"/>
      <dgm:spPr/>
    </dgm:pt>
    <dgm:pt modelId="{1814C5D1-2B62-4853-95AE-ECE999A53832}" type="pres">
      <dgm:prSet presAssocID="{30844DB8-776F-4741-83DA-E2D3DD1000BA}" presName="entireBox" presStyleLbl="node1" presStyleIdx="0" presStyleCnt="1" custScaleY="42410"/>
      <dgm:spPr/>
    </dgm:pt>
    <dgm:pt modelId="{EF863B21-3204-4D62-9C27-BE5E957B7B57}" type="pres">
      <dgm:prSet presAssocID="{30844DB8-776F-4741-83DA-E2D3DD1000BA}" presName="descendantBox" presStyleCnt="0"/>
      <dgm:spPr/>
    </dgm:pt>
    <dgm:pt modelId="{2EC10413-DBD4-4F37-9A91-0D9624EA8B49}" type="pres">
      <dgm:prSet presAssocID="{7287962C-2824-43BE-83EA-ECE5DBB3B11D}" presName="childTextBox" presStyleLbl="fgAccFollowNode1" presStyleIdx="0" presStyleCnt="2" custScaleX="131902">
        <dgm:presLayoutVars>
          <dgm:bulletEnabled val="1"/>
        </dgm:presLayoutVars>
      </dgm:prSet>
      <dgm:spPr/>
    </dgm:pt>
    <dgm:pt modelId="{7A2CBFA5-EA1C-4B41-BE06-F67FD0166C0F}" type="pres">
      <dgm:prSet presAssocID="{3A0BDA1C-0233-429F-8279-C3891E8CE124}" presName="childTextBox" presStyleLbl="fgAccFollowNode1" presStyleIdx="1" presStyleCnt="2" custScaleX="110995">
        <dgm:presLayoutVars>
          <dgm:bulletEnabled val="1"/>
        </dgm:presLayoutVars>
      </dgm:prSet>
      <dgm:spPr/>
    </dgm:pt>
  </dgm:ptLst>
  <dgm:cxnLst>
    <dgm:cxn modelId="{98539C1E-A77F-46ED-AA91-D08C8362D417}" type="presOf" srcId="{3A0BDA1C-0233-429F-8279-C3891E8CE124}" destId="{7A2CBFA5-EA1C-4B41-BE06-F67FD0166C0F}" srcOrd="0" destOrd="0" presId="urn:microsoft.com/office/officeart/2005/8/layout/process4"/>
    <dgm:cxn modelId="{74C18E5C-B9DD-497E-BE3A-7B65D28A7E41}" type="presOf" srcId="{30844DB8-776F-4741-83DA-E2D3DD1000BA}" destId="{A9902797-5586-4A9F-B393-162710D2DFC7}" srcOrd="0" destOrd="0" presId="urn:microsoft.com/office/officeart/2005/8/layout/process4"/>
    <dgm:cxn modelId="{34461E92-96DE-4B40-A3F6-9713F0129EB7}" srcId="{30844DB8-776F-4741-83DA-E2D3DD1000BA}" destId="{3A0BDA1C-0233-429F-8279-C3891E8CE124}" srcOrd="1" destOrd="0" parTransId="{1A4B3F41-7FCD-4016-9B9C-745764C95812}" sibTransId="{33DF6B10-62ED-4183-8BC9-B67A43D68CC6}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A1D20FC1-55E1-448E-BF76-CB0A2B652092}" type="presOf" srcId="{30844DB8-776F-4741-83DA-E2D3DD1000BA}" destId="{1814C5D1-2B62-4853-95AE-ECE999A53832}" srcOrd="1" destOrd="0" presId="urn:microsoft.com/office/officeart/2005/8/layout/process4"/>
    <dgm:cxn modelId="{8842F6CF-9AAF-42A5-9723-4F74FD402C9F}" type="presOf" srcId="{7287962C-2824-43BE-83EA-ECE5DBB3B11D}" destId="{2EC10413-DBD4-4F37-9A91-0D9624EA8B49}" srcOrd="0" destOrd="0" presId="urn:microsoft.com/office/officeart/2005/8/layout/process4"/>
    <dgm:cxn modelId="{4D9017F0-024C-423F-8A2A-D571CD9335A3}" srcId="{30844DB8-776F-4741-83DA-E2D3DD1000BA}" destId="{7287962C-2824-43BE-83EA-ECE5DBB3B11D}" srcOrd="0" destOrd="0" parTransId="{7416E494-D368-4EF2-99E5-2B6DB22403CE}" sibTransId="{2FFAC84B-B7C3-4D0C-92CD-7777D256D2E1}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2260DB9E-3DCD-473B-B8C2-13C95A6D7C91}" type="presParOf" srcId="{BB99D9C3-399F-4A17-85FC-E9BFB0C69C63}" destId="{BBBBF489-C14B-4474-A3CF-015B59C2C303}" srcOrd="0" destOrd="0" presId="urn:microsoft.com/office/officeart/2005/8/layout/process4"/>
    <dgm:cxn modelId="{433583E5-2303-4DE8-AFBE-E1D012E22CF4}" type="presParOf" srcId="{BBBBF489-C14B-4474-A3CF-015B59C2C303}" destId="{A9902797-5586-4A9F-B393-162710D2DFC7}" srcOrd="0" destOrd="0" presId="urn:microsoft.com/office/officeart/2005/8/layout/process4"/>
    <dgm:cxn modelId="{1A007926-D4E9-4D78-9BEC-6F0953C52A2E}" type="presParOf" srcId="{BBBBF489-C14B-4474-A3CF-015B59C2C303}" destId="{1814C5D1-2B62-4853-95AE-ECE999A53832}" srcOrd="1" destOrd="0" presId="urn:microsoft.com/office/officeart/2005/8/layout/process4"/>
    <dgm:cxn modelId="{4BDF912E-0AC5-4DA9-98F2-2D4DBD8876CF}" type="presParOf" srcId="{BBBBF489-C14B-4474-A3CF-015B59C2C303}" destId="{EF863B21-3204-4D62-9C27-BE5E957B7B57}" srcOrd="2" destOrd="0" presId="urn:microsoft.com/office/officeart/2005/8/layout/process4"/>
    <dgm:cxn modelId="{BB7E10B6-9736-470F-97AB-DE4D3F8C7B0D}" type="presParOf" srcId="{EF863B21-3204-4D62-9C27-BE5E957B7B57}" destId="{2EC10413-DBD4-4F37-9A91-0D9624EA8B49}" srcOrd="0" destOrd="0" presId="urn:microsoft.com/office/officeart/2005/8/layout/process4"/>
    <dgm:cxn modelId="{75EAA8FB-EB77-46E8-A46F-FAF7E3B6B2B6}" type="presParOf" srcId="{EF863B21-3204-4D62-9C27-BE5E957B7B57}" destId="{7A2CBFA5-EA1C-4B41-BE06-F67FD0166C0F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rgbClr val="C2B38C"/>
        </a:solidFill>
      </dgm:spPr>
      <dgm:t>
        <a:bodyPr/>
        <a:lstStyle/>
        <a:p>
          <a:r>
            <a:rPr lang="en-US" sz="1600" dirty="0" err="1"/>
            <a:t>Xception</a:t>
          </a:r>
          <a:endParaRPr lang="en-US" sz="1600" dirty="0"/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14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1400"/>
        </a:p>
      </dgm:t>
    </dgm:pt>
    <dgm:pt modelId="{7287962C-2824-43BE-83EA-ECE5DBB3B11D}">
      <dgm:prSet phldrT="[Text]" custT="1"/>
      <dgm:spPr/>
      <dgm:t>
        <a:bodyPr/>
        <a:lstStyle/>
        <a:p>
          <a:r>
            <a:rPr lang="en-US" sz="1500" dirty="0"/>
            <a:t>Input Shape: (None, 224,224,3)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14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1400"/>
        </a:p>
      </dgm:t>
    </dgm:pt>
    <dgm:pt modelId="{3A0BDA1C-0233-429F-8279-C3891E8CE124}">
      <dgm:prSet phldrT="[Text]" custT="1"/>
      <dgm:spPr/>
      <dgm:t>
        <a:bodyPr/>
        <a:lstStyle/>
        <a:p>
          <a:r>
            <a:rPr lang="en-US" sz="1500" dirty="0"/>
            <a:t>Output shape: (None, 2048)</a:t>
          </a:r>
        </a:p>
      </dgm:t>
    </dgm:pt>
    <dgm:pt modelId="{1A4B3F41-7FCD-4016-9B9C-745764C95812}" type="parTrans" cxnId="{34461E92-96DE-4B40-A3F6-9713F0129EB7}">
      <dgm:prSet/>
      <dgm:spPr/>
      <dgm:t>
        <a:bodyPr/>
        <a:lstStyle/>
        <a:p>
          <a:endParaRPr lang="en-US"/>
        </a:p>
      </dgm:t>
    </dgm:pt>
    <dgm:pt modelId="{33DF6B10-62ED-4183-8BC9-B67A43D68CC6}" type="sibTrans" cxnId="{34461E92-96DE-4B40-A3F6-9713F0129EB7}">
      <dgm:prSet/>
      <dgm:spPr/>
      <dgm:t>
        <a:bodyPr/>
        <a:lstStyle/>
        <a:p>
          <a:endParaRPr lang="en-US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BBBBF489-C14B-4474-A3CF-015B59C2C303}" type="pres">
      <dgm:prSet presAssocID="{30844DB8-776F-4741-83DA-E2D3DD1000BA}" presName="boxAndChildren" presStyleCnt="0"/>
      <dgm:spPr/>
    </dgm:pt>
    <dgm:pt modelId="{A9902797-5586-4A9F-B393-162710D2DFC7}" type="pres">
      <dgm:prSet presAssocID="{30844DB8-776F-4741-83DA-E2D3DD1000BA}" presName="parentTextBox" presStyleLbl="node1" presStyleIdx="0" presStyleCnt="1"/>
      <dgm:spPr/>
    </dgm:pt>
    <dgm:pt modelId="{1814C5D1-2B62-4853-95AE-ECE999A53832}" type="pres">
      <dgm:prSet presAssocID="{30844DB8-776F-4741-83DA-E2D3DD1000BA}" presName="entireBox" presStyleLbl="node1" presStyleIdx="0" presStyleCnt="1" custScaleY="43707"/>
      <dgm:spPr/>
    </dgm:pt>
    <dgm:pt modelId="{EF863B21-3204-4D62-9C27-BE5E957B7B57}" type="pres">
      <dgm:prSet presAssocID="{30844DB8-776F-4741-83DA-E2D3DD1000BA}" presName="descendantBox" presStyleCnt="0"/>
      <dgm:spPr/>
    </dgm:pt>
    <dgm:pt modelId="{2EC10413-DBD4-4F37-9A91-0D9624EA8B49}" type="pres">
      <dgm:prSet presAssocID="{7287962C-2824-43BE-83EA-ECE5DBB3B11D}" presName="childTextBox" presStyleLbl="fgAccFollowNode1" presStyleIdx="0" presStyleCnt="2" custScaleX="116626">
        <dgm:presLayoutVars>
          <dgm:bulletEnabled val="1"/>
        </dgm:presLayoutVars>
      </dgm:prSet>
      <dgm:spPr/>
    </dgm:pt>
    <dgm:pt modelId="{7A2CBFA5-EA1C-4B41-BE06-F67FD0166C0F}" type="pres">
      <dgm:prSet presAssocID="{3A0BDA1C-0233-429F-8279-C3891E8CE124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98539C1E-A77F-46ED-AA91-D08C8362D417}" type="presOf" srcId="{3A0BDA1C-0233-429F-8279-C3891E8CE124}" destId="{7A2CBFA5-EA1C-4B41-BE06-F67FD0166C0F}" srcOrd="0" destOrd="0" presId="urn:microsoft.com/office/officeart/2005/8/layout/process4"/>
    <dgm:cxn modelId="{74C18E5C-B9DD-497E-BE3A-7B65D28A7E41}" type="presOf" srcId="{30844DB8-776F-4741-83DA-E2D3DD1000BA}" destId="{A9902797-5586-4A9F-B393-162710D2DFC7}" srcOrd="0" destOrd="0" presId="urn:microsoft.com/office/officeart/2005/8/layout/process4"/>
    <dgm:cxn modelId="{34461E92-96DE-4B40-A3F6-9713F0129EB7}" srcId="{30844DB8-776F-4741-83DA-E2D3DD1000BA}" destId="{3A0BDA1C-0233-429F-8279-C3891E8CE124}" srcOrd="1" destOrd="0" parTransId="{1A4B3F41-7FCD-4016-9B9C-745764C95812}" sibTransId="{33DF6B10-62ED-4183-8BC9-B67A43D68CC6}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A1D20FC1-55E1-448E-BF76-CB0A2B652092}" type="presOf" srcId="{30844DB8-776F-4741-83DA-E2D3DD1000BA}" destId="{1814C5D1-2B62-4853-95AE-ECE999A53832}" srcOrd="1" destOrd="0" presId="urn:microsoft.com/office/officeart/2005/8/layout/process4"/>
    <dgm:cxn modelId="{8842F6CF-9AAF-42A5-9723-4F74FD402C9F}" type="presOf" srcId="{7287962C-2824-43BE-83EA-ECE5DBB3B11D}" destId="{2EC10413-DBD4-4F37-9A91-0D9624EA8B49}" srcOrd="0" destOrd="0" presId="urn:microsoft.com/office/officeart/2005/8/layout/process4"/>
    <dgm:cxn modelId="{4D9017F0-024C-423F-8A2A-D571CD9335A3}" srcId="{30844DB8-776F-4741-83DA-E2D3DD1000BA}" destId="{7287962C-2824-43BE-83EA-ECE5DBB3B11D}" srcOrd="0" destOrd="0" parTransId="{7416E494-D368-4EF2-99E5-2B6DB22403CE}" sibTransId="{2FFAC84B-B7C3-4D0C-92CD-7777D256D2E1}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2260DB9E-3DCD-473B-B8C2-13C95A6D7C91}" type="presParOf" srcId="{BB99D9C3-399F-4A17-85FC-E9BFB0C69C63}" destId="{BBBBF489-C14B-4474-A3CF-015B59C2C303}" srcOrd="0" destOrd="0" presId="urn:microsoft.com/office/officeart/2005/8/layout/process4"/>
    <dgm:cxn modelId="{433583E5-2303-4DE8-AFBE-E1D012E22CF4}" type="presParOf" srcId="{BBBBF489-C14B-4474-A3CF-015B59C2C303}" destId="{A9902797-5586-4A9F-B393-162710D2DFC7}" srcOrd="0" destOrd="0" presId="urn:microsoft.com/office/officeart/2005/8/layout/process4"/>
    <dgm:cxn modelId="{1A007926-D4E9-4D78-9BEC-6F0953C52A2E}" type="presParOf" srcId="{BBBBF489-C14B-4474-A3CF-015B59C2C303}" destId="{1814C5D1-2B62-4853-95AE-ECE999A53832}" srcOrd="1" destOrd="0" presId="urn:microsoft.com/office/officeart/2005/8/layout/process4"/>
    <dgm:cxn modelId="{4BDF912E-0AC5-4DA9-98F2-2D4DBD8876CF}" type="presParOf" srcId="{BBBBF489-C14B-4474-A3CF-015B59C2C303}" destId="{EF863B21-3204-4D62-9C27-BE5E957B7B57}" srcOrd="2" destOrd="0" presId="urn:microsoft.com/office/officeart/2005/8/layout/process4"/>
    <dgm:cxn modelId="{BB7E10B6-9736-470F-97AB-DE4D3F8C7B0D}" type="presParOf" srcId="{EF863B21-3204-4D62-9C27-BE5E957B7B57}" destId="{2EC10413-DBD4-4F37-9A91-0D9624EA8B49}" srcOrd="0" destOrd="0" presId="urn:microsoft.com/office/officeart/2005/8/layout/process4"/>
    <dgm:cxn modelId="{75EAA8FB-EB77-46E8-A46F-FAF7E3B6B2B6}" type="presParOf" srcId="{EF863B21-3204-4D62-9C27-BE5E957B7B57}" destId="{7A2CBFA5-EA1C-4B41-BE06-F67FD0166C0F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646753B-F19C-4318-BF6E-4C3D4075C59A}" type="doc">
      <dgm:prSet loTypeId="urn:microsoft.com/office/officeart/2005/8/layout/process4" loCatId="list" qsTypeId="urn:microsoft.com/office/officeart/2005/8/quickstyle/simple3" qsCatId="simple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30844DB8-776F-4741-83DA-E2D3DD1000BA}">
      <dgm:prSet phldrT="[Text]" custT="1"/>
      <dgm:spPr>
        <a:solidFill>
          <a:srgbClr val="7FC7CF"/>
        </a:solidFill>
      </dgm:spPr>
      <dgm:t>
        <a:bodyPr/>
        <a:lstStyle/>
        <a:p>
          <a:r>
            <a:rPr lang="en-US" sz="1600" dirty="0"/>
            <a:t>Concatenate</a:t>
          </a:r>
        </a:p>
      </dgm:t>
    </dgm:pt>
    <dgm:pt modelId="{D46EB0AB-B113-4D4E-B8FA-12773BF496F5}" type="parTrans" cxnId="{5E1D64FA-060F-4FC8-B0F7-C42157CA0383}">
      <dgm:prSet/>
      <dgm:spPr/>
      <dgm:t>
        <a:bodyPr/>
        <a:lstStyle/>
        <a:p>
          <a:endParaRPr lang="en-US" sz="1400"/>
        </a:p>
      </dgm:t>
    </dgm:pt>
    <dgm:pt modelId="{1FF1A264-B2F9-49DF-AFA7-AB3AA1330C68}" type="sibTrans" cxnId="{5E1D64FA-060F-4FC8-B0F7-C42157CA0383}">
      <dgm:prSet/>
      <dgm:spPr/>
      <dgm:t>
        <a:bodyPr/>
        <a:lstStyle/>
        <a:p>
          <a:endParaRPr lang="en-US" sz="1400"/>
        </a:p>
      </dgm:t>
    </dgm:pt>
    <dgm:pt modelId="{7287962C-2824-43BE-83EA-ECE5DBB3B11D}">
      <dgm:prSet phldrT="[Text]" custT="1"/>
      <dgm:spPr/>
      <dgm:t>
        <a:bodyPr/>
        <a:lstStyle/>
        <a:p>
          <a:r>
            <a:rPr lang="en-US" sz="1500" dirty="0"/>
            <a:t>Output Shape: (None, 5120)</a:t>
          </a:r>
        </a:p>
      </dgm:t>
    </dgm:pt>
    <dgm:pt modelId="{7416E494-D368-4EF2-99E5-2B6DB22403CE}" type="parTrans" cxnId="{4D9017F0-024C-423F-8A2A-D571CD9335A3}">
      <dgm:prSet/>
      <dgm:spPr/>
      <dgm:t>
        <a:bodyPr/>
        <a:lstStyle/>
        <a:p>
          <a:endParaRPr lang="en-US" sz="1400"/>
        </a:p>
      </dgm:t>
    </dgm:pt>
    <dgm:pt modelId="{2FFAC84B-B7C3-4D0C-92CD-7777D256D2E1}" type="sibTrans" cxnId="{4D9017F0-024C-423F-8A2A-D571CD9335A3}">
      <dgm:prSet/>
      <dgm:spPr/>
      <dgm:t>
        <a:bodyPr/>
        <a:lstStyle/>
        <a:p>
          <a:endParaRPr lang="en-US" sz="1400"/>
        </a:p>
      </dgm:t>
    </dgm:pt>
    <dgm:pt modelId="{C294A656-1259-4810-AB1F-12513AD5A54B}">
      <dgm:prSet phldrT="[Text]" custT="1"/>
      <dgm:spPr/>
      <dgm:t>
        <a:bodyPr/>
        <a:lstStyle/>
        <a:p>
          <a:r>
            <a:rPr lang="en-US" sz="1500" dirty="0"/>
            <a:t>Input Shape: [(None, 2048), (None, 1024), (None, 2048)]</a:t>
          </a:r>
        </a:p>
      </dgm:t>
    </dgm:pt>
    <dgm:pt modelId="{9808995B-3AE5-44B1-BFB8-91A4041A3DB4}" type="parTrans" cxnId="{978B1AD8-6A07-4AEF-AA9B-BB9202422DEE}">
      <dgm:prSet/>
      <dgm:spPr/>
      <dgm:t>
        <a:bodyPr/>
        <a:lstStyle/>
        <a:p>
          <a:endParaRPr lang="en-US"/>
        </a:p>
      </dgm:t>
    </dgm:pt>
    <dgm:pt modelId="{11B1F321-C64E-42DB-8807-DF053904AE59}" type="sibTrans" cxnId="{978B1AD8-6A07-4AEF-AA9B-BB9202422DEE}">
      <dgm:prSet/>
      <dgm:spPr/>
      <dgm:t>
        <a:bodyPr/>
        <a:lstStyle/>
        <a:p>
          <a:endParaRPr lang="en-US"/>
        </a:p>
      </dgm:t>
    </dgm:pt>
    <dgm:pt modelId="{BB99D9C3-399F-4A17-85FC-E9BFB0C69C63}" type="pres">
      <dgm:prSet presAssocID="{2646753B-F19C-4318-BF6E-4C3D4075C59A}" presName="Name0" presStyleCnt="0">
        <dgm:presLayoutVars>
          <dgm:dir/>
          <dgm:animLvl val="lvl"/>
          <dgm:resizeHandles val="exact"/>
        </dgm:presLayoutVars>
      </dgm:prSet>
      <dgm:spPr/>
    </dgm:pt>
    <dgm:pt modelId="{0C29E580-ACD2-451A-A9BC-479B09108D6E}" type="pres">
      <dgm:prSet presAssocID="{30844DB8-776F-4741-83DA-E2D3DD1000BA}" presName="boxAndChildren" presStyleCnt="0"/>
      <dgm:spPr/>
    </dgm:pt>
    <dgm:pt modelId="{339A5F1D-1B09-4AC3-B100-8CDBA3A511CF}" type="pres">
      <dgm:prSet presAssocID="{30844DB8-776F-4741-83DA-E2D3DD1000BA}" presName="parentTextBox" presStyleLbl="node1" presStyleIdx="0" presStyleCnt="1"/>
      <dgm:spPr/>
    </dgm:pt>
    <dgm:pt modelId="{7D096E6B-225B-445F-9E20-FB0DB49FD61B}" type="pres">
      <dgm:prSet presAssocID="{30844DB8-776F-4741-83DA-E2D3DD1000BA}" presName="entireBox" presStyleLbl="node1" presStyleIdx="0" presStyleCnt="1" custScaleY="56448" custLinFactNeighborY="-2390"/>
      <dgm:spPr/>
    </dgm:pt>
    <dgm:pt modelId="{25541CD1-5C71-40E6-88B4-FAEF2B9373F8}" type="pres">
      <dgm:prSet presAssocID="{30844DB8-776F-4741-83DA-E2D3DD1000BA}" presName="descendantBox" presStyleCnt="0"/>
      <dgm:spPr/>
    </dgm:pt>
    <dgm:pt modelId="{32012FE4-0EC1-4D16-B0EC-BD7B32095DC2}" type="pres">
      <dgm:prSet presAssocID="{C294A656-1259-4810-AB1F-12513AD5A54B}" presName="childTextBox" presStyleLbl="fgAccFollowNode1" presStyleIdx="0" presStyleCnt="2">
        <dgm:presLayoutVars>
          <dgm:bulletEnabled val="1"/>
        </dgm:presLayoutVars>
      </dgm:prSet>
      <dgm:spPr/>
    </dgm:pt>
    <dgm:pt modelId="{AE58F448-B55F-421A-A853-EE162D92F4D6}" type="pres">
      <dgm:prSet presAssocID="{7287962C-2824-43BE-83EA-ECE5DBB3B11D}" presName="childTextBox" presStyleLbl="fgAccFollowNode1" presStyleIdx="1" presStyleCnt="2">
        <dgm:presLayoutVars>
          <dgm:bulletEnabled val="1"/>
        </dgm:presLayoutVars>
      </dgm:prSet>
      <dgm:spPr/>
    </dgm:pt>
  </dgm:ptLst>
  <dgm:cxnLst>
    <dgm:cxn modelId="{7CB9132E-DC09-41E4-AAFB-BCB61E1A9D1F}" type="presOf" srcId="{7287962C-2824-43BE-83EA-ECE5DBB3B11D}" destId="{AE58F448-B55F-421A-A853-EE162D92F4D6}" srcOrd="0" destOrd="0" presId="urn:microsoft.com/office/officeart/2005/8/layout/process4"/>
    <dgm:cxn modelId="{D0A4DC6A-FFFA-4F89-912E-85852010B181}" type="presOf" srcId="{C294A656-1259-4810-AB1F-12513AD5A54B}" destId="{32012FE4-0EC1-4D16-B0EC-BD7B32095DC2}" srcOrd="0" destOrd="0" presId="urn:microsoft.com/office/officeart/2005/8/layout/process4"/>
    <dgm:cxn modelId="{2377EC9F-5585-4D50-A162-2E0798D2E5E2}" type="presOf" srcId="{2646753B-F19C-4318-BF6E-4C3D4075C59A}" destId="{BB99D9C3-399F-4A17-85FC-E9BFB0C69C63}" srcOrd="0" destOrd="0" presId="urn:microsoft.com/office/officeart/2005/8/layout/process4"/>
    <dgm:cxn modelId="{A28447CF-58B9-488A-90EF-D044F6363B08}" type="presOf" srcId="{30844DB8-776F-4741-83DA-E2D3DD1000BA}" destId="{339A5F1D-1B09-4AC3-B100-8CDBA3A511CF}" srcOrd="0" destOrd="0" presId="urn:microsoft.com/office/officeart/2005/8/layout/process4"/>
    <dgm:cxn modelId="{978B1AD8-6A07-4AEF-AA9B-BB9202422DEE}" srcId="{30844DB8-776F-4741-83DA-E2D3DD1000BA}" destId="{C294A656-1259-4810-AB1F-12513AD5A54B}" srcOrd="0" destOrd="0" parTransId="{9808995B-3AE5-44B1-BFB8-91A4041A3DB4}" sibTransId="{11B1F321-C64E-42DB-8807-DF053904AE59}"/>
    <dgm:cxn modelId="{559086EE-69E6-4BBE-B5DF-A41166B7CC91}" type="presOf" srcId="{30844DB8-776F-4741-83DA-E2D3DD1000BA}" destId="{7D096E6B-225B-445F-9E20-FB0DB49FD61B}" srcOrd="1" destOrd="0" presId="urn:microsoft.com/office/officeart/2005/8/layout/process4"/>
    <dgm:cxn modelId="{4D9017F0-024C-423F-8A2A-D571CD9335A3}" srcId="{30844DB8-776F-4741-83DA-E2D3DD1000BA}" destId="{7287962C-2824-43BE-83EA-ECE5DBB3B11D}" srcOrd="1" destOrd="0" parTransId="{7416E494-D368-4EF2-99E5-2B6DB22403CE}" sibTransId="{2FFAC84B-B7C3-4D0C-92CD-7777D256D2E1}"/>
    <dgm:cxn modelId="{5E1D64FA-060F-4FC8-B0F7-C42157CA0383}" srcId="{2646753B-F19C-4318-BF6E-4C3D4075C59A}" destId="{30844DB8-776F-4741-83DA-E2D3DD1000BA}" srcOrd="0" destOrd="0" parTransId="{D46EB0AB-B113-4D4E-B8FA-12773BF496F5}" sibTransId="{1FF1A264-B2F9-49DF-AFA7-AB3AA1330C68}"/>
    <dgm:cxn modelId="{ADF06AC2-99B6-4C5C-87FD-FD5F39DEFFE4}" type="presParOf" srcId="{BB99D9C3-399F-4A17-85FC-E9BFB0C69C63}" destId="{0C29E580-ACD2-451A-A9BC-479B09108D6E}" srcOrd="0" destOrd="0" presId="urn:microsoft.com/office/officeart/2005/8/layout/process4"/>
    <dgm:cxn modelId="{1C3423AD-898C-407F-8051-5FF166BA3A25}" type="presParOf" srcId="{0C29E580-ACD2-451A-A9BC-479B09108D6E}" destId="{339A5F1D-1B09-4AC3-B100-8CDBA3A511CF}" srcOrd="0" destOrd="0" presId="urn:microsoft.com/office/officeart/2005/8/layout/process4"/>
    <dgm:cxn modelId="{0D67693C-1223-4665-92D5-A778D0007437}" type="presParOf" srcId="{0C29E580-ACD2-451A-A9BC-479B09108D6E}" destId="{7D096E6B-225B-445F-9E20-FB0DB49FD61B}" srcOrd="1" destOrd="0" presId="urn:microsoft.com/office/officeart/2005/8/layout/process4"/>
    <dgm:cxn modelId="{A1898A0A-C76B-4686-9F1A-58932431D769}" type="presParOf" srcId="{0C29E580-ACD2-451A-A9BC-479B09108D6E}" destId="{25541CD1-5C71-40E6-88B4-FAEF2B9373F8}" srcOrd="2" destOrd="0" presId="urn:microsoft.com/office/officeart/2005/8/layout/process4"/>
    <dgm:cxn modelId="{AA6DAF6F-3BF4-4673-B12C-606022FAC739}" type="presParOf" srcId="{25541CD1-5C71-40E6-88B4-FAEF2B9373F8}" destId="{32012FE4-0EC1-4D16-B0EC-BD7B32095DC2}" srcOrd="0" destOrd="0" presId="urn:microsoft.com/office/officeart/2005/8/layout/process4"/>
    <dgm:cxn modelId="{1694E6CE-28BD-481B-8A89-A6D8B212BFFF}" type="presParOf" srcId="{25541CD1-5C71-40E6-88B4-FAEF2B9373F8}" destId="{AE58F448-B55F-421A-A853-EE162D92F4D6}" srcOrd="1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F459C-32CF-4200-B6D0-AA019D216B16}">
      <dsp:nvSpPr>
        <dsp:cNvPr id="0" name=""/>
        <dsp:cNvSpPr/>
      </dsp:nvSpPr>
      <dsp:spPr>
        <a:xfrm>
          <a:off x="0" y="5770124"/>
          <a:ext cx="2629301" cy="515859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Dense (Activation: </a:t>
          </a:r>
          <a:r>
            <a:rPr lang="en-US" sz="1200" kern="1200" dirty="0" err="1"/>
            <a:t>softmax</a:t>
          </a:r>
          <a:r>
            <a:rPr lang="en-US" sz="1200" kern="1200" dirty="0"/>
            <a:t>)</a:t>
          </a:r>
        </a:p>
      </dsp:txBody>
      <dsp:txXfrm>
        <a:off x="0" y="5770124"/>
        <a:ext cx="2629301" cy="278563"/>
      </dsp:txXfrm>
    </dsp:sp>
    <dsp:sp modelId="{BE8C424B-FE04-4B52-87A0-B10C59A3C1AC}">
      <dsp:nvSpPr>
        <dsp:cNvPr id="0" name=""/>
        <dsp:cNvSpPr/>
      </dsp:nvSpPr>
      <dsp:spPr>
        <a:xfrm>
          <a:off x="0" y="6048158"/>
          <a:ext cx="1314650" cy="4624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128)</a:t>
          </a:r>
        </a:p>
      </dsp:txBody>
      <dsp:txXfrm>
        <a:off x="0" y="6048158"/>
        <a:ext cx="1314650" cy="462419"/>
      </dsp:txXfrm>
    </dsp:sp>
    <dsp:sp modelId="{B673B823-2818-4FAC-8329-B507B0BD467E}">
      <dsp:nvSpPr>
        <dsp:cNvPr id="0" name=""/>
        <dsp:cNvSpPr/>
      </dsp:nvSpPr>
      <dsp:spPr>
        <a:xfrm>
          <a:off x="1314650" y="6048158"/>
          <a:ext cx="1314650" cy="4624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4)</a:t>
          </a:r>
        </a:p>
      </dsp:txBody>
      <dsp:txXfrm>
        <a:off x="1314650" y="6048158"/>
        <a:ext cx="1314650" cy="462419"/>
      </dsp:txXfrm>
    </dsp:sp>
    <dsp:sp modelId="{DF3C1F71-8F54-4C96-8D23-185F4D9C2507}">
      <dsp:nvSpPr>
        <dsp:cNvPr id="0" name=""/>
        <dsp:cNvSpPr/>
      </dsp:nvSpPr>
      <dsp:spPr>
        <a:xfrm rot="10800000">
          <a:off x="0" y="4825189"/>
          <a:ext cx="2629301" cy="960013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Dropout(0.25)</a:t>
          </a:r>
        </a:p>
      </dsp:txBody>
      <dsp:txXfrm rot="-10800000">
        <a:off x="0" y="4825189"/>
        <a:ext cx="2629301" cy="336964"/>
      </dsp:txXfrm>
    </dsp:sp>
    <dsp:sp modelId="{C3C86291-D5C2-49D0-8D20-81EC951ED21B}">
      <dsp:nvSpPr>
        <dsp:cNvPr id="0" name=""/>
        <dsp:cNvSpPr/>
      </dsp:nvSpPr>
      <dsp:spPr>
        <a:xfrm>
          <a:off x="0" y="5074829"/>
          <a:ext cx="1314650" cy="462280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128)</a:t>
          </a:r>
        </a:p>
      </dsp:txBody>
      <dsp:txXfrm>
        <a:off x="0" y="5074829"/>
        <a:ext cx="1314650" cy="462280"/>
      </dsp:txXfrm>
    </dsp:sp>
    <dsp:sp modelId="{56CE86E0-4C01-4701-9B7C-9ABA1DE8B1B9}">
      <dsp:nvSpPr>
        <dsp:cNvPr id="0" name=""/>
        <dsp:cNvSpPr/>
      </dsp:nvSpPr>
      <dsp:spPr>
        <a:xfrm>
          <a:off x="1314650" y="50748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128)</a:t>
          </a:r>
        </a:p>
      </dsp:txBody>
      <dsp:txXfrm>
        <a:off x="1314650" y="5074829"/>
        <a:ext cx="1314650" cy="462280"/>
      </dsp:txXfrm>
    </dsp:sp>
    <dsp:sp modelId="{8EBCE749-7FFB-4B80-B5DC-1BB47DCE407F}">
      <dsp:nvSpPr>
        <dsp:cNvPr id="0" name=""/>
        <dsp:cNvSpPr/>
      </dsp:nvSpPr>
      <dsp:spPr>
        <a:xfrm rot="10800000">
          <a:off x="0" y="3784258"/>
          <a:ext cx="2629301" cy="1056009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/>
            <a:t>Dense (Activation: </a:t>
          </a:r>
          <a:r>
            <a:rPr lang="en-US" sz="1200" kern="1200" dirty="0" err="1"/>
            <a:t>relu</a:t>
          </a:r>
          <a:r>
            <a:rPr lang="en-US" sz="1200" kern="1200" dirty="0"/>
            <a:t>)</a:t>
          </a:r>
        </a:p>
      </dsp:txBody>
      <dsp:txXfrm rot="-10800000">
        <a:off x="0" y="3784258"/>
        <a:ext cx="2629301" cy="370659"/>
      </dsp:txXfrm>
    </dsp:sp>
    <dsp:sp modelId="{760A086D-0E9C-4A50-8C95-7035D3D5E518}">
      <dsp:nvSpPr>
        <dsp:cNvPr id="0" name=""/>
        <dsp:cNvSpPr/>
      </dsp:nvSpPr>
      <dsp:spPr>
        <a:xfrm>
          <a:off x="0" y="4081896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2048)</a:t>
          </a:r>
        </a:p>
      </dsp:txBody>
      <dsp:txXfrm>
        <a:off x="0" y="4081896"/>
        <a:ext cx="1314650" cy="462280"/>
      </dsp:txXfrm>
    </dsp:sp>
    <dsp:sp modelId="{AA56D4DC-6399-4AB7-8D2C-6F38B6EBE105}">
      <dsp:nvSpPr>
        <dsp:cNvPr id="0" name=""/>
        <dsp:cNvSpPr/>
      </dsp:nvSpPr>
      <dsp:spPr>
        <a:xfrm>
          <a:off x="1314650" y="4081896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128)</a:t>
          </a:r>
        </a:p>
      </dsp:txBody>
      <dsp:txXfrm>
        <a:off x="1314650" y="4081896"/>
        <a:ext cx="1314650" cy="462280"/>
      </dsp:txXfrm>
    </dsp:sp>
    <dsp:sp modelId="{4B9BDBDB-DE59-4F98-B719-55C1A3AEA21C}">
      <dsp:nvSpPr>
        <dsp:cNvPr id="0" name=""/>
        <dsp:cNvSpPr/>
      </dsp:nvSpPr>
      <dsp:spPr>
        <a:xfrm rot="10800000">
          <a:off x="0" y="2839324"/>
          <a:ext cx="2629301" cy="960013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Dropout(0.3)</a:t>
          </a:r>
        </a:p>
      </dsp:txBody>
      <dsp:txXfrm rot="-10800000">
        <a:off x="0" y="2839324"/>
        <a:ext cx="2629301" cy="336964"/>
      </dsp:txXfrm>
    </dsp:sp>
    <dsp:sp modelId="{7342DC29-7D4D-4449-80FB-F1BAF8C8F8DE}">
      <dsp:nvSpPr>
        <dsp:cNvPr id="0" name=""/>
        <dsp:cNvSpPr/>
      </dsp:nvSpPr>
      <dsp:spPr>
        <a:xfrm>
          <a:off x="0" y="3088963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2048)</a:t>
          </a:r>
        </a:p>
      </dsp:txBody>
      <dsp:txXfrm>
        <a:off x="0" y="3088963"/>
        <a:ext cx="1314650" cy="462280"/>
      </dsp:txXfrm>
    </dsp:sp>
    <dsp:sp modelId="{024A8176-A02D-4A1D-B96D-FE6A436A8CF4}">
      <dsp:nvSpPr>
        <dsp:cNvPr id="0" name=""/>
        <dsp:cNvSpPr/>
      </dsp:nvSpPr>
      <dsp:spPr>
        <a:xfrm>
          <a:off x="1314650" y="3088963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2048)</a:t>
          </a:r>
        </a:p>
      </dsp:txBody>
      <dsp:txXfrm>
        <a:off x="1314650" y="3088963"/>
        <a:ext cx="1314650" cy="462280"/>
      </dsp:txXfrm>
    </dsp:sp>
    <dsp:sp modelId="{8BD40710-EC1B-4756-AF3F-079B500ABEFF}">
      <dsp:nvSpPr>
        <dsp:cNvPr id="0" name=""/>
        <dsp:cNvSpPr/>
      </dsp:nvSpPr>
      <dsp:spPr>
        <a:xfrm rot="10800000">
          <a:off x="0" y="1894390"/>
          <a:ext cx="2629301" cy="960013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/>
            <a:t>Flatten</a:t>
          </a:r>
        </a:p>
      </dsp:txBody>
      <dsp:txXfrm rot="-10800000">
        <a:off x="0" y="1894390"/>
        <a:ext cx="2629301" cy="336964"/>
      </dsp:txXfrm>
    </dsp:sp>
    <dsp:sp modelId="{108324AE-8A87-4F92-AF48-C51F7603942D}">
      <dsp:nvSpPr>
        <dsp:cNvPr id="0" name=""/>
        <dsp:cNvSpPr/>
      </dsp:nvSpPr>
      <dsp:spPr>
        <a:xfrm>
          <a:off x="0" y="21440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2048)</a:t>
          </a:r>
        </a:p>
      </dsp:txBody>
      <dsp:txXfrm>
        <a:off x="0" y="2144029"/>
        <a:ext cx="1314650" cy="462280"/>
      </dsp:txXfrm>
    </dsp:sp>
    <dsp:sp modelId="{14AF8EE8-7A86-456D-8770-357E18F2F07C}">
      <dsp:nvSpPr>
        <dsp:cNvPr id="0" name=""/>
        <dsp:cNvSpPr/>
      </dsp:nvSpPr>
      <dsp:spPr>
        <a:xfrm>
          <a:off x="1314650" y="21440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2048)</a:t>
          </a:r>
        </a:p>
      </dsp:txBody>
      <dsp:txXfrm>
        <a:off x="1314650" y="2144029"/>
        <a:ext cx="1314650" cy="462280"/>
      </dsp:txXfrm>
    </dsp:sp>
    <dsp:sp modelId="{1981B64A-A7A4-4662-B7BA-11DDD876690E}">
      <dsp:nvSpPr>
        <dsp:cNvPr id="0" name=""/>
        <dsp:cNvSpPr/>
      </dsp:nvSpPr>
      <dsp:spPr>
        <a:xfrm rot="10800000">
          <a:off x="0" y="949456"/>
          <a:ext cx="2629301" cy="960013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Xception</a:t>
          </a:r>
          <a:endParaRPr lang="en-US" sz="1200" kern="1200" dirty="0"/>
        </a:p>
      </dsp:txBody>
      <dsp:txXfrm rot="-10800000">
        <a:off x="0" y="949456"/>
        <a:ext cx="2629301" cy="336964"/>
      </dsp:txXfrm>
    </dsp:sp>
    <dsp:sp modelId="{99C90F4B-D865-4C9E-8A27-1AE3B7652D44}">
      <dsp:nvSpPr>
        <dsp:cNvPr id="0" name=""/>
        <dsp:cNvSpPr/>
      </dsp:nvSpPr>
      <dsp:spPr>
        <a:xfrm>
          <a:off x="0" y="1199095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224,224,3)</a:t>
          </a:r>
        </a:p>
      </dsp:txBody>
      <dsp:txXfrm>
        <a:off x="0" y="1199095"/>
        <a:ext cx="1314650" cy="462280"/>
      </dsp:txXfrm>
    </dsp:sp>
    <dsp:sp modelId="{CDA58DB2-12A8-4F8D-9E3C-28342C5F14C4}">
      <dsp:nvSpPr>
        <dsp:cNvPr id="0" name=""/>
        <dsp:cNvSpPr/>
      </dsp:nvSpPr>
      <dsp:spPr>
        <a:xfrm>
          <a:off x="1314650" y="1199095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2048)</a:t>
          </a:r>
        </a:p>
      </dsp:txBody>
      <dsp:txXfrm>
        <a:off x="1314650" y="1199095"/>
        <a:ext cx="1314650" cy="462280"/>
      </dsp:txXfrm>
    </dsp:sp>
    <dsp:sp modelId="{95286426-7F42-4FE7-B6E7-B444E5304F71}">
      <dsp:nvSpPr>
        <dsp:cNvPr id="0" name=""/>
        <dsp:cNvSpPr/>
      </dsp:nvSpPr>
      <dsp:spPr>
        <a:xfrm rot="10800000">
          <a:off x="0" y="3810"/>
          <a:ext cx="2629301" cy="960013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Layer</a:t>
          </a:r>
        </a:p>
      </dsp:txBody>
      <dsp:txXfrm rot="-10800000">
        <a:off x="0" y="3810"/>
        <a:ext cx="2629301" cy="336964"/>
      </dsp:txXfrm>
    </dsp:sp>
    <dsp:sp modelId="{C345F868-F0FA-4F64-9403-E9E355EBC2D2}">
      <dsp:nvSpPr>
        <dsp:cNvPr id="0" name=""/>
        <dsp:cNvSpPr/>
      </dsp:nvSpPr>
      <dsp:spPr>
        <a:xfrm>
          <a:off x="0" y="254161"/>
          <a:ext cx="2629301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224,224,3)</a:t>
          </a:r>
        </a:p>
      </dsp:txBody>
      <dsp:txXfrm>
        <a:off x="0" y="254161"/>
        <a:ext cx="2629301" cy="462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F459C-32CF-4200-B6D0-AA019D216B16}">
      <dsp:nvSpPr>
        <dsp:cNvPr id="0" name=""/>
        <dsp:cNvSpPr/>
      </dsp:nvSpPr>
      <dsp:spPr>
        <a:xfrm>
          <a:off x="0" y="5770124"/>
          <a:ext cx="2629301" cy="515859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Dense (Activation: </a:t>
          </a:r>
          <a:r>
            <a:rPr lang="en-US" sz="1200" kern="1200" dirty="0" err="1"/>
            <a:t>softmax</a:t>
          </a:r>
          <a:r>
            <a:rPr lang="en-US" sz="1200" kern="1200" dirty="0"/>
            <a:t>)</a:t>
          </a:r>
        </a:p>
      </dsp:txBody>
      <dsp:txXfrm>
        <a:off x="0" y="5770124"/>
        <a:ext cx="2629301" cy="278563"/>
      </dsp:txXfrm>
    </dsp:sp>
    <dsp:sp modelId="{BE8C424B-FE04-4B52-87A0-B10C59A3C1AC}">
      <dsp:nvSpPr>
        <dsp:cNvPr id="0" name=""/>
        <dsp:cNvSpPr/>
      </dsp:nvSpPr>
      <dsp:spPr>
        <a:xfrm>
          <a:off x="0" y="6048158"/>
          <a:ext cx="1314650" cy="4624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256)</a:t>
          </a:r>
        </a:p>
      </dsp:txBody>
      <dsp:txXfrm>
        <a:off x="0" y="6048158"/>
        <a:ext cx="1314650" cy="462419"/>
      </dsp:txXfrm>
    </dsp:sp>
    <dsp:sp modelId="{B673B823-2818-4FAC-8329-B507B0BD467E}">
      <dsp:nvSpPr>
        <dsp:cNvPr id="0" name=""/>
        <dsp:cNvSpPr/>
      </dsp:nvSpPr>
      <dsp:spPr>
        <a:xfrm>
          <a:off x="1314650" y="6048158"/>
          <a:ext cx="1314650" cy="4624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4)</a:t>
          </a:r>
        </a:p>
      </dsp:txBody>
      <dsp:txXfrm>
        <a:off x="1314650" y="6048158"/>
        <a:ext cx="1314650" cy="462419"/>
      </dsp:txXfrm>
    </dsp:sp>
    <dsp:sp modelId="{DF3C1F71-8F54-4C96-8D23-185F4D9C2507}">
      <dsp:nvSpPr>
        <dsp:cNvPr id="0" name=""/>
        <dsp:cNvSpPr/>
      </dsp:nvSpPr>
      <dsp:spPr>
        <a:xfrm rot="10800000">
          <a:off x="0" y="4825189"/>
          <a:ext cx="2629301" cy="960013"/>
        </a:xfrm>
        <a:prstGeom prst="upArrowCallou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Dropout(0.3)</a:t>
          </a:r>
        </a:p>
      </dsp:txBody>
      <dsp:txXfrm rot="-10800000">
        <a:off x="0" y="4825189"/>
        <a:ext cx="2629301" cy="336964"/>
      </dsp:txXfrm>
    </dsp:sp>
    <dsp:sp modelId="{C3C86291-D5C2-49D0-8D20-81EC951ED21B}">
      <dsp:nvSpPr>
        <dsp:cNvPr id="0" name=""/>
        <dsp:cNvSpPr/>
      </dsp:nvSpPr>
      <dsp:spPr>
        <a:xfrm>
          <a:off x="0" y="5074829"/>
          <a:ext cx="1314650" cy="462280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256)</a:t>
          </a:r>
        </a:p>
      </dsp:txBody>
      <dsp:txXfrm>
        <a:off x="0" y="5074829"/>
        <a:ext cx="1314650" cy="462280"/>
      </dsp:txXfrm>
    </dsp:sp>
    <dsp:sp modelId="{56CE86E0-4C01-4701-9B7C-9ABA1DE8B1B9}">
      <dsp:nvSpPr>
        <dsp:cNvPr id="0" name=""/>
        <dsp:cNvSpPr/>
      </dsp:nvSpPr>
      <dsp:spPr>
        <a:xfrm>
          <a:off x="1314650" y="50748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256)</a:t>
          </a:r>
        </a:p>
      </dsp:txBody>
      <dsp:txXfrm>
        <a:off x="1314650" y="5074829"/>
        <a:ext cx="1314650" cy="462280"/>
      </dsp:txXfrm>
    </dsp:sp>
    <dsp:sp modelId="{8EBCE749-7FFB-4B80-B5DC-1BB47DCE407F}">
      <dsp:nvSpPr>
        <dsp:cNvPr id="0" name=""/>
        <dsp:cNvSpPr/>
      </dsp:nvSpPr>
      <dsp:spPr>
        <a:xfrm rot="10800000">
          <a:off x="0" y="3784258"/>
          <a:ext cx="2629301" cy="1056009"/>
        </a:xfrm>
        <a:prstGeom prst="upArrowCallou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/>
            <a:t>Dense (Activation: </a:t>
          </a:r>
          <a:r>
            <a:rPr lang="en-US" sz="1200" kern="1200" dirty="0" err="1"/>
            <a:t>relu</a:t>
          </a:r>
          <a:r>
            <a:rPr lang="en-US" sz="1200" kern="1200" dirty="0"/>
            <a:t>)</a:t>
          </a:r>
        </a:p>
      </dsp:txBody>
      <dsp:txXfrm rot="-10800000">
        <a:off x="0" y="3784258"/>
        <a:ext cx="2629301" cy="370659"/>
      </dsp:txXfrm>
    </dsp:sp>
    <dsp:sp modelId="{760A086D-0E9C-4A50-8C95-7035D3D5E518}">
      <dsp:nvSpPr>
        <dsp:cNvPr id="0" name=""/>
        <dsp:cNvSpPr/>
      </dsp:nvSpPr>
      <dsp:spPr>
        <a:xfrm>
          <a:off x="0" y="4081896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1024)</a:t>
          </a:r>
        </a:p>
      </dsp:txBody>
      <dsp:txXfrm>
        <a:off x="0" y="4081896"/>
        <a:ext cx="1314650" cy="462280"/>
      </dsp:txXfrm>
    </dsp:sp>
    <dsp:sp modelId="{AA56D4DC-6399-4AB7-8D2C-6F38B6EBE105}">
      <dsp:nvSpPr>
        <dsp:cNvPr id="0" name=""/>
        <dsp:cNvSpPr/>
      </dsp:nvSpPr>
      <dsp:spPr>
        <a:xfrm>
          <a:off x="1314650" y="4081896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256)</a:t>
          </a:r>
        </a:p>
      </dsp:txBody>
      <dsp:txXfrm>
        <a:off x="1314650" y="4081896"/>
        <a:ext cx="1314650" cy="462280"/>
      </dsp:txXfrm>
    </dsp:sp>
    <dsp:sp modelId="{4B9BDBDB-DE59-4F98-B719-55C1A3AEA21C}">
      <dsp:nvSpPr>
        <dsp:cNvPr id="0" name=""/>
        <dsp:cNvSpPr/>
      </dsp:nvSpPr>
      <dsp:spPr>
        <a:xfrm rot="10800000">
          <a:off x="0" y="2839324"/>
          <a:ext cx="2629301" cy="960013"/>
        </a:xfrm>
        <a:prstGeom prst="upArrowCallou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Dropout(0.4)</a:t>
          </a:r>
        </a:p>
      </dsp:txBody>
      <dsp:txXfrm rot="-10800000">
        <a:off x="0" y="2839324"/>
        <a:ext cx="2629301" cy="336964"/>
      </dsp:txXfrm>
    </dsp:sp>
    <dsp:sp modelId="{7342DC29-7D4D-4449-80FB-F1BAF8C8F8DE}">
      <dsp:nvSpPr>
        <dsp:cNvPr id="0" name=""/>
        <dsp:cNvSpPr/>
      </dsp:nvSpPr>
      <dsp:spPr>
        <a:xfrm>
          <a:off x="0" y="3088963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1024)</a:t>
          </a:r>
        </a:p>
      </dsp:txBody>
      <dsp:txXfrm>
        <a:off x="0" y="3088963"/>
        <a:ext cx="1314650" cy="462280"/>
      </dsp:txXfrm>
    </dsp:sp>
    <dsp:sp modelId="{024A8176-A02D-4A1D-B96D-FE6A436A8CF4}">
      <dsp:nvSpPr>
        <dsp:cNvPr id="0" name=""/>
        <dsp:cNvSpPr/>
      </dsp:nvSpPr>
      <dsp:spPr>
        <a:xfrm>
          <a:off x="1314650" y="3088963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1024)</a:t>
          </a:r>
        </a:p>
      </dsp:txBody>
      <dsp:txXfrm>
        <a:off x="1314650" y="3088963"/>
        <a:ext cx="1314650" cy="462280"/>
      </dsp:txXfrm>
    </dsp:sp>
    <dsp:sp modelId="{8BD40710-EC1B-4756-AF3F-079B500ABEFF}">
      <dsp:nvSpPr>
        <dsp:cNvPr id="0" name=""/>
        <dsp:cNvSpPr/>
      </dsp:nvSpPr>
      <dsp:spPr>
        <a:xfrm rot="10800000">
          <a:off x="0" y="1894390"/>
          <a:ext cx="2629301" cy="960013"/>
        </a:xfrm>
        <a:prstGeom prst="upArrowCallou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/>
            <a:t>Global AveragePooling2D</a:t>
          </a:r>
        </a:p>
      </dsp:txBody>
      <dsp:txXfrm rot="-10800000">
        <a:off x="0" y="1894390"/>
        <a:ext cx="2629301" cy="336964"/>
      </dsp:txXfrm>
    </dsp:sp>
    <dsp:sp modelId="{108324AE-8A87-4F92-AF48-C51F7603942D}">
      <dsp:nvSpPr>
        <dsp:cNvPr id="0" name=""/>
        <dsp:cNvSpPr/>
      </dsp:nvSpPr>
      <dsp:spPr>
        <a:xfrm>
          <a:off x="0" y="21440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7, 7, 1024)</a:t>
          </a:r>
        </a:p>
      </dsp:txBody>
      <dsp:txXfrm>
        <a:off x="0" y="2144029"/>
        <a:ext cx="1314650" cy="462280"/>
      </dsp:txXfrm>
    </dsp:sp>
    <dsp:sp modelId="{14AF8EE8-7A86-456D-8770-357E18F2F07C}">
      <dsp:nvSpPr>
        <dsp:cNvPr id="0" name=""/>
        <dsp:cNvSpPr/>
      </dsp:nvSpPr>
      <dsp:spPr>
        <a:xfrm>
          <a:off x="1314650" y="21440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1024)</a:t>
          </a:r>
        </a:p>
      </dsp:txBody>
      <dsp:txXfrm>
        <a:off x="1314650" y="2144029"/>
        <a:ext cx="1314650" cy="462280"/>
      </dsp:txXfrm>
    </dsp:sp>
    <dsp:sp modelId="{1981B64A-A7A4-4662-B7BA-11DDD876690E}">
      <dsp:nvSpPr>
        <dsp:cNvPr id="0" name=""/>
        <dsp:cNvSpPr/>
      </dsp:nvSpPr>
      <dsp:spPr>
        <a:xfrm rot="10800000">
          <a:off x="0" y="949456"/>
          <a:ext cx="2629301" cy="960013"/>
        </a:xfrm>
        <a:prstGeom prst="upArrowCallou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DenseNet121</a:t>
          </a:r>
        </a:p>
      </dsp:txBody>
      <dsp:txXfrm rot="-10800000">
        <a:off x="0" y="949456"/>
        <a:ext cx="2629301" cy="336964"/>
      </dsp:txXfrm>
    </dsp:sp>
    <dsp:sp modelId="{99C90F4B-D865-4C9E-8A27-1AE3B7652D44}">
      <dsp:nvSpPr>
        <dsp:cNvPr id="0" name=""/>
        <dsp:cNvSpPr/>
      </dsp:nvSpPr>
      <dsp:spPr>
        <a:xfrm>
          <a:off x="0" y="1199095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224,224,3)</a:t>
          </a:r>
        </a:p>
      </dsp:txBody>
      <dsp:txXfrm>
        <a:off x="0" y="1199095"/>
        <a:ext cx="1314650" cy="462280"/>
      </dsp:txXfrm>
    </dsp:sp>
    <dsp:sp modelId="{CDA58DB2-12A8-4F8D-9E3C-28342C5F14C4}">
      <dsp:nvSpPr>
        <dsp:cNvPr id="0" name=""/>
        <dsp:cNvSpPr/>
      </dsp:nvSpPr>
      <dsp:spPr>
        <a:xfrm>
          <a:off x="1314650" y="1199095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7, 7 ,1024)</a:t>
          </a:r>
        </a:p>
      </dsp:txBody>
      <dsp:txXfrm>
        <a:off x="1314650" y="1199095"/>
        <a:ext cx="1314650" cy="462280"/>
      </dsp:txXfrm>
    </dsp:sp>
    <dsp:sp modelId="{95286426-7F42-4FE7-B6E7-B444E5304F71}">
      <dsp:nvSpPr>
        <dsp:cNvPr id="0" name=""/>
        <dsp:cNvSpPr/>
      </dsp:nvSpPr>
      <dsp:spPr>
        <a:xfrm rot="10800000">
          <a:off x="0" y="0"/>
          <a:ext cx="2629301" cy="960013"/>
        </a:xfrm>
        <a:prstGeom prst="upArrowCallou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Layer</a:t>
          </a:r>
        </a:p>
      </dsp:txBody>
      <dsp:txXfrm rot="-10800000">
        <a:off x="0" y="0"/>
        <a:ext cx="2629301" cy="336964"/>
      </dsp:txXfrm>
    </dsp:sp>
    <dsp:sp modelId="{C345F868-F0FA-4F64-9403-E9E355EBC2D2}">
      <dsp:nvSpPr>
        <dsp:cNvPr id="0" name=""/>
        <dsp:cNvSpPr/>
      </dsp:nvSpPr>
      <dsp:spPr>
        <a:xfrm>
          <a:off x="0" y="254161"/>
          <a:ext cx="2629301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224,224,3)</a:t>
          </a:r>
        </a:p>
      </dsp:txBody>
      <dsp:txXfrm>
        <a:off x="0" y="254161"/>
        <a:ext cx="2629301" cy="462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F459C-32CF-4200-B6D0-AA019D216B16}">
      <dsp:nvSpPr>
        <dsp:cNvPr id="0" name=""/>
        <dsp:cNvSpPr/>
      </dsp:nvSpPr>
      <dsp:spPr>
        <a:xfrm>
          <a:off x="0" y="5770124"/>
          <a:ext cx="2629301" cy="515859"/>
        </a:xfrm>
        <a:prstGeom prst="rect">
          <a:avLst/>
        </a:prstGeom>
        <a:solidFill>
          <a:srgbClr val="E6DEE3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Dense (Activation: </a:t>
          </a:r>
          <a:r>
            <a:rPr lang="en-US" sz="1200" kern="1200" dirty="0" err="1"/>
            <a:t>softmax</a:t>
          </a:r>
          <a:r>
            <a:rPr lang="en-US" sz="1200" kern="1200" dirty="0"/>
            <a:t>)</a:t>
          </a:r>
        </a:p>
      </dsp:txBody>
      <dsp:txXfrm>
        <a:off x="0" y="5770124"/>
        <a:ext cx="2629301" cy="278563"/>
      </dsp:txXfrm>
    </dsp:sp>
    <dsp:sp modelId="{BE8C424B-FE04-4B52-87A0-B10C59A3C1AC}">
      <dsp:nvSpPr>
        <dsp:cNvPr id="0" name=""/>
        <dsp:cNvSpPr/>
      </dsp:nvSpPr>
      <dsp:spPr>
        <a:xfrm>
          <a:off x="0" y="6048158"/>
          <a:ext cx="1314650" cy="4624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256)</a:t>
          </a:r>
        </a:p>
      </dsp:txBody>
      <dsp:txXfrm>
        <a:off x="0" y="6048158"/>
        <a:ext cx="1314650" cy="462419"/>
      </dsp:txXfrm>
    </dsp:sp>
    <dsp:sp modelId="{B673B823-2818-4FAC-8329-B507B0BD467E}">
      <dsp:nvSpPr>
        <dsp:cNvPr id="0" name=""/>
        <dsp:cNvSpPr/>
      </dsp:nvSpPr>
      <dsp:spPr>
        <a:xfrm>
          <a:off x="1314650" y="6048158"/>
          <a:ext cx="1314650" cy="462419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4)</a:t>
          </a:r>
        </a:p>
      </dsp:txBody>
      <dsp:txXfrm>
        <a:off x="1314650" y="6048158"/>
        <a:ext cx="1314650" cy="462419"/>
      </dsp:txXfrm>
    </dsp:sp>
    <dsp:sp modelId="{DF3C1F71-8F54-4C96-8D23-185F4D9C2507}">
      <dsp:nvSpPr>
        <dsp:cNvPr id="0" name=""/>
        <dsp:cNvSpPr/>
      </dsp:nvSpPr>
      <dsp:spPr>
        <a:xfrm rot="10800000">
          <a:off x="0" y="4825189"/>
          <a:ext cx="2629301" cy="960013"/>
        </a:xfrm>
        <a:prstGeom prst="upArrowCallout">
          <a:avLst/>
        </a:prstGeom>
        <a:solidFill>
          <a:srgbClr val="E6DEE3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Dropout(0.3)</a:t>
          </a:r>
        </a:p>
      </dsp:txBody>
      <dsp:txXfrm rot="-10800000">
        <a:off x="0" y="4825189"/>
        <a:ext cx="2629301" cy="336964"/>
      </dsp:txXfrm>
    </dsp:sp>
    <dsp:sp modelId="{C3C86291-D5C2-49D0-8D20-81EC951ED21B}">
      <dsp:nvSpPr>
        <dsp:cNvPr id="0" name=""/>
        <dsp:cNvSpPr/>
      </dsp:nvSpPr>
      <dsp:spPr>
        <a:xfrm>
          <a:off x="0" y="5074829"/>
          <a:ext cx="1314650" cy="462280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256)</a:t>
          </a:r>
        </a:p>
      </dsp:txBody>
      <dsp:txXfrm>
        <a:off x="0" y="5074829"/>
        <a:ext cx="1314650" cy="462280"/>
      </dsp:txXfrm>
    </dsp:sp>
    <dsp:sp modelId="{56CE86E0-4C01-4701-9B7C-9ABA1DE8B1B9}">
      <dsp:nvSpPr>
        <dsp:cNvPr id="0" name=""/>
        <dsp:cNvSpPr/>
      </dsp:nvSpPr>
      <dsp:spPr>
        <a:xfrm>
          <a:off x="1314650" y="50748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256)</a:t>
          </a:r>
        </a:p>
      </dsp:txBody>
      <dsp:txXfrm>
        <a:off x="1314650" y="5074829"/>
        <a:ext cx="1314650" cy="462280"/>
      </dsp:txXfrm>
    </dsp:sp>
    <dsp:sp modelId="{8EBCE749-7FFB-4B80-B5DC-1BB47DCE407F}">
      <dsp:nvSpPr>
        <dsp:cNvPr id="0" name=""/>
        <dsp:cNvSpPr/>
      </dsp:nvSpPr>
      <dsp:spPr>
        <a:xfrm rot="10800000">
          <a:off x="0" y="3784258"/>
          <a:ext cx="2629301" cy="1056009"/>
        </a:xfrm>
        <a:prstGeom prst="upArrowCallout">
          <a:avLst/>
        </a:prstGeom>
        <a:solidFill>
          <a:srgbClr val="E6DEE3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/>
            <a:t>Dense (Activation: </a:t>
          </a:r>
          <a:r>
            <a:rPr lang="en-US" sz="1200" kern="1200" dirty="0" err="1"/>
            <a:t>relu</a:t>
          </a:r>
          <a:r>
            <a:rPr lang="en-US" sz="1200" kern="1200" dirty="0"/>
            <a:t>)</a:t>
          </a:r>
        </a:p>
      </dsp:txBody>
      <dsp:txXfrm rot="-10800000">
        <a:off x="0" y="3784258"/>
        <a:ext cx="2629301" cy="370659"/>
      </dsp:txXfrm>
    </dsp:sp>
    <dsp:sp modelId="{760A086D-0E9C-4A50-8C95-7035D3D5E518}">
      <dsp:nvSpPr>
        <dsp:cNvPr id="0" name=""/>
        <dsp:cNvSpPr/>
      </dsp:nvSpPr>
      <dsp:spPr>
        <a:xfrm>
          <a:off x="0" y="4081896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2024)</a:t>
          </a:r>
        </a:p>
      </dsp:txBody>
      <dsp:txXfrm>
        <a:off x="0" y="4081896"/>
        <a:ext cx="1314650" cy="462280"/>
      </dsp:txXfrm>
    </dsp:sp>
    <dsp:sp modelId="{AA56D4DC-6399-4AB7-8D2C-6F38B6EBE105}">
      <dsp:nvSpPr>
        <dsp:cNvPr id="0" name=""/>
        <dsp:cNvSpPr/>
      </dsp:nvSpPr>
      <dsp:spPr>
        <a:xfrm>
          <a:off x="1314650" y="4081896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256)</a:t>
          </a:r>
        </a:p>
      </dsp:txBody>
      <dsp:txXfrm>
        <a:off x="1314650" y="4081896"/>
        <a:ext cx="1314650" cy="462280"/>
      </dsp:txXfrm>
    </dsp:sp>
    <dsp:sp modelId="{4B9BDBDB-DE59-4F98-B719-55C1A3AEA21C}">
      <dsp:nvSpPr>
        <dsp:cNvPr id="0" name=""/>
        <dsp:cNvSpPr/>
      </dsp:nvSpPr>
      <dsp:spPr>
        <a:xfrm rot="10800000">
          <a:off x="0" y="2839324"/>
          <a:ext cx="2629301" cy="960013"/>
        </a:xfrm>
        <a:prstGeom prst="upArrowCallout">
          <a:avLst/>
        </a:prstGeom>
        <a:solidFill>
          <a:srgbClr val="E6DEE3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Dropout(0.4)</a:t>
          </a:r>
        </a:p>
      </dsp:txBody>
      <dsp:txXfrm rot="-10800000">
        <a:off x="0" y="2839324"/>
        <a:ext cx="2629301" cy="336964"/>
      </dsp:txXfrm>
    </dsp:sp>
    <dsp:sp modelId="{7342DC29-7D4D-4449-80FB-F1BAF8C8F8DE}">
      <dsp:nvSpPr>
        <dsp:cNvPr id="0" name=""/>
        <dsp:cNvSpPr/>
      </dsp:nvSpPr>
      <dsp:spPr>
        <a:xfrm>
          <a:off x="0" y="3088963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2024)</a:t>
          </a:r>
        </a:p>
      </dsp:txBody>
      <dsp:txXfrm>
        <a:off x="0" y="3088963"/>
        <a:ext cx="1314650" cy="462280"/>
      </dsp:txXfrm>
    </dsp:sp>
    <dsp:sp modelId="{024A8176-A02D-4A1D-B96D-FE6A436A8CF4}">
      <dsp:nvSpPr>
        <dsp:cNvPr id="0" name=""/>
        <dsp:cNvSpPr/>
      </dsp:nvSpPr>
      <dsp:spPr>
        <a:xfrm>
          <a:off x="1314650" y="3088963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2024)</a:t>
          </a:r>
        </a:p>
      </dsp:txBody>
      <dsp:txXfrm>
        <a:off x="1314650" y="3088963"/>
        <a:ext cx="1314650" cy="462280"/>
      </dsp:txXfrm>
    </dsp:sp>
    <dsp:sp modelId="{8BD40710-EC1B-4756-AF3F-079B500ABEFF}">
      <dsp:nvSpPr>
        <dsp:cNvPr id="0" name=""/>
        <dsp:cNvSpPr/>
      </dsp:nvSpPr>
      <dsp:spPr>
        <a:xfrm rot="10800000">
          <a:off x="0" y="1894390"/>
          <a:ext cx="2629301" cy="960013"/>
        </a:xfrm>
        <a:prstGeom prst="upArrowCallout">
          <a:avLst/>
        </a:prstGeom>
        <a:solidFill>
          <a:srgbClr val="E6DEE3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200" kern="1200" dirty="0"/>
            <a:t>Global AveragePooling2D</a:t>
          </a:r>
        </a:p>
      </dsp:txBody>
      <dsp:txXfrm rot="-10800000">
        <a:off x="0" y="1894390"/>
        <a:ext cx="2629301" cy="336964"/>
      </dsp:txXfrm>
    </dsp:sp>
    <dsp:sp modelId="{108324AE-8A87-4F92-AF48-C51F7603942D}">
      <dsp:nvSpPr>
        <dsp:cNvPr id="0" name=""/>
        <dsp:cNvSpPr/>
      </dsp:nvSpPr>
      <dsp:spPr>
        <a:xfrm>
          <a:off x="0" y="21440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5, 5, 2024)</a:t>
          </a:r>
        </a:p>
      </dsp:txBody>
      <dsp:txXfrm>
        <a:off x="0" y="2144029"/>
        <a:ext cx="1314650" cy="462280"/>
      </dsp:txXfrm>
    </dsp:sp>
    <dsp:sp modelId="{14AF8EE8-7A86-456D-8770-357E18F2F07C}">
      <dsp:nvSpPr>
        <dsp:cNvPr id="0" name=""/>
        <dsp:cNvSpPr/>
      </dsp:nvSpPr>
      <dsp:spPr>
        <a:xfrm>
          <a:off x="1314650" y="2144029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2024)</a:t>
          </a:r>
        </a:p>
      </dsp:txBody>
      <dsp:txXfrm>
        <a:off x="1314650" y="2144029"/>
        <a:ext cx="1314650" cy="462280"/>
      </dsp:txXfrm>
    </dsp:sp>
    <dsp:sp modelId="{1981B64A-A7A4-4662-B7BA-11DDD876690E}">
      <dsp:nvSpPr>
        <dsp:cNvPr id="0" name=""/>
        <dsp:cNvSpPr/>
      </dsp:nvSpPr>
      <dsp:spPr>
        <a:xfrm rot="10800000">
          <a:off x="0" y="949456"/>
          <a:ext cx="2629301" cy="960013"/>
        </a:xfrm>
        <a:prstGeom prst="upArrowCallout">
          <a:avLst/>
        </a:prstGeom>
        <a:solidFill>
          <a:srgbClr val="E6DEE3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InceptionV3</a:t>
          </a:r>
        </a:p>
      </dsp:txBody>
      <dsp:txXfrm rot="-10800000">
        <a:off x="0" y="949456"/>
        <a:ext cx="2629301" cy="336964"/>
      </dsp:txXfrm>
    </dsp:sp>
    <dsp:sp modelId="{99C90F4B-D865-4C9E-8A27-1AE3B7652D44}">
      <dsp:nvSpPr>
        <dsp:cNvPr id="0" name=""/>
        <dsp:cNvSpPr/>
      </dsp:nvSpPr>
      <dsp:spPr>
        <a:xfrm>
          <a:off x="0" y="1199095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Input Shape: (None, 224, 224, 3)</a:t>
          </a:r>
        </a:p>
      </dsp:txBody>
      <dsp:txXfrm>
        <a:off x="0" y="1199095"/>
        <a:ext cx="1314650" cy="462280"/>
      </dsp:txXfrm>
    </dsp:sp>
    <dsp:sp modelId="{CDA58DB2-12A8-4F8D-9E3C-28342C5F14C4}">
      <dsp:nvSpPr>
        <dsp:cNvPr id="0" name=""/>
        <dsp:cNvSpPr/>
      </dsp:nvSpPr>
      <dsp:spPr>
        <a:xfrm>
          <a:off x="1314650" y="1199095"/>
          <a:ext cx="1314650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5, 5, 2024)</a:t>
          </a:r>
        </a:p>
      </dsp:txBody>
      <dsp:txXfrm>
        <a:off x="1314650" y="1199095"/>
        <a:ext cx="1314650" cy="462280"/>
      </dsp:txXfrm>
    </dsp:sp>
    <dsp:sp modelId="{95286426-7F42-4FE7-B6E7-B444E5304F71}">
      <dsp:nvSpPr>
        <dsp:cNvPr id="0" name=""/>
        <dsp:cNvSpPr/>
      </dsp:nvSpPr>
      <dsp:spPr>
        <a:xfrm rot="10800000">
          <a:off x="0" y="0"/>
          <a:ext cx="2629301" cy="960013"/>
        </a:xfrm>
        <a:prstGeom prst="upArrowCallout">
          <a:avLst/>
        </a:prstGeom>
        <a:solidFill>
          <a:srgbClr val="E6DEE3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Layer</a:t>
          </a:r>
        </a:p>
      </dsp:txBody>
      <dsp:txXfrm rot="-10800000">
        <a:off x="0" y="0"/>
        <a:ext cx="2629301" cy="336964"/>
      </dsp:txXfrm>
    </dsp:sp>
    <dsp:sp modelId="{C345F868-F0FA-4F64-9403-E9E355EBC2D2}">
      <dsp:nvSpPr>
        <dsp:cNvPr id="0" name=""/>
        <dsp:cNvSpPr/>
      </dsp:nvSpPr>
      <dsp:spPr>
        <a:xfrm>
          <a:off x="0" y="254161"/>
          <a:ext cx="2629301" cy="4622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13970" rIns="78232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Output Shape: (None, 224,224,3)</a:t>
          </a:r>
        </a:p>
      </dsp:txBody>
      <dsp:txXfrm>
        <a:off x="0" y="254161"/>
        <a:ext cx="2629301" cy="462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F459C-32CF-4200-B6D0-AA019D216B16}">
      <dsp:nvSpPr>
        <dsp:cNvPr id="0" name=""/>
        <dsp:cNvSpPr/>
      </dsp:nvSpPr>
      <dsp:spPr>
        <a:xfrm>
          <a:off x="0" y="5822999"/>
          <a:ext cx="3935589" cy="520756"/>
        </a:xfrm>
        <a:prstGeom prst="rec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Dense (Activation: </a:t>
          </a:r>
          <a:r>
            <a:rPr lang="en-US" sz="1400" kern="1200" dirty="0" err="1"/>
            <a:t>softmax</a:t>
          </a:r>
          <a:r>
            <a:rPr lang="en-US" sz="1400" kern="1200" dirty="0"/>
            <a:t>)</a:t>
          </a:r>
        </a:p>
      </dsp:txBody>
      <dsp:txXfrm>
        <a:off x="0" y="5822999"/>
        <a:ext cx="3935589" cy="281208"/>
      </dsp:txXfrm>
    </dsp:sp>
    <dsp:sp modelId="{BE8C424B-FE04-4B52-87A0-B10C59A3C1AC}">
      <dsp:nvSpPr>
        <dsp:cNvPr id="0" name=""/>
        <dsp:cNvSpPr/>
      </dsp:nvSpPr>
      <dsp:spPr>
        <a:xfrm>
          <a:off x="0" y="6161716"/>
          <a:ext cx="1967794" cy="35072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shape: (None, 128)</a:t>
          </a:r>
        </a:p>
      </dsp:txBody>
      <dsp:txXfrm>
        <a:off x="0" y="6161716"/>
        <a:ext cx="1967794" cy="350723"/>
      </dsp:txXfrm>
    </dsp:sp>
    <dsp:sp modelId="{B673B823-2818-4FAC-8329-B507B0BD467E}">
      <dsp:nvSpPr>
        <dsp:cNvPr id="0" name=""/>
        <dsp:cNvSpPr/>
      </dsp:nvSpPr>
      <dsp:spPr>
        <a:xfrm>
          <a:off x="1967794" y="6161716"/>
          <a:ext cx="1967794" cy="350723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 shape: (None, 8)</a:t>
          </a:r>
        </a:p>
      </dsp:txBody>
      <dsp:txXfrm>
        <a:off x="1967794" y="6161716"/>
        <a:ext cx="1967794" cy="350723"/>
      </dsp:txXfrm>
    </dsp:sp>
    <dsp:sp modelId="{DF3C1F71-8F54-4C96-8D23-185F4D9C2507}">
      <dsp:nvSpPr>
        <dsp:cNvPr id="0" name=""/>
        <dsp:cNvSpPr/>
      </dsp:nvSpPr>
      <dsp:spPr>
        <a:xfrm rot="10800000">
          <a:off x="0" y="4869094"/>
          <a:ext cx="3935589" cy="969127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Dropout(0.25)</a:t>
          </a:r>
        </a:p>
      </dsp:txBody>
      <dsp:txXfrm rot="-10800000">
        <a:off x="0" y="4869094"/>
        <a:ext cx="3935589" cy="340163"/>
      </dsp:txXfrm>
    </dsp:sp>
    <dsp:sp modelId="{C3C86291-D5C2-49D0-8D20-81EC951ED21B}">
      <dsp:nvSpPr>
        <dsp:cNvPr id="0" name=""/>
        <dsp:cNvSpPr/>
      </dsp:nvSpPr>
      <dsp:spPr>
        <a:xfrm>
          <a:off x="0" y="5179129"/>
          <a:ext cx="1967794" cy="350618"/>
        </a:xfrm>
        <a:prstGeom prst="rect">
          <a:avLst/>
        </a:prstGeom>
        <a:solidFill>
          <a:schemeClr val="bg1"/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shape: (None, 128)</a:t>
          </a:r>
        </a:p>
      </dsp:txBody>
      <dsp:txXfrm>
        <a:off x="0" y="5179129"/>
        <a:ext cx="1967794" cy="350618"/>
      </dsp:txXfrm>
    </dsp:sp>
    <dsp:sp modelId="{56CE86E0-4C01-4701-9B7C-9ABA1DE8B1B9}">
      <dsp:nvSpPr>
        <dsp:cNvPr id="0" name=""/>
        <dsp:cNvSpPr/>
      </dsp:nvSpPr>
      <dsp:spPr>
        <a:xfrm>
          <a:off x="1967794" y="5179129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 shape: (None, 128)</a:t>
          </a:r>
        </a:p>
      </dsp:txBody>
      <dsp:txXfrm>
        <a:off x="1967794" y="5179129"/>
        <a:ext cx="1967794" cy="350618"/>
      </dsp:txXfrm>
    </dsp:sp>
    <dsp:sp modelId="{8EBCE749-7FFB-4B80-B5DC-1BB47DCE407F}">
      <dsp:nvSpPr>
        <dsp:cNvPr id="0" name=""/>
        <dsp:cNvSpPr/>
      </dsp:nvSpPr>
      <dsp:spPr>
        <a:xfrm rot="10800000">
          <a:off x="0" y="3818280"/>
          <a:ext cx="3935589" cy="1066035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Dense (Activation: </a:t>
          </a:r>
          <a:r>
            <a:rPr lang="en-US" sz="1400" kern="1200" dirty="0" err="1"/>
            <a:t>relu</a:t>
          </a:r>
          <a:r>
            <a:rPr lang="en-US" sz="1400" kern="1200" dirty="0"/>
            <a:t>)</a:t>
          </a:r>
        </a:p>
      </dsp:txBody>
      <dsp:txXfrm rot="-10800000">
        <a:off x="0" y="3818280"/>
        <a:ext cx="3935589" cy="374178"/>
      </dsp:txXfrm>
    </dsp:sp>
    <dsp:sp modelId="{760A086D-0E9C-4A50-8C95-7035D3D5E518}">
      <dsp:nvSpPr>
        <dsp:cNvPr id="0" name=""/>
        <dsp:cNvSpPr/>
      </dsp:nvSpPr>
      <dsp:spPr>
        <a:xfrm>
          <a:off x="0" y="4176769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shape: (None, 2024)</a:t>
          </a:r>
        </a:p>
      </dsp:txBody>
      <dsp:txXfrm>
        <a:off x="0" y="4176769"/>
        <a:ext cx="1967794" cy="350618"/>
      </dsp:txXfrm>
    </dsp:sp>
    <dsp:sp modelId="{AA56D4DC-6399-4AB7-8D2C-6F38B6EBE105}">
      <dsp:nvSpPr>
        <dsp:cNvPr id="0" name=""/>
        <dsp:cNvSpPr/>
      </dsp:nvSpPr>
      <dsp:spPr>
        <a:xfrm>
          <a:off x="1967794" y="4176769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 shape: (None, 128)</a:t>
          </a:r>
        </a:p>
      </dsp:txBody>
      <dsp:txXfrm>
        <a:off x="1967794" y="4176769"/>
        <a:ext cx="1967794" cy="350618"/>
      </dsp:txXfrm>
    </dsp:sp>
    <dsp:sp modelId="{4B9BDBDB-DE59-4F98-B719-55C1A3AEA21C}">
      <dsp:nvSpPr>
        <dsp:cNvPr id="0" name=""/>
        <dsp:cNvSpPr/>
      </dsp:nvSpPr>
      <dsp:spPr>
        <a:xfrm rot="10800000">
          <a:off x="0" y="2864375"/>
          <a:ext cx="3935589" cy="969127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Dropout(0.3)</a:t>
          </a:r>
        </a:p>
      </dsp:txBody>
      <dsp:txXfrm rot="-10800000">
        <a:off x="0" y="2864375"/>
        <a:ext cx="3935589" cy="340163"/>
      </dsp:txXfrm>
    </dsp:sp>
    <dsp:sp modelId="{7342DC29-7D4D-4449-80FB-F1BAF8C8F8DE}">
      <dsp:nvSpPr>
        <dsp:cNvPr id="0" name=""/>
        <dsp:cNvSpPr/>
      </dsp:nvSpPr>
      <dsp:spPr>
        <a:xfrm>
          <a:off x="0" y="3174410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Input shape: (None, 2024)</a:t>
          </a:r>
          <a:endParaRPr lang="en-US" sz="1200" kern="1200" dirty="0"/>
        </a:p>
      </dsp:txBody>
      <dsp:txXfrm>
        <a:off x="0" y="3174410"/>
        <a:ext cx="1967794" cy="350618"/>
      </dsp:txXfrm>
    </dsp:sp>
    <dsp:sp modelId="{024A8176-A02D-4A1D-B96D-FE6A436A8CF4}">
      <dsp:nvSpPr>
        <dsp:cNvPr id="0" name=""/>
        <dsp:cNvSpPr/>
      </dsp:nvSpPr>
      <dsp:spPr>
        <a:xfrm>
          <a:off x="1967794" y="3174410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 shape: (None, 2048)</a:t>
          </a:r>
        </a:p>
      </dsp:txBody>
      <dsp:txXfrm>
        <a:off x="1967794" y="3174410"/>
        <a:ext cx="1967794" cy="350618"/>
      </dsp:txXfrm>
    </dsp:sp>
    <dsp:sp modelId="{8BD40710-EC1B-4756-AF3F-079B500ABEFF}">
      <dsp:nvSpPr>
        <dsp:cNvPr id="0" name=""/>
        <dsp:cNvSpPr/>
      </dsp:nvSpPr>
      <dsp:spPr>
        <a:xfrm rot="10800000">
          <a:off x="0" y="1910470"/>
          <a:ext cx="3935589" cy="969127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400" kern="1200" dirty="0"/>
            <a:t>Flatten</a:t>
          </a:r>
        </a:p>
      </dsp:txBody>
      <dsp:txXfrm rot="-10800000">
        <a:off x="0" y="1910470"/>
        <a:ext cx="3935589" cy="340163"/>
      </dsp:txXfrm>
    </dsp:sp>
    <dsp:sp modelId="{108324AE-8A87-4F92-AF48-C51F7603942D}">
      <dsp:nvSpPr>
        <dsp:cNvPr id="0" name=""/>
        <dsp:cNvSpPr/>
      </dsp:nvSpPr>
      <dsp:spPr>
        <a:xfrm>
          <a:off x="0" y="2220505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shape: (None, 2024)</a:t>
          </a:r>
        </a:p>
      </dsp:txBody>
      <dsp:txXfrm>
        <a:off x="0" y="2220505"/>
        <a:ext cx="1967794" cy="350618"/>
      </dsp:txXfrm>
    </dsp:sp>
    <dsp:sp modelId="{14AF8EE8-7A86-456D-8770-357E18F2F07C}">
      <dsp:nvSpPr>
        <dsp:cNvPr id="0" name=""/>
        <dsp:cNvSpPr/>
      </dsp:nvSpPr>
      <dsp:spPr>
        <a:xfrm>
          <a:off x="1967794" y="2220505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 shape: (None, 2048)</a:t>
          </a:r>
        </a:p>
      </dsp:txBody>
      <dsp:txXfrm>
        <a:off x="1967794" y="2220505"/>
        <a:ext cx="1967794" cy="350618"/>
      </dsp:txXfrm>
    </dsp:sp>
    <dsp:sp modelId="{1981B64A-A7A4-4662-B7BA-11DDD876690E}">
      <dsp:nvSpPr>
        <dsp:cNvPr id="0" name=""/>
        <dsp:cNvSpPr/>
      </dsp:nvSpPr>
      <dsp:spPr>
        <a:xfrm rot="10800000">
          <a:off x="0" y="956565"/>
          <a:ext cx="3935589" cy="969127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Xception</a:t>
          </a:r>
          <a:endParaRPr lang="en-US" sz="1400" kern="1200" dirty="0"/>
        </a:p>
      </dsp:txBody>
      <dsp:txXfrm rot="-10800000">
        <a:off x="0" y="956565"/>
        <a:ext cx="3935589" cy="340163"/>
      </dsp:txXfrm>
    </dsp:sp>
    <dsp:sp modelId="{99C90F4B-D865-4C9E-8A27-1AE3B7652D44}">
      <dsp:nvSpPr>
        <dsp:cNvPr id="0" name=""/>
        <dsp:cNvSpPr/>
      </dsp:nvSpPr>
      <dsp:spPr>
        <a:xfrm>
          <a:off x="0" y="1266600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Input Shape: (None, 224,224,3)</a:t>
          </a:r>
        </a:p>
      </dsp:txBody>
      <dsp:txXfrm>
        <a:off x="0" y="1266600"/>
        <a:ext cx="1967794" cy="350618"/>
      </dsp:txXfrm>
    </dsp:sp>
    <dsp:sp modelId="{CDA58DB2-12A8-4F8D-9E3C-28342C5F14C4}">
      <dsp:nvSpPr>
        <dsp:cNvPr id="0" name=""/>
        <dsp:cNvSpPr/>
      </dsp:nvSpPr>
      <dsp:spPr>
        <a:xfrm>
          <a:off x="1967794" y="1266600"/>
          <a:ext cx="1967794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 Shape: (None, 2048)</a:t>
          </a:r>
        </a:p>
      </dsp:txBody>
      <dsp:txXfrm>
        <a:off x="1967794" y="1266600"/>
        <a:ext cx="1967794" cy="350618"/>
      </dsp:txXfrm>
    </dsp:sp>
    <dsp:sp modelId="{95286426-7F42-4FE7-B6E7-B444E5304F71}">
      <dsp:nvSpPr>
        <dsp:cNvPr id="0" name=""/>
        <dsp:cNvSpPr/>
      </dsp:nvSpPr>
      <dsp:spPr>
        <a:xfrm rot="10800000">
          <a:off x="0" y="1942"/>
          <a:ext cx="3935589" cy="969127"/>
        </a:xfrm>
        <a:prstGeom prst="upArrowCallout">
          <a:avLst/>
        </a:prstGeom>
        <a:solidFill>
          <a:schemeClr val="accent5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Input Layer</a:t>
          </a:r>
        </a:p>
      </dsp:txBody>
      <dsp:txXfrm rot="-10800000">
        <a:off x="0" y="1942"/>
        <a:ext cx="3935589" cy="340163"/>
      </dsp:txXfrm>
    </dsp:sp>
    <dsp:sp modelId="{C345F868-F0FA-4F64-9403-E9E355EBC2D2}">
      <dsp:nvSpPr>
        <dsp:cNvPr id="0" name=""/>
        <dsp:cNvSpPr/>
      </dsp:nvSpPr>
      <dsp:spPr>
        <a:xfrm>
          <a:off x="0" y="312695"/>
          <a:ext cx="3935589" cy="350618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Output Shape: (None, 224,224,3)</a:t>
          </a:r>
        </a:p>
      </dsp:txBody>
      <dsp:txXfrm>
        <a:off x="0" y="312695"/>
        <a:ext cx="3935589" cy="3506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96E6B-225B-445F-9E20-FB0DB49FD61B}">
      <dsp:nvSpPr>
        <dsp:cNvPr id="0" name=""/>
        <dsp:cNvSpPr/>
      </dsp:nvSpPr>
      <dsp:spPr>
        <a:xfrm>
          <a:off x="0" y="80835"/>
          <a:ext cx="2297896" cy="643451"/>
        </a:xfrm>
        <a:prstGeom prst="rect">
          <a:avLst/>
        </a:prstGeom>
        <a:solidFill>
          <a:srgbClr val="29B95C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Input Layer</a:t>
          </a:r>
        </a:p>
      </dsp:txBody>
      <dsp:txXfrm>
        <a:off x="0" y="80835"/>
        <a:ext cx="2297896" cy="347463"/>
      </dsp:txXfrm>
    </dsp:sp>
    <dsp:sp modelId="{AE58F448-B55F-421A-A853-EE162D92F4D6}">
      <dsp:nvSpPr>
        <dsp:cNvPr id="0" name=""/>
        <dsp:cNvSpPr/>
      </dsp:nvSpPr>
      <dsp:spPr>
        <a:xfrm>
          <a:off x="0" y="451524"/>
          <a:ext cx="2305389" cy="476684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600" kern="1200" dirty="0"/>
            <a:t>Output Shape: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(None, 224,224,3)</a:t>
          </a:r>
        </a:p>
      </dsp:txBody>
      <dsp:txXfrm>
        <a:off x="0" y="451524"/>
        <a:ext cx="2305389" cy="47668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4C5D1-2B62-4853-95AE-ECE999A53832}">
      <dsp:nvSpPr>
        <dsp:cNvPr id="0" name=""/>
        <dsp:cNvSpPr/>
      </dsp:nvSpPr>
      <dsp:spPr>
        <a:xfrm>
          <a:off x="0" y="243600"/>
          <a:ext cx="2858912" cy="572330"/>
        </a:xfrm>
        <a:prstGeom prst="rect">
          <a:avLst/>
        </a:prstGeom>
        <a:solidFill>
          <a:schemeClr val="accent6">
            <a:lumMod val="40000"/>
            <a:lumOff val="6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InceptionV3</a:t>
          </a:r>
        </a:p>
      </dsp:txBody>
      <dsp:txXfrm>
        <a:off x="0" y="243600"/>
        <a:ext cx="2858912" cy="309058"/>
      </dsp:txXfrm>
    </dsp:sp>
    <dsp:sp modelId="{2EC10413-DBD4-4F37-9A91-0D9624EA8B49}">
      <dsp:nvSpPr>
        <dsp:cNvPr id="0" name=""/>
        <dsp:cNvSpPr/>
      </dsp:nvSpPr>
      <dsp:spPr>
        <a:xfrm>
          <a:off x="187" y="559454"/>
          <a:ext cx="1594178" cy="68284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Input Shape: (None, 224,224,3)</a:t>
          </a:r>
        </a:p>
      </dsp:txBody>
      <dsp:txXfrm>
        <a:off x="187" y="559454"/>
        <a:ext cx="1594178" cy="682847"/>
      </dsp:txXfrm>
    </dsp:sp>
    <dsp:sp modelId="{7A2CBFA5-EA1C-4B41-BE06-F67FD0166C0F}">
      <dsp:nvSpPr>
        <dsp:cNvPr id="0" name=""/>
        <dsp:cNvSpPr/>
      </dsp:nvSpPr>
      <dsp:spPr>
        <a:xfrm>
          <a:off x="1594553" y="559454"/>
          <a:ext cx="1264358" cy="68284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500" kern="1200" dirty="0"/>
            <a:t>Output shape: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(None, 2048)</a:t>
          </a:r>
        </a:p>
      </dsp:txBody>
      <dsp:txXfrm>
        <a:off x="1594553" y="559454"/>
        <a:ext cx="1264358" cy="6828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4C5D1-2B62-4853-95AE-ECE999A53832}">
      <dsp:nvSpPr>
        <dsp:cNvPr id="0" name=""/>
        <dsp:cNvSpPr/>
      </dsp:nvSpPr>
      <dsp:spPr>
        <a:xfrm>
          <a:off x="0" y="218271"/>
          <a:ext cx="2800487" cy="599291"/>
        </a:xfrm>
        <a:prstGeom prst="rect">
          <a:avLst/>
        </a:prstGeom>
        <a:solidFill>
          <a:srgbClr val="D6C8D3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DenseNet121</a:t>
          </a:r>
        </a:p>
      </dsp:txBody>
      <dsp:txXfrm>
        <a:off x="0" y="218271"/>
        <a:ext cx="2800487" cy="323617"/>
      </dsp:txXfrm>
    </dsp:sp>
    <dsp:sp modelId="{2EC10413-DBD4-4F37-9A91-0D9624EA8B49}">
      <dsp:nvSpPr>
        <dsp:cNvPr id="0" name=""/>
        <dsp:cNvSpPr/>
      </dsp:nvSpPr>
      <dsp:spPr>
        <a:xfrm>
          <a:off x="258" y="546178"/>
          <a:ext cx="1520487" cy="65002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500" kern="1200" dirty="0"/>
            <a:t>Input Shape: 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500" kern="1200" dirty="0"/>
            <a:t>(None, 224,224,3)</a:t>
          </a:r>
        </a:p>
      </dsp:txBody>
      <dsp:txXfrm>
        <a:off x="258" y="546178"/>
        <a:ext cx="1520487" cy="650021"/>
      </dsp:txXfrm>
    </dsp:sp>
    <dsp:sp modelId="{7A2CBFA5-EA1C-4B41-BE06-F67FD0166C0F}">
      <dsp:nvSpPr>
        <dsp:cNvPr id="0" name=""/>
        <dsp:cNvSpPr/>
      </dsp:nvSpPr>
      <dsp:spPr>
        <a:xfrm>
          <a:off x="1520745" y="546178"/>
          <a:ext cx="1279483" cy="650021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Output shape: (None, 1024)</a:t>
          </a:r>
        </a:p>
      </dsp:txBody>
      <dsp:txXfrm>
        <a:off x="1520745" y="546178"/>
        <a:ext cx="1279483" cy="65002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14C5D1-2B62-4853-95AE-ECE999A53832}">
      <dsp:nvSpPr>
        <dsp:cNvPr id="0" name=""/>
        <dsp:cNvSpPr/>
      </dsp:nvSpPr>
      <dsp:spPr>
        <a:xfrm>
          <a:off x="0" y="204334"/>
          <a:ext cx="2726555" cy="590582"/>
        </a:xfrm>
        <a:prstGeom prst="rect">
          <a:avLst/>
        </a:prstGeom>
        <a:solidFill>
          <a:srgbClr val="C2B38C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Xception</a:t>
          </a:r>
          <a:endParaRPr lang="en-US" sz="1600" kern="1200" dirty="0"/>
        </a:p>
      </dsp:txBody>
      <dsp:txXfrm>
        <a:off x="0" y="204334"/>
        <a:ext cx="2726555" cy="318914"/>
      </dsp:txXfrm>
    </dsp:sp>
    <dsp:sp modelId="{2EC10413-DBD4-4F37-9A91-0D9624EA8B49}">
      <dsp:nvSpPr>
        <dsp:cNvPr id="0" name=""/>
        <dsp:cNvSpPr/>
      </dsp:nvSpPr>
      <dsp:spPr>
        <a:xfrm>
          <a:off x="588" y="526650"/>
          <a:ext cx="1467274" cy="62156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Input Shape: (None, 224,224,3)</a:t>
          </a:r>
        </a:p>
      </dsp:txBody>
      <dsp:txXfrm>
        <a:off x="588" y="526650"/>
        <a:ext cx="1467274" cy="621566"/>
      </dsp:txXfrm>
    </dsp:sp>
    <dsp:sp modelId="{7A2CBFA5-EA1C-4B41-BE06-F67FD0166C0F}">
      <dsp:nvSpPr>
        <dsp:cNvPr id="0" name=""/>
        <dsp:cNvSpPr/>
      </dsp:nvSpPr>
      <dsp:spPr>
        <a:xfrm>
          <a:off x="1467863" y="526650"/>
          <a:ext cx="1258102" cy="621566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Output shape: (None, 2048)</a:t>
          </a:r>
        </a:p>
      </dsp:txBody>
      <dsp:txXfrm>
        <a:off x="1467863" y="526650"/>
        <a:ext cx="1258102" cy="6215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096E6B-225B-445F-9E20-FB0DB49FD61B}">
      <dsp:nvSpPr>
        <dsp:cNvPr id="0" name=""/>
        <dsp:cNvSpPr/>
      </dsp:nvSpPr>
      <dsp:spPr>
        <a:xfrm>
          <a:off x="0" y="105388"/>
          <a:ext cx="6174586" cy="623133"/>
        </a:xfrm>
        <a:prstGeom prst="rect">
          <a:avLst/>
        </a:prstGeom>
        <a:solidFill>
          <a:srgbClr val="7FC7CF"/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Concatenate</a:t>
          </a:r>
        </a:p>
      </dsp:txBody>
      <dsp:txXfrm>
        <a:off x="0" y="105388"/>
        <a:ext cx="6174586" cy="336492"/>
      </dsp:txXfrm>
    </dsp:sp>
    <dsp:sp modelId="{32012FE4-0EC1-4D16-B0EC-BD7B32095DC2}">
      <dsp:nvSpPr>
        <dsp:cNvPr id="0" name=""/>
        <dsp:cNvSpPr/>
      </dsp:nvSpPr>
      <dsp:spPr>
        <a:xfrm>
          <a:off x="0" y="465416"/>
          <a:ext cx="3087293" cy="50779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Input Shape: [(None, 2048), (None, 1024), (None, 2048)]</a:t>
          </a:r>
        </a:p>
      </dsp:txBody>
      <dsp:txXfrm>
        <a:off x="0" y="465416"/>
        <a:ext cx="3087293" cy="507797"/>
      </dsp:txXfrm>
    </dsp:sp>
    <dsp:sp modelId="{AE58F448-B55F-421A-A853-EE162D92F4D6}">
      <dsp:nvSpPr>
        <dsp:cNvPr id="0" name=""/>
        <dsp:cNvSpPr/>
      </dsp:nvSpPr>
      <dsp:spPr>
        <a:xfrm>
          <a:off x="3087293" y="465416"/>
          <a:ext cx="3087293" cy="507797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9050" rIns="10668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Output Shape: (None, 5120)</a:t>
          </a:r>
        </a:p>
      </dsp:txBody>
      <dsp:txXfrm>
        <a:off x="3087293" y="465416"/>
        <a:ext cx="3087293" cy="5077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722B-45C2-995E-18CF-2F6F33C67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50ACAB-7FED-5279-A879-0715E67CE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03B67-3724-AFD0-A718-D5595FCC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6D2C0-C53F-E751-B440-6530F09BA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6E7EA-8DEA-3F8D-19E9-13550CA70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22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521D9-5B0F-24B2-0E2D-44E19490D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FC7BE-50E3-0F3B-A525-5609A2E50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56F1E-9AE1-7EB8-5CE7-CF4A38FDC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A5156-9D9E-7F89-BC7B-4A3FA3F35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F5FB7-E6D8-9B61-3416-DEACEE8A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03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E58D6-6C10-3E4E-6AC4-1EA79172A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FB6C2-61B3-5BC1-A6BB-A6489A943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D36A9-4192-4E14-48B5-84D8F5C94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56255-C4E0-6735-5F1A-EB51FFEB2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9B09A-4F2A-7AD6-0FA6-31580B9B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403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D4B12-AB1C-265B-007D-162A8BD5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D0906-3B9C-7EBB-57EB-61A96DFD98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095DE-CE66-9B78-FC19-951629394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5BFC2-A5D8-5027-6FD5-15EF1B5B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18509-2EB2-C462-4BB8-9BE66E47A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EC276-0887-DAEE-0A60-7B122F98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5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DC687-4CC8-D8ED-F20E-A4E2C8F7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A96AF-C216-E180-B998-39437CF66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3B0C4-AE40-B4BC-41E6-B582BA076E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5F19D2-50B3-C5C2-48E9-BB39CBB156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B37D9D-6E0F-BE11-AD38-515E7369C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4E906B-5827-3337-674E-24E9C0C3E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B8368F-A8D6-AD69-D145-DE6CE295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00A003-3E80-6F90-38F2-A38155B1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31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1C1D-6FD1-BED2-8A1A-FB05A1EF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1679F4-A606-7039-49F8-58945A65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4C795-2545-5B82-18DD-D1E8F590B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CFAADA-7EFA-3705-DC79-607F2468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33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C04AC-59A1-CF63-45C4-DC5090FE6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6D035F-6081-F24A-19AE-7B70FBB2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35E033-DB63-698D-E799-E77EEAA59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772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75A5-C327-2F18-70CF-838B2A52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CB710-1696-85BB-A164-60EEB5214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7C2C5-D9E6-D665-D236-C08B6F47C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7B87E-E9C2-7DF8-E440-6495B1A0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B50A8-7D74-D7E3-5F93-0A6B79C68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F5410-801D-DE8E-F551-09959C4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62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C52CC-5D0F-652F-56D5-C1A8DCC9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A23BA-0255-5D8C-93A6-A9DD09DE22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699F78-D7A1-DD1F-9833-06D825006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9EB95-B9BB-8014-E0C6-06E846555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71489-9A31-C112-1227-D1BBB388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2BE6C-0B4D-9B6B-E1DA-C38F487D4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13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EB304-7EC8-A798-A0F7-EA7CFF9EC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C2540-34A6-1926-C0EF-B10BF0190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D4D7C-0464-ACDB-B8B3-C17A182EA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4FB13-3867-FA09-7AF2-2D146F94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8C738-9829-C8B5-7FFF-65420F2B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12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2B05E3-5021-F59F-3711-808BC50E1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0F877-D9FC-F7EE-A7E6-A5DC42C11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F5F17-77EE-727E-37F8-EB058F02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5E238-DCDC-6F1C-7316-C9617174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4D8D3-E732-D3FD-F1BB-EE8D0911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4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DFC18-9607-329C-F4F7-D070FF9D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B5173-9EF2-4F99-4E61-DC06278E4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47D79D-499E-5433-A244-94D2A233AD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C9C28-8D60-499A-AB57-5A18E904FBF6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E17DB-5E22-5223-7405-57D94AD4DF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AF37D-539E-C01D-B550-22943D176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83D03-4C99-4866-9D70-6B8FF2C5FA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370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13" Type="http://schemas.openxmlformats.org/officeDocument/2006/relationships/diagramLayout" Target="../diagrams/layout7.xml"/><Relationship Id="rId18" Type="http://schemas.openxmlformats.org/officeDocument/2006/relationships/diagramLayout" Target="../diagrams/layout8.xml"/><Relationship Id="rId26" Type="http://schemas.microsoft.com/office/2007/relationships/diagramDrawing" Target="../diagrams/drawing9.xml"/><Relationship Id="rId3" Type="http://schemas.openxmlformats.org/officeDocument/2006/relationships/diagramLayout" Target="../diagrams/layout5.xml"/><Relationship Id="rId21" Type="http://schemas.microsoft.com/office/2007/relationships/diagramDrawing" Target="../diagrams/drawing8.xml"/><Relationship Id="rId7" Type="http://schemas.openxmlformats.org/officeDocument/2006/relationships/diagramData" Target="../diagrams/data6.xml"/><Relationship Id="rId12" Type="http://schemas.openxmlformats.org/officeDocument/2006/relationships/diagramData" Target="../diagrams/data7.xml"/><Relationship Id="rId17" Type="http://schemas.openxmlformats.org/officeDocument/2006/relationships/diagramData" Target="../diagrams/data8.xml"/><Relationship Id="rId25" Type="http://schemas.openxmlformats.org/officeDocument/2006/relationships/diagramColors" Target="../diagrams/colors9.xml"/><Relationship Id="rId2" Type="http://schemas.openxmlformats.org/officeDocument/2006/relationships/diagramData" Target="../diagrams/data5.xml"/><Relationship Id="rId16" Type="http://schemas.microsoft.com/office/2007/relationships/diagramDrawing" Target="../diagrams/drawing7.xml"/><Relationship Id="rId20" Type="http://schemas.openxmlformats.org/officeDocument/2006/relationships/diagramColors" Target="../diagrams/colors8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24" Type="http://schemas.openxmlformats.org/officeDocument/2006/relationships/diagramQuickStyle" Target="../diagrams/quickStyle9.xml"/><Relationship Id="rId5" Type="http://schemas.openxmlformats.org/officeDocument/2006/relationships/diagramColors" Target="../diagrams/colors5.xml"/><Relationship Id="rId15" Type="http://schemas.openxmlformats.org/officeDocument/2006/relationships/diagramColors" Target="../diagrams/colors7.xml"/><Relationship Id="rId23" Type="http://schemas.openxmlformats.org/officeDocument/2006/relationships/diagramLayout" Target="../diagrams/layout9.xml"/><Relationship Id="rId10" Type="http://schemas.openxmlformats.org/officeDocument/2006/relationships/diagramColors" Target="../diagrams/colors6.xml"/><Relationship Id="rId19" Type="http://schemas.openxmlformats.org/officeDocument/2006/relationships/diagramQuickStyle" Target="../diagrams/quickStyle8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Relationship Id="rId14" Type="http://schemas.openxmlformats.org/officeDocument/2006/relationships/diagramQuickStyle" Target="../diagrams/quickStyle7.xml"/><Relationship Id="rId22" Type="http://schemas.openxmlformats.org/officeDocument/2006/relationships/diagramData" Target="../diagrams/data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99C3D9F-C59F-78B4-D2A1-1F5E4B5F3DD1}"/>
              </a:ext>
            </a:extLst>
          </p:cNvPr>
          <p:cNvGrpSpPr/>
          <p:nvPr/>
        </p:nvGrpSpPr>
        <p:grpSpPr>
          <a:xfrm>
            <a:off x="1550812" y="114300"/>
            <a:ext cx="8099203" cy="6853654"/>
            <a:chOff x="1550812" y="114300"/>
            <a:chExt cx="8099203" cy="6853654"/>
          </a:xfrm>
        </p:grpSpPr>
        <p:graphicFrame>
          <p:nvGraphicFramePr>
            <p:cNvPr id="11" name="Diagram 10">
              <a:extLst>
                <a:ext uri="{FF2B5EF4-FFF2-40B4-BE49-F238E27FC236}">
                  <a16:creationId xmlns:a16="http://schemas.microsoft.com/office/drawing/2014/main" id="{038BA301-11C5-13B5-CB6F-91723A8DE28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16644199"/>
                </p:ext>
              </p:extLst>
            </p:nvPr>
          </p:nvGraphicFramePr>
          <p:xfrm>
            <a:off x="1550812" y="114300"/>
            <a:ext cx="2629301" cy="65151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12" name="Diagram 11">
              <a:extLst>
                <a:ext uri="{FF2B5EF4-FFF2-40B4-BE49-F238E27FC236}">
                  <a16:creationId xmlns:a16="http://schemas.microsoft.com/office/drawing/2014/main" id="{2236F450-FBD1-1D91-604B-404C679E26C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33410704"/>
                </p:ext>
              </p:extLst>
            </p:nvPr>
          </p:nvGraphicFramePr>
          <p:xfrm>
            <a:off x="4285763" y="114300"/>
            <a:ext cx="2629301" cy="65151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13" name="Diagram 12">
              <a:extLst>
                <a:ext uri="{FF2B5EF4-FFF2-40B4-BE49-F238E27FC236}">
                  <a16:creationId xmlns:a16="http://schemas.microsoft.com/office/drawing/2014/main" id="{E76F75B5-8196-C89B-6EB8-164122F37A6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14794279"/>
                </p:ext>
              </p:extLst>
            </p:nvPr>
          </p:nvGraphicFramePr>
          <p:xfrm>
            <a:off x="7020714" y="114300"/>
            <a:ext cx="2629301" cy="651510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7F2EB59-28A7-22AE-38D0-FA8318C5AA90}"/>
                </a:ext>
              </a:extLst>
            </p:cNvPr>
            <p:cNvSpPr txBox="1"/>
            <p:nvPr/>
          </p:nvSpPr>
          <p:spPr>
            <a:xfrm>
              <a:off x="2698744" y="6629400"/>
              <a:ext cx="69119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(a)                                                       (b)                                                      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5573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EC7BF1AD-9CC0-004D-46FC-6F8C083AB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2274549"/>
              </p:ext>
            </p:extLst>
          </p:nvPr>
        </p:nvGraphicFramePr>
        <p:xfrm>
          <a:off x="50622" y="114300"/>
          <a:ext cx="3935589" cy="6515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219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453CCD4B-0215-EFC3-037E-31DFABEE39AC}"/>
              </a:ext>
            </a:extLst>
          </p:cNvPr>
          <p:cNvGrpSpPr/>
          <p:nvPr/>
        </p:nvGrpSpPr>
        <p:grpSpPr>
          <a:xfrm>
            <a:off x="1579740" y="433286"/>
            <a:ext cx="8460610" cy="3943533"/>
            <a:chOff x="1579740" y="433286"/>
            <a:chExt cx="8460610" cy="3943533"/>
          </a:xfrm>
        </p:grpSpPr>
        <p:graphicFrame>
          <p:nvGraphicFramePr>
            <p:cNvPr id="3" name="Diagram 2">
              <a:extLst>
                <a:ext uri="{FF2B5EF4-FFF2-40B4-BE49-F238E27FC236}">
                  <a16:creationId xmlns:a16="http://schemas.microsoft.com/office/drawing/2014/main" id="{EC4BC6BC-6690-3A2E-B323-1C081FF0DF7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82710080"/>
                </p:ext>
              </p:extLst>
            </p:nvPr>
          </p:nvGraphicFramePr>
          <p:xfrm>
            <a:off x="4738347" y="433286"/>
            <a:ext cx="2305389" cy="103728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4" name="Diagram 3">
              <a:extLst>
                <a:ext uri="{FF2B5EF4-FFF2-40B4-BE49-F238E27FC236}">
                  <a16:creationId xmlns:a16="http://schemas.microsoft.com/office/drawing/2014/main" id="{AEA14122-599D-FD90-D6C7-28337793DA3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58946114"/>
                </p:ext>
              </p:extLst>
            </p:nvPr>
          </p:nvGraphicFramePr>
          <p:xfrm>
            <a:off x="1579740" y="1528761"/>
            <a:ext cx="2858912" cy="148590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1808AA02-4BF5-B85F-4E1A-A2ACA337379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089694510"/>
                </p:ext>
              </p:extLst>
            </p:nvPr>
          </p:nvGraphicFramePr>
          <p:xfrm>
            <a:off x="4468992" y="1557335"/>
            <a:ext cx="2800488" cy="141447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  <p:graphicFrame>
          <p:nvGraphicFramePr>
            <p:cNvPr id="2" name="Diagram 1">
              <a:extLst>
                <a:ext uri="{FF2B5EF4-FFF2-40B4-BE49-F238E27FC236}">
                  <a16:creationId xmlns:a16="http://schemas.microsoft.com/office/drawing/2014/main" id="{0E581729-F477-87B6-B996-D1ED6F0D5F6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264528342"/>
                </p:ext>
              </p:extLst>
            </p:nvPr>
          </p:nvGraphicFramePr>
          <p:xfrm>
            <a:off x="7313795" y="1585911"/>
            <a:ext cx="2726555" cy="135255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7" r:lo="rId18" r:qs="rId19" r:cs="rId20"/>
            </a:graphicData>
          </a:graphic>
        </p:graphicFrame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3680E83F-949B-7C93-DB4E-BEF6AEFA06B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976820208"/>
                </p:ext>
              </p:extLst>
            </p:nvPr>
          </p:nvGraphicFramePr>
          <p:xfrm>
            <a:off x="2975769" y="3271833"/>
            <a:ext cx="6174586" cy="110498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2" r:lo="rId23" r:qs="rId24" r:cs="rId25"/>
            </a:graphicData>
          </a:graphic>
        </p:graphicFrame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C82F1248-D36D-965E-9DFB-C68D013D7296}"/>
                </a:ext>
              </a:extLst>
            </p:cNvPr>
            <p:cNvCxnSpPr>
              <a:cxnSpLocks/>
            </p:cNvCxnSpPr>
            <p:nvPr/>
          </p:nvCxnSpPr>
          <p:spPr>
            <a:xfrm>
              <a:off x="5929313" y="1370557"/>
              <a:ext cx="0" cy="37718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4B83FA69-CD27-ED8D-A97D-FDC85DE4FCFB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061493" y="912074"/>
              <a:ext cx="1667284" cy="835672"/>
            </a:xfrm>
            <a:prstGeom prst="bentConnector3">
              <a:avLst>
                <a:gd name="adj1" fmla="val 99702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B6E81859-C9EE-9EC3-159B-34B1A9A2C2AE}"/>
                </a:ext>
              </a:extLst>
            </p:cNvPr>
            <p:cNvCxnSpPr>
              <a:cxnSpLocks/>
            </p:cNvCxnSpPr>
            <p:nvPr/>
          </p:nvCxnSpPr>
          <p:spPr>
            <a:xfrm>
              <a:off x="5981699" y="2777603"/>
              <a:ext cx="0" cy="6074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198ED7E-7BE3-4FED-0393-BB2D239D8483}"/>
                </a:ext>
              </a:extLst>
            </p:cNvPr>
            <p:cNvCxnSpPr>
              <a:cxnSpLocks/>
            </p:cNvCxnSpPr>
            <p:nvPr/>
          </p:nvCxnSpPr>
          <p:spPr>
            <a:xfrm>
              <a:off x="8662999" y="2744260"/>
              <a:ext cx="0" cy="6074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A92FD1A-7491-D311-D413-94E01789BAF0}"/>
                </a:ext>
              </a:extLst>
            </p:cNvPr>
            <p:cNvCxnSpPr>
              <a:cxnSpLocks/>
            </p:cNvCxnSpPr>
            <p:nvPr/>
          </p:nvCxnSpPr>
          <p:spPr>
            <a:xfrm>
              <a:off x="3414737" y="2787124"/>
              <a:ext cx="0" cy="60746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6AC5C75E-BED1-3741-09DC-12B2E2E49B8B}"/>
                </a:ext>
              </a:extLst>
            </p:cNvPr>
            <p:cNvCxnSpPr>
              <a:cxnSpLocks/>
            </p:cNvCxnSpPr>
            <p:nvPr/>
          </p:nvCxnSpPr>
          <p:spPr>
            <a:xfrm>
              <a:off x="7076585" y="897145"/>
              <a:ext cx="1673609" cy="850601"/>
            </a:xfrm>
            <a:prstGeom prst="bentConnector3">
              <a:avLst>
                <a:gd name="adj1" fmla="val 100093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262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632</Words>
  <Application>Microsoft Office PowerPoint</Application>
  <PresentationFormat>Widescreen</PresentationFormat>
  <Paragraphs>98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FAYSAL AHMMED</dc:creator>
  <cp:lastModifiedBy>FAYSAL AHMMED</cp:lastModifiedBy>
  <cp:revision>7</cp:revision>
  <dcterms:created xsi:type="dcterms:W3CDTF">2025-03-27T09:27:46Z</dcterms:created>
  <dcterms:modified xsi:type="dcterms:W3CDTF">2025-11-03T08:09:19Z</dcterms:modified>
</cp:coreProperties>
</file>