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59" r:id="rId3"/>
    <p:sldId id="258" r:id="rId4"/>
    <p:sldId id="256" r:id="rId5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53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E41C8-560C-4CAE-B12C-FE0F9A5C1E8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535D4-467F-42B3-87ED-8E613C66E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4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535D4-467F-42B3-87ED-8E613C66E0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93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9D83-C6FC-B8B9-1711-2CD822C7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3B1D4-3AC4-8133-1E87-985E681C7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5EFAF-7FDC-542F-0796-9745CEBA0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0F5C5-64C9-9A8F-40EE-EEBAC1A99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535D4-467F-42B3-87ED-8E613C66E0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4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7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1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4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1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5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04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8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3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8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9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1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7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7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45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1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C355F-AA3C-4559-A14B-6839D2550317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79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microsoft.com/office/2007/relationships/hdphoto" Target="../media/hdphoto2.wdp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57B0861-885C-C015-D25C-F7A6C1935BA2}"/>
              </a:ext>
            </a:extLst>
          </p:cNvPr>
          <p:cNvGrpSpPr/>
          <p:nvPr/>
        </p:nvGrpSpPr>
        <p:grpSpPr>
          <a:xfrm>
            <a:off x="611492" y="2029092"/>
            <a:ext cx="10931099" cy="6582174"/>
            <a:chOff x="611492" y="2029092"/>
            <a:chExt cx="10931099" cy="6582174"/>
          </a:xfrm>
        </p:grpSpPr>
        <p:pic>
          <p:nvPicPr>
            <p:cNvPr id="16" name="Picture 1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2522897-EEB8-86F2-B7AE-DC803BF7C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1759" y="4743898"/>
              <a:ext cx="2758441" cy="182342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DCF2E17E-2575-B64E-0921-EBA23C0C41D8}"/>
                </a:ext>
              </a:extLst>
            </p:cNvPr>
            <p:cNvSpPr txBox="1"/>
            <p:nvPr/>
          </p:nvSpPr>
          <p:spPr>
            <a:xfrm>
              <a:off x="5884536" y="6944445"/>
              <a:ext cx="9813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63" name="Picture 462" descr="A close-up of a blood sample&#10;&#10;AI-generated content may be incorrect.">
              <a:extLst>
                <a:ext uri="{FF2B5EF4-FFF2-40B4-BE49-F238E27FC236}">
                  <a16:creationId xmlns:a16="http://schemas.microsoft.com/office/drawing/2014/main" id="{012AE0BD-DE42-D503-36A0-C1BC76D4B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73873" y="2084998"/>
              <a:ext cx="1744018" cy="1308013"/>
            </a:xfrm>
            <a:prstGeom prst="rect">
              <a:avLst/>
            </a:prstGeom>
          </p:spPr>
        </p:pic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0EAF8034-2EE5-193A-E472-2744D916C070}"/>
                </a:ext>
              </a:extLst>
            </p:cNvPr>
            <p:cNvGrpSpPr/>
            <p:nvPr/>
          </p:nvGrpSpPr>
          <p:grpSpPr>
            <a:xfrm>
              <a:off x="3291873" y="2029092"/>
              <a:ext cx="2384724" cy="1407661"/>
              <a:chOff x="11440880" y="7658127"/>
              <a:chExt cx="2384724" cy="1407661"/>
            </a:xfrm>
          </p:grpSpPr>
          <p:sp>
            <p:nvSpPr>
              <p:cNvPr id="143" name="Rectangle: Rounded Corners 142">
                <a:extLst>
                  <a:ext uri="{FF2B5EF4-FFF2-40B4-BE49-F238E27FC236}">
                    <a16:creationId xmlns:a16="http://schemas.microsoft.com/office/drawing/2014/main" id="{AFC05B52-4890-0077-130D-7273B18E3A54}"/>
                  </a:ext>
                </a:extLst>
              </p:cNvPr>
              <p:cNvSpPr/>
              <p:nvPr/>
            </p:nvSpPr>
            <p:spPr>
              <a:xfrm>
                <a:off x="11471543" y="7658127"/>
                <a:ext cx="2354061" cy="1407661"/>
              </a:xfrm>
              <a:prstGeom prst="roundRect">
                <a:avLst/>
              </a:prstGeom>
              <a:solidFill>
                <a:srgbClr val="E8EEF2"/>
              </a:solidFill>
              <a:ln>
                <a:solidFill>
                  <a:srgbClr val="BAF0E7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A1D3BC6-D144-9BD8-C3C1-0B1B25EEAFCD}"/>
                  </a:ext>
                </a:extLst>
              </p:cNvPr>
              <p:cNvSpPr txBox="1"/>
              <p:nvPr/>
            </p:nvSpPr>
            <p:spPr>
              <a:xfrm>
                <a:off x="11440880" y="7700238"/>
                <a:ext cx="2369296" cy="1323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Comprehensive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Image Augmentation (flip,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rotate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crop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noise variations) for Class Balance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A4BBC6E7-E2AA-B776-9C65-7FD2C0FF6542}"/>
                </a:ext>
              </a:extLst>
            </p:cNvPr>
            <p:cNvSpPr txBox="1"/>
            <p:nvPr/>
          </p:nvSpPr>
          <p:spPr>
            <a:xfrm>
              <a:off x="1006767" y="3393628"/>
              <a:ext cx="17440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Kaggle Aria ALL 4-class Dataset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F2C35873-10D1-5B9A-C3DB-7B9C034F414E}"/>
                </a:ext>
              </a:extLst>
            </p:cNvPr>
            <p:cNvGrpSpPr/>
            <p:nvPr/>
          </p:nvGrpSpPr>
          <p:grpSpPr>
            <a:xfrm>
              <a:off x="7799045" y="4090486"/>
              <a:ext cx="3729032" cy="2648789"/>
              <a:chOff x="3814312" y="4684677"/>
              <a:chExt cx="3729032" cy="2648789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AEB0205B-00B2-7F13-D863-ED5F5D0B127F}"/>
                  </a:ext>
                </a:extLst>
              </p:cNvPr>
              <p:cNvGrpSpPr/>
              <p:nvPr/>
            </p:nvGrpSpPr>
            <p:grpSpPr>
              <a:xfrm rot="5400000">
                <a:off x="4761523" y="4529205"/>
                <a:ext cx="2019062" cy="3390018"/>
                <a:chOff x="13883592" y="3981431"/>
                <a:chExt cx="2019062" cy="3390018"/>
              </a:xfrm>
            </p:grpSpPr>
            <p:sp>
              <p:nvSpPr>
                <p:cNvPr id="155" name="Rectangle: Rounded Corners 154">
                  <a:extLst>
                    <a:ext uri="{FF2B5EF4-FFF2-40B4-BE49-F238E27FC236}">
                      <a16:creationId xmlns:a16="http://schemas.microsoft.com/office/drawing/2014/main" id="{6D51DCD7-D613-6F2B-B20F-27B3CB06EEA7}"/>
                    </a:ext>
                  </a:extLst>
                </p:cNvPr>
                <p:cNvSpPr/>
                <p:nvPr/>
              </p:nvSpPr>
              <p:spPr>
                <a:xfrm>
                  <a:off x="13883592" y="4696602"/>
                  <a:ext cx="1935515" cy="522061"/>
                </a:xfrm>
                <a:prstGeom prst="roundRect">
                  <a:avLst/>
                </a:prstGeom>
                <a:solidFill>
                  <a:srgbClr val="F8CFBA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Stem Conv</a:t>
                  </a:r>
                </a:p>
              </p:txBody>
            </p: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995EDA70-A65B-DAB5-72DE-19FF6D201979}"/>
                    </a:ext>
                  </a:extLst>
                </p:cNvPr>
                <p:cNvGrpSpPr/>
                <p:nvPr/>
              </p:nvGrpSpPr>
              <p:grpSpPr>
                <a:xfrm>
                  <a:off x="13915617" y="3981431"/>
                  <a:ext cx="1987037" cy="563523"/>
                  <a:chOff x="13930152" y="7810665"/>
                  <a:chExt cx="1786760" cy="336133"/>
                </a:xfrm>
              </p:grpSpPr>
              <p:sp>
                <p:nvSpPr>
                  <p:cNvPr id="160" name="Rectangle: Rounded Corners 159">
                    <a:extLst>
                      <a:ext uri="{FF2B5EF4-FFF2-40B4-BE49-F238E27FC236}">
                        <a16:creationId xmlns:a16="http://schemas.microsoft.com/office/drawing/2014/main" id="{C812C8CE-019E-AD21-1C75-468397A1625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4628879" y="7111938"/>
                    <a:ext cx="336133" cy="1733588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rightRoom" dir="t">
                      <a:rot lat="0" lon="0" rev="600000"/>
                    </a:lightRig>
                  </a:scene3d>
                  <a:sp3d prstMaterial="metal">
                    <a:bevelT w="38100" h="57150" prst="angle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3" name="TextBox 162">
                    <a:extLst>
                      <a:ext uri="{FF2B5EF4-FFF2-40B4-BE49-F238E27FC236}">
                        <a16:creationId xmlns:a16="http://schemas.microsoft.com/office/drawing/2014/main" id="{86E01EB8-161D-CEB1-7944-6CCC2D263750}"/>
                      </a:ext>
                    </a:extLst>
                  </p:cNvPr>
                  <p:cNvSpPr txBox="1"/>
                  <p:nvPr/>
                </p:nvSpPr>
                <p:spPr>
                  <a:xfrm>
                    <a:off x="14010993" y="7872500"/>
                    <a:ext cx="1705919" cy="2310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rightRoom" dir="t">
                      <a:rot lat="0" lon="0" rev="600000"/>
                    </a:lightRig>
                  </a:scene3d>
                  <a:sp3d prstMaterial="metal">
                    <a:bevelT w="38100" h="57150" prst="angle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Input: 224×224×3</a:t>
                    </a:r>
                  </a:p>
                </p:txBody>
              </p:sp>
            </p:grpSp>
            <p:sp>
              <p:nvSpPr>
                <p:cNvPr id="157" name="Rectangle: Rounded Corners 156">
                  <a:extLst>
                    <a:ext uri="{FF2B5EF4-FFF2-40B4-BE49-F238E27FC236}">
                      <a16:creationId xmlns:a16="http://schemas.microsoft.com/office/drawing/2014/main" id="{A9BBD484-25D9-E941-E2B5-4BAD00C20257}"/>
                    </a:ext>
                  </a:extLst>
                </p:cNvPr>
                <p:cNvSpPr/>
                <p:nvPr/>
              </p:nvSpPr>
              <p:spPr>
                <a:xfrm>
                  <a:off x="13886363" y="5429801"/>
                  <a:ext cx="1935515" cy="522061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Res2 + SE Backbone (Multi-scale Residual) </a:t>
                  </a:r>
                  <a:endPara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4AF74995-AFB7-EEF1-A72B-D086D9368A97}"/>
                    </a:ext>
                  </a:extLst>
                </p:cNvPr>
                <p:cNvSpPr/>
                <p:nvPr/>
              </p:nvSpPr>
              <p:spPr>
                <a:xfrm>
                  <a:off x="13897096" y="6157763"/>
                  <a:ext cx="1935515" cy="522061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CBAM Attention</a:t>
                  </a:r>
                  <a:endPara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FDC73E9E-62C1-AB84-28E0-EB144BB026D8}"/>
                    </a:ext>
                  </a:extLst>
                </p:cNvPr>
                <p:cNvSpPr/>
                <p:nvPr/>
              </p:nvSpPr>
              <p:spPr>
                <a:xfrm>
                  <a:off x="13898817" y="6849388"/>
                  <a:ext cx="1935515" cy="522061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KAN Layers</a:t>
                  </a:r>
                  <a:endPara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57508B0B-6146-C93E-6396-49D025328F10}"/>
                  </a:ext>
                </a:extLst>
              </p:cNvPr>
              <p:cNvSpPr txBox="1"/>
              <p:nvPr/>
            </p:nvSpPr>
            <p:spPr>
              <a:xfrm>
                <a:off x="5658328" y="4684677"/>
                <a:ext cx="1847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" name="Rectangle: Rounded Corners 166">
                <a:extLst>
                  <a:ext uri="{FF2B5EF4-FFF2-40B4-BE49-F238E27FC236}">
                    <a16:creationId xmlns:a16="http://schemas.microsoft.com/office/drawing/2014/main" id="{BA3EAAEA-F292-33E0-6E1A-F4D23274F1ED}"/>
                  </a:ext>
                </a:extLst>
              </p:cNvPr>
              <p:cNvSpPr/>
              <p:nvPr/>
            </p:nvSpPr>
            <p:spPr>
              <a:xfrm>
                <a:off x="3814312" y="5041483"/>
                <a:ext cx="3729032" cy="2291983"/>
              </a:xfrm>
              <a:prstGeom prst="roundRect">
                <a:avLst/>
              </a:prstGeom>
              <a:noFill/>
              <a:ln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67D470C0-A1AB-89B9-BF2F-C5882563931B}"/>
                  </a:ext>
                </a:extLst>
              </p:cNvPr>
              <p:cNvCxnSpPr>
                <a:cxnSpLocks/>
                <a:endCxn id="155" idx="0"/>
              </p:cNvCxnSpPr>
              <p:nvPr/>
            </p:nvCxnSpPr>
            <p:spPr>
              <a:xfrm flipH="1" flipV="1">
                <a:off x="6750892" y="6182441"/>
                <a:ext cx="14339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5B9AD9DA-BB4F-F8D2-5100-5B0904ADE50F}"/>
                  </a:ext>
                </a:extLst>
              </p:cNvPr>
              <p:cNvCxnSpPr>
                <a:cxnSpLocks/>
                <a:stCxn id="155" idx="2"/>
                <a:endCxn id="157" idx="0"/>
              </p:cNvCxnSpPr>
              <p:nvPr/>
            </p:nvCxnSpPr>
            <p:spPr>
              <a:xfrm flipH="1">
                <a:off x="6017693" y="6182441"/>
                <a:ext cx="211138" cy="27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5119166E-5AEF-49A5-16BA-27B0573890C2}"/>
                  </a:ext>
                </a:extLst>
              </p:cNvPr>
              <p:cNvCxnSpPr>
                <a:cxnSpLocks/>
                <a:stCxn id="157" idx="2"/>
                <a:endCxn id="158" idx="0"/>
              </p:cNvCxnSpPr>
              <p:nvPr/>
            </p:nvCxnSpPr>
            <p:spPr>
              <a:xfrm flipH="1">
                <a:off x="5289731" y="6185212"/>
                <a:ext cx="20590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169F5027-7151-975A-14F7-37B9C8DBF09F}"/>
                  </a:ext>
                </a:extLst>
              </p:cNvPr>
              <p:cNvCxnSpPr>
                <a:cxnSpLocks/>
                <a:stCxn id="158" idx="2"/>
                <a:endCxn id="159" idx="0"/>
              </p:cNvCxnSpPr>
              <p:nvPr/>
            </p:nvCxnSpPr>
            <p:spPr>
              <a:xfrm flipH="1">
                <a:off x="4598106" y="6195945"/>
                <a:ext cx="169564" cy="172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3BDBC00A-45CD-D3D1-34E7-28E5F0E3B890}"/>
                </a:ext>
              </a:extLst>
            </p:cNvPr>
            <p:cNvGrpSpPr/>
            <p:nvPr/>
          </p:nvGrpSpPr>
          <p:grpSpPr>
            <a:xfrm>
              <a:off x="6107058" y="2066178"/>
              <a:ext cx="3189915" cy="1407661"/>
              <a:chOff x="11471543" y="7658127"/>
              <a:chExt cx="2440663" cy="1407661"/>
            </a:xfrm>
          </p:grpSpPr>
          <p:sp>
            <p:nvSpPr>
              <p:cNvPr id="188" name="Rectangle: Rounded Corners 187">
                <a:extLst>
                  <a:ext uri="{FF2B5EF4-FFF2-40B4-BE49-F238E27FC236}">
                    <a16:creationId xmlns:a16="http://schemas.microsoft.com/office/drawing/2014/main" id="{7CC92ED4-5118-ABE7-DD0F-28042F54742F}"/>
                  </a:ext>
                </a:extLst>
              </p:cNvPr>
              <p:cNvSpPr/>
              <p:nvPr/>
            </p:nvSpPr>
            <p:spPr>
              <a:xfrm>
                <a:off x="11471543" y="7658127"/>
                <a:ext cx="2354061" cy="1407661"/>
              </a:xfrm>
              <a:prstGeom prst="roundRect">
                <a:avLst/>
              </a:prstGeom>
              <a:solidFill>
                <a:srgbClr val="E8EEF2"/>
              </a:solidFill>
              <a:ln>
                <a:solidFill>
                  <a:srgbClr val="BAF0E7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DFBB10A-A16C-4243-B516-5A494B3FE3F1}"/>
                  </a:ext>
                </a:extLst>
              </p:cNvPr>
              <p:cNvSpPr txBox="1"/>
              <p:nvPr/>
            </p:nvSpPr>
            <p:spPr>
              <a:xfrm>
                <a:off x="11542910" y="7719288"/>
                <a:ext cx="2369296" cy="1323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</a:t>
                </a:r>
                <a:endPara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3464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Color-threshold segmentation</a:t>
                </a:r>
              </a:p>
              <a:p>
                <a:pPr marL="283464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H&amp;E stain normalization </a:t>
                </a:r>
              </a:p>
              <a:p>
                <a:pPr marL="283464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H-separation </a:t>
                </a:r>
              </a:p>
              <a:p>
                <a:pPr marL="283464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E-separation</a:t>
                </a:r>
              </a:p>
            </p:txBody>
          </p:sp>
        </p:grpSp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B108132F-2F6A-25C3-56D5-1B6A9051EFF6}"/>
                </a:ext>
              </a:extLst>
            </p:cNvPr>
            <p:cNvSpPr/>
            <p:nvPr/>
          </p:nvSpPr>
          <p:spPr>
            <a:xfrm>
              <a:off x="9463134" y="2083999"/>
              <a:ext cx="2079457" cy="61664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Resize Image</a:t>
              </a:r>
            </a:p>
          </p:txBody>
        </p:sp>
        <p:sp>
          <p:nvSpPr>
            <p:cNvPr id="200" name="Rectangle: Rounded Corners 199">
              <a:extLst>
                <a:ext uri="{FF2B5EF4-FFF2-40B4-BE49-F238E27FC236}">
                  <a16:creationId xmlns:a16="http://schemas.microsoft.com/office/drawing/2014/main" id="{94A13ABE-6C7E-ECB9-1CA7-6B85E3AD10C4}"/>
                </a:ext>
              </a:extLst>
            </p:cNvPr>
            <p:cNvSpPr/>
            <p:nvPr/>
          </p:nvSpPr>
          <p:spPr>
            <a:xfrm>
              <a:off x="9491708" y="3032888"/>
              <a:ext cx="2050883" cy="5150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Min-Max Scaling</a:t>
              </a:r>
            </a:p>
          </p:txBody>
        </p:sp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F515DE12-9C9E-45C2-541F-F52D159C2B78}"/>
                </a:ext>
              </a:extLst>
            </p:cNvPr>
            <p:cNvSpPr/>
            <p:nvPr/>
          </p:nvSpPr>
          <p:spPr>
            <a:xfrm>
              <a:off x="9429595" y="2083999"/>
              <a:ext cx="2112996" cy="1463929"/>
            </a:xfrm>
            <a:prstGeom prst="roundRect">
              <a:avLst>
                <a:gd name="adj" fmla="val 3938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3EC538EC-5B63-786B-094B-6E75A74BFA03}"/>
                </a:ext>
              </a:extLst>
            </p:cNvPr>
            <p:cNvCxnSpPr>
              <a:cxnSpLocks/>
              <a:stCxn id="199" idx="2"/>
            </p:cNvCxnSpPr>
            <p:nvPr/>
          </p:nvCxnSpPr>
          <p:spPr>
            <a:xfrm>
              <a:off x="10502863" y="2700646"/>
              <a:ext cx="0" cy="38002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206" name="Picture 205">
              <a:extLst>
                <a:ext uri="{FF2B5EF4-FFF2-40B4-BE49-F238E27FC236}">
                  <a16:creationId xmlns:a16="http://schemas.microsoft.com/office/drawing/2014/main" id="{5FA0380F-71AE-8A78-D045-0483254BE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27304" y1="62870" x2="27304" y2="62870"/>
                          <a14:foregroundMark x1="46758" y1="50342" x2="46758" y2="50342"/>
                          <a14:foregroundMark x1="20307" y1="53531" x2="20307" y2="53531"/>
                          <a14:backgroundMark x1="34642" y1="87016" x2="34642" y2="87016"/>
                          <a14:backgroundMark x1="34642" y1="87472" x2="34642" y2="87472"/>
                          <a14:backgroundMark x1="34130" y1="87472" x2="34300" y2="8701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0131" y="4801048"/>
              <a:ext cx="1758714" cy="1317535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5B101BA4-5402-F67B-520C-5F87CD26E864}"/>
                </a:ext>
              </a:extLst>
            </p:cNvPr>
            <p:cNvSpPr txBox="1"/>
            <p:nvPr/>
          </p:nvSpPr>
          <p:spPr>
            <a:xfrm>
              <a:off x="611492" y="5964694"/>
              <a:ext cx="20166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Faster Medical Attention </a:t>
              </a:r>
            </a:p>
          </p:txBody>
        </p:sp>
        <p:pic>
          <p:nvPicPr>
            <p:cNvPr id="214" name="Picture 213" descr="A screen shot of a screen&#10;&#10;AI-generated content may be incorrect.">
              <a:extLst>
                <a:ext uri="{FF2B5EF4-FFF2-40B4-BE49-F238E27FC236}">
                  <a16:creationId xmlns:a16="http://schemas.microsoft.com/office/drawing/2014/main" id="{77CF0A53-42FF-D1A2-BB52-4987ECD9C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80"/>
            <a:stretch>
              <a:fillRect/>
            </a:stretch>
          </p:blipFill>
          <p:spPr>
            <a:xfrm>
              <a:off x="6030447" y="5780799"/>
              <a:ext cx="1237879" cy="858756"/>
            </a:xfrm>
            <a:prstGeom prst="rect">
              <a:avLst/>
            </a:prstGeom>
          </p:spPr>
        </p:pic>
        <p:pic>
          <p:nvPicPr>
            <p:cNvPr id="215" name="Picture 214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5D59F6DF-0490-0C57-9396-4BF9E19D5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948" t="15469" r="740" b="2256"/>
            <a:stretch>
              <a:fillRect/>
            </a:stretch>
          </p:blipFill>
          <p:spPr>
            <a:xfrm>
              <a:off x="6109540" y="4782523"/>
              <a:ext cx="1012138" cy="909332"/>
            </a:xfrm>
            <a:prstGeom prst="rect">
              <a:avLst/>
            </a:prstGeom>
          </p:spPr>
        </p:pic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3E3A997E-5FBD-FC92-3A43-53A8EBB01C48}"/>
                </a:ext>
              </a:extLst>
            </p:cNvPr>
            <p:cNvSpPr txBox="1"/>
            <p:nvPr/>
          </p:nvSpPr>
          <p:spPr>
            <a:xfrm>
              <a:off x="5071964" y="4163024"/>
              <a:ext cx="30356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Grad-CAM++ and KAN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Feature-Importance Analysis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9C8C9730-18B4-E353-0624-9CFA7DB20946}"/>
                </a:ext>
              </a:extLst>
            </p:cNvPr>
            <p:cNvSpPr txBox="1"/>
            <p:nvPr/>
          </p:nvSpPr>
          <p:spPr>
            <a:xfrm>
              <a:off x="3041521" y="4457416"/>
              <a:ext cx="22284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Publicly deployed Prototype</a:t>
              </a: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2746392-F196-E90C-9278-E7C523BB96B5}"/>
                </a:ext>
              </a:extLst>
            </p:cNvPr>
            <p:cNvGrpSpPr/>
            <p:nvPr/>
          </p:nvGrpSpPr>
          <p:grpSpPr>
            <a:xfrm>
              <a:off x="2579378" y="7344555"/>
              <a:ext cx="7591673" cy="1266711"/>
              <a:chOff x="2236119" y="7249305"/>
              <a:chExt cx="7591673" cy="1266711"/>
            </a:xfrm>
          </p:grpSpPr>
          <p:sp>
            <p:nvSpPr>
              <p:cNvPr id="506" name="Rectangle: Rounded Corners 505">
                <a:extLst>
                  <a:ext uri="{FF2B5EF4-FFF2-40B4-BE49-F238E27FC236}">
                    <a16:creationId xmlns:a16="http://schemas.microsoft.com/office/drawing/2014/main" id="{F03408AA-015E-4AAF-6447-A476E9D1DA58}"/>
                  </a:ext>
                </a:extLst>
              </p:cNvPr>
              <p:cNvSpPr/>
              <p:nvPr/>
            </p:nvSpPr>
            <p:spPr>
              <a:xfrm>
                <a:off x="2236119" y="7249305"/>
                <a:ext cx="7591673" cy="1266711"/>
              </a:xfrm>
              <a:prstGeom prst="roundRect">
                <a:avLst>
                  <a:gd name="adj" fmla="val 8151"/>
                </a:avLst>
              </a:prstGeom>
              <a:solidFill>
                <a:srgbClr val="E8EEF2"/>
              </a:solidFill>
              <a:ln>
                <a:solidFill>
                  <a:srgbClr val="D8BEE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1">
                <a:extLst>
                  <a:ext uri="{FF2B5EF4-FFF2-40B4-BE49-F238E27FC236}">
                    <a16:creationId xmlns:a16="http://schemas.microsoft.com/office/drawing/2014/main" id="{2340AF4B-2914-CB68-6087-5F6261F6F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6119" y="7339078"/>
                <a:ext cx="7591673" cy="1077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preprocessing</a:t>
                </a:r>
                <a:r>
                  <a:rPr kumimoji="0" lang="en-US" altLang="en-US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Color-threshold segmentation → achieves 98.75% test accuracy (95% CI: 97.87–99.37%) and 99.98% AUC.</a:t>
                </a:r>
              </a:p>
              <a:p>
                <a:pPr marL="285750" marR="0" lvl="0" indent="-28575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16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ResSplit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-KAN performance</a:t>
                </a:r>
                <a:r>
                  <a:rPr kumimoji="0" lang="en-US" altLang="en-US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Outperforms DenseNet121, MobileNetV2, </a:t>
                </a:r>
                <a:r>
                  <a:rPr kumimoji="0" lang="en-US" altLang="en-US" sz="16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NASNetMobile</a:t>
                </a:r>
                <a:r>
                  <a:rPr kumimoji="0" lang="en-US" altLang="en-US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EfficientNetV2B1 while using only 1.62M parameters.</a:t>
                </a:r>
              </a:p>
            </p:txBody>
          </p:sp>
        </p:grpSp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D4AFC7DE-B6FF-26FE-ECAA-E0852E8E0DC7}"/>
                </a:ext>
              </a:extLst>
            </p:cNvPr>
            <p:cNvCxnSpPr>
              <a:stCxn id="463" idx="1"/>
              <a:endCxn id="144" idx="1"/>
            </p:cNvCxnSpPr>
            <p:nvPr/>
          </p:nvCxnSpPr>
          <p:spPr>
            <a:xfrm flipV="1">
              <a:off x="2717891" y="2732923"/>
              <a:ext cx="573982" cy="608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6264BF68-D723-11AF-0990-D7A3AEB6508C}"/>
                </a:ext>
              </a:extLst>
            </p:cNvPr>
            <p:cNvCxnSpPr>
              <a:stCxn id="144" idx="3"/>
              <a:endCxn id="191" idx="1"/>
            </p:cNvCxnSpPr>
            <p:nvPr/>
          </p:nvCxnSpPr>
          <p:spPr>
            <a:xfrm>
              <a:off x="5661169" y="2732923"/>
              <a:ext cx="44588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3" name="Straight Arrow Connector 242">
              <a:extLst>
                <a:ext uri="{FF2B5EF4-FFF2-40B4-BE49-F238E27FC236}">
                  <a16:creationId xmlns:a16="http://schemas.microsoft.com/office/drawing/2014/main" id="{0A420C45-FA80-B6E8-EB44-ECBA663FEE34}"/>
                </a:ext>
              </a:extLst>
            </p:cNvPr>
            <p:cNvCxnSpPr>
              <a:endCxn id="201" idx="1"/>
            </p:cNvCxnSpPr>
            <p:nvPr/>
          </p:nvCxnSpPr>
          <p:spPr>
            <a:xfrm>
              <a:off x="9144000" y="2789058"/>
              <a:ext cx="285595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6" name="Connector: Elbow 245">
              <a:extLst>
                <a:ext uri="{FF2B5EF4-FFF2-40B4-BE49-F238E27FC236}">
                  <a16:creationId xmlns:a16="http://schemas.microsoft.com/office/drawing/2014/main" id="{0CA07602-DD4C-F872-9453-3AE283424BB6}"/>
                </a:ext>
              </a:extLst>
            </p:cNvPr>
            <p:cNvCxnSpPr>
              <a:endCxn id="167" idx="3"/>
            </p:cNvCxnSpPr>
            <p:nvPr/>
          </p:nvCxnSpPr>
          <p:spPr>
            <a:xfrm rot="16200000" flipH="1">
              <a:off x="10068979" y="4134185"/>
              <a:ext cx="1907269" cy="1010928"/>
            </a:xfrm>
            <a:prstGeom prst="bentConnector4">
              <a:avLst>
                <a:gd name="adj1" fmla="val 25950"/>
                <a:gd name="adj2" fmla="val 122613"/>
              </a:avLst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9FF9F1FC-95DB-5998-D4F8-85B92291E1FA}"/>
                </a:ext>
              </a:extLst>
            </p:cNvPr>
            <p:cNvCxnSpPr>
              <a:stCxn id="167" idx="1"/>
              <a:endCxn id="215" idx="3"/>
            </p:cNvCxnSpPr>
            <p:nvPr/>
          </p:nvCxnSpPr>
          <p:spPr>
            <a:xfrm flipH="1" flipV="1">
              <a:off x="7121678" y="5237189"/>
              <a:ext cx="677367" cy="35609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CDB162BB-CF6A-8489-15B5-FE5B9BCFAB87}"/>
                </a:ext>
              </a:extLst>
            </p:cNvPr>
            <p:cNvCxnSpPr>
              <a:stCxn id="167" idx="1"/>
            </p:cNvCxnSpPr>
            <p:nvPr/>
          </p:nvCxnSpPr>
          <p:spPr>
            <a:xfrm flipH="1">
              <a:off x="7268326" y="5593284"/>
              <a:ext cx="530719" cy="52529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1470DF7F-E16F-C1AF-1A1A-733423197F70}"/>
                </a:ext>
              </a:extLst>
            </p:cNvPr>
            <p:cNvCxnSpPr/>
            <p:nvPr/>
          </p:nvCxnSpPr>
          <p:spPr>
            <a:xfrm flipH="1">
              <a:off x="5661169" y="5601753"/>
              <a:ext cx="369278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7" name="Straight Arrow Connector 256">
              <a:extLst>
                <a:ext uri="{FF2B5EF4-FFF2-40B4-BE49-F238E27FC236}">
                  <a16:creationId xmlns:a16="http://schemas.microsoft.com/office/drawing/2014/main" id="{657F6DFE-FDE4-5205-CFA4-87A361F1EE2A}"/>
                </a:ext>
              </a:extLst>
            </p:cNvPr>
            <p:cNvCxnSpPr>
              <a:stCxn id="16" idx="1"/>
            </p:cNvCxnSpPr>
            <p:nvPr/>
          </p:nvCxnSpPr>
          <p:spPr>
            <a:xfrm flipH="1">
              <a:off x="2438845" y="5655609"/>
              <a:ext cx="302914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91053294-DA5D-04E3-F1D3-1EABBDF064A0}"/>
                </a:ext>
              </a:extLst>
            </p:cNvPr>
            <p:cNvSpPr txBox="1"/>
            <p:nvPr/>
          </p:nvSpPr>
          <p:spPr>
            <a:xfrm>
              <a:off x="8375916" y="4144604"/>
              <a:ext cx="2470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ResSplit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-KAN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831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4430-DF3C-8CF0-5E3C-7F02DF1B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roup 466">
            <a:extLst>
              <a:ext uri="{FF2B5EF4-FFF2-40B4-BE49-F238E27FC236}">
                <a16:creationId xmlns:a16="http://schemas.microsoft.com/office/drawing/2014/main" id="{5BA78695-E98D-7163-D8FD-DEA5D37F0C71}"/>
              </a:ext>
            </a:extLst>
          </p:cNvPr>
          <p:cNvGrpSpPr/>
          <p:nvPr/>
        </p:nvGrpSpPr>
        <p:grpSpPr>
          <a:xfrm>
            <a:off x="1198234" y="1850961"/>
            <a:ext cx="15518549" cy="10165029"/>
            <a:chOff x="1198234" y="1850961"/>
            <a:chExt cx="15518549" cy="10165029"/>
          </a:xfrm>
        </p:grpSpPr>
        <p:sp>
          <p:nvSpPr>
            <p:cNvPr id="218" name="Rectangle: Rounded Corners 217">
              <a:extLst>
                <a:ext uri="{FF2B5EF4-FFF2-40B4-BE49-F238E27FC236}">
                  <a16:creationId xmlns:a16="http://schemas.microsoft.com/office/drawing/2014/main" id="{FBE4520E-696E-F92B-9C5A-D5042F638F31}"/>
                </a:ext>
              </a:extLst>
            </p:cNvPr>
            <p:cNvSpPr/>
            <p:nvPr/>
          </p:nvSpPr>
          <p:spPr>
            <a:xfrm>
              <a:off x="9099655" y="2739211"/>
              <a:ext cx="1935515" cy="2189208"/>
            </a:xfrm>
            <a:prstGeom prst="round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762820E4-C417-42F3-0260-7D928EAB8486}"/>
                </a:ext>
              </a:extLst>
            </p:cNvPr>
            <p:cNvGrpSpPr/>
            <p:nvPr/>
          </p:nvGrpSpPr>
          <p:grpSpPr>
            <a:xfrm>
              <a:off x="9131684" y="1850961"/>
              <a:ext cx="1788057" cy="475346"/>
              <a:chOff x="13930152" y="7810665"/>
              <a:chExt cx="1733588" cy="336133"/>
            </a:xfrm>
            <a:noFill/>
          </p:grpSpPr>
          <p:sp>
            <p:nvSpPr>
              <p:cNvPr id="219" name="Rectangle: Rounded Corners 218">
                <a:extLst>
                  <a:ext uri="{FF2B5EF4-FFF2-40B4-BE49-F238E27FC236}">
                    <a16:creationId xmlns:a16="http://schemas.microsoft.com/office/drawing/2014/main" id="{276A91C3-47E1-9A7C-6391-0AF7D30B8EE3}"/>
                  </a:ext>
                </a:extLst>
              </p:cNvPr>
              <p:cNvSpPr/>
              <p:nvPr/>
            </p:nvSpPr>
            <p:spPr>
              <a:xfrm rot="5400000">
                <a:off x="14628879" y="7111938"/>
                <a:ext cx="336133" cy="17335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7875144E-48E6-4F98-F018-9E025EBAE8B5}"/>
                  </a:ext>
                </a:extLst>
              </p:cNvPr>
              <p:cNvSpPr txBox="1"/>
              <p:nvPr/>
            </p:nvSpPr>
            <p:spPr>
              <a:xfrm>
                <a:off x="13955584" y="7872500"/>
                <a:ext cx="1705919" cy="23103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224×224×3</a:t>
                </a:r>
              </a:p>
            </p:txBody>
          </p:sp>
        </p:grpSp>
        <p:sp>
          <p:nvSpPr>
            <p:cNvPr id="225" name="Rectangle: Rounded Corners 224">
              <a:extLst>
                <a:ext uri="{FF2B5EF4-FFF2-40B4-BE49-F238E27FC236}">
                  <a16:creationId xmlns:a16="http://schemas.microsoft.com/office/drawing/2014/main" id="{AC6C73E6-EFB5-2434-01D6-6E89B733B15B}"/>
                </a:ext>
              </a:extLst>
            </p:cNvPr>
            <p:cNvSpPr/>
            <p:nvPr/>
          </p:nvSpPr>
          <p:spPr>
            <a:xfrm>
              <a:off x="9116984" y="9571557"/>
              <a:ext cx="1935515" cy="522061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CBAM Attention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6" name="Rectangle: Rounded Corners 225">
              <a:extLst>
                <a:ext uri="{FF2B5EF4-FFF2-40B4-BE49-F238E27FC236}">
                  <a16:creationId xmlns:a16="http://schemas.microsoft.com/office/drawing/2014/main" id="{1B00AE83-7BFA-A390-9102-F3D89EEFB4AD}"/>
                </a:ext>
              </a:extLst>
            </p:cNvPr>
            <p:cNvSpPr/>
            <p:nvPr/>
          </p:nvSpPr>
          <p:spPr>
            <a:xfrm>
              <a:off x="9118705" y="10263182"/>
              <a:ext cx="1935515" cy="522061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KAN Layer (×2)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(64, 32 units)</a:t>
              </a:r>
            </a:p>
          </p:txBody>
        </p: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F4C928C6-D3CC-81FF-3E37-B8C6999CD1F5}"/>
                </a:ext>
              </a:extLst>
            </p:cNvPr>
            <p:cNvCxnSpPr>
              <a:stCxn id="225" idx="2"/>
              <a:endCxn id="226" idx="0"/>
            </p:cNvCxnSpPr>
            <p:nvPr/>
          </p:nvCxnSpPr>
          <p:spPr>
            <a:xfrm>
              <a:off x="10084742" y="10093618"/>
              <a:ext cx="1721" cy="1695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66E7FA5-CCBD-EE10-97B3-2A24114B9567}"/>
                </a:ext>
              </a:extLst>
            </p:cNvPr>
            <p:cNvSpPr/>
            <p:nvPr/>
          </p:nvSpPr>
          <p:spPr>
            <a:xfrm>
              <a:off x="9400066" y="2966993"/>
              <a:ext cx="1391129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Conv2D </a:t>
              </a:r>
            </a:p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(3×3, stride 2)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E7AB1FC-A9AF-7618-AA7B-2E3AD7244336}"/>
                </a:ext>
              </a:extLst>
            </p:cNvPr>
            <p:cNvSpPr/>
            <p:nvPr/>
          </p:nvSpPr>
          <p:spPr>
            <a:xfrm>
              <a:off x="9400066" y="3594781"/>
              <a:ext cx="1391129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A22C041-090E-8CB9-258F-4B99DE9612C0}"/>
                </a:ext>
              </a:extLst>
            </p:cNvPr>
            <p:cNvSpPr/>
            <p:nvPr/>
          </p:nvSpPr>
          <p:spPr>
            <a:xfrm>
              <a:off x="9400066" y="4222569"/>
              <a:ext cx="1391129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Activation = GeLU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6CC322C-ABD0-A501-1BF0-966327F82C88}"/>
                </a:ext>
              </a:extLst>
            </p:cNvPr>
            <p:cNvSpPr/>
            <p:nvPr/>
          </p:nvSpPr>
          <p:spPr>
            <a:xfrm>
              <a:off x="9567284" y="2623138"/>
              <a:ext cx="1039936" cy="18169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Stem Conv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8AA234C-5384-BD8C-F0CE-03213DCE3C51}"/>
                </a:ext>
              </a:extLst>
            </p:cNvPr>
            <p:cNvSpPr/>
            <p:nvPr/>
          </p:nvSpPr>
          <p:spPr>
            <a:xfrm>
              <a:off x="10917429" y="3672866"/>
              <a:ext cx="478775" cy="311695"/>
            </a:xfrm>
            <a:prstGeom prst="round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×2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9EF4722-66BE-5E86-1C77-0B6E31D8F0D4}"/>
                </a:ext>
              </a:extLst>
            </p:cNvPr>
            <p:cNvSpPr/>
            <p:nvPr/>
          </p:nvSpPr>
          <p:spPr>
            <a:xfrm>
              <a:off x="9118705" y="5253811"/>
              <a:ext cx="1935515" cy="1579608"/>
            </a:xfrm>
            <a:prstGeom prst="round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6545BBF-7EA6-6C00-BA08-348B0DCBAFE4}"/>
                </a:ext>
              </a:extLst>
            </p:cNvPr>
            <p:cNvSpPr/>
            <p:nvPr/>
          </p:nvSpPr>
          <p:spPr>
            <a:xfrm>
              <a:off x="9419116" y="5481593"/>
              <a:ext cx="1391129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ResSplitBlock</a:t>
              </a:r>
            </a:p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(×2)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FFAEC62-CC87-D843-F421-0451C445CBC6}"/>
                </a:ext>
              </a:extLst>
            </p:cNvPr>
            <p:cNvSpPr/>
            <p:nvPr/>
          </p:nvSpPr>
          <p:spPr>
            <a:xfrm>
              <a:off x="9419116" y="6139861"/>
              <a:ext cx="1391129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Downsample (3×3, stride 2)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2861819-D0FC-5F5C-DB6F-E7F4BEA45D94}"/>
                </a:ext>
              </a:extLst>
            </p:cNvPr>
            <p:cNvSpPr/>
            <p:nvPr/>
          </p:nvSpPr>
          <p:spPr>
            <a:xfrm>
              <a:off x="9381016" y="5137738"/>
              <a:ext cx="1517363" cy="193382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0E54B19-0E32-7822-A398-7DB76DAE790D}"/>
                </a:ext>
              </a:extLst>
            </p:cNvPr>
            <p:cNvSpPr/>
            <p:nvPr/>
          </p:nvSpPr>
          <p:spPr>
            <a:xfrm>
              <a:off x="10974579" y="5806466"/>
              <a:ext cx="478775" cy="311695"/>
            </a:xfrm>
            <a:prstGeom prst="round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BD5980D-B3B0-A77A-B598-0072E85B3640}"/>
                </a:ext>
              </a:extLst>
            </p:cNvPr>
            <p:cNvSpPr txBox="1"/>
            <p:nvPr/>
          </p:nvSpPr>
          <p:spPr>
            <a:xfrm>
              <a:off x="9027149" y="5073179"/>
              <a:ext cx="223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Multi-scale Residual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B415A402-BFF2-7871-A3EE-127A5E04A293}"/>
                </a:ext>
              </a:extLst>
            </p:cNvPr>
            <p:cNvSpPr/>
            <p:nvPr/>
          </p:nvSpPr>
          <p:spPr>
            <a:xfrm>
              <a:off x="9118705" y="7139761"/>
              <a:ext cx="1935515" cy="2189208"/>
            </a:xfrm>
            <a:prstGeom prst="round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8171779E-A2BE-2F92-B59E-951B2079F563}"/>
                </a:ext>
              </a:extLst>
            </p:cNvPr>
            <p:cNvSpPr/>
            <p:nvPr/>
          </p:nvSpPr>
          <p:spPr>
            <a:xfrm>
              <a:off x="9419116" y="7367543"/>
              <a:ext cx="1391129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Conv2D </a:t>
              </a:r>
            </a:p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(1×1, stride 1)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FEAC59E-0582-CAD0-6D58-FCDC7A4132A5}"/>
                </a:ext>
              </a:extLst>
            </p:cNvPr>
            <p:cNvSpPr/>
            <p:nvPr/>
          </p:nvSpPr>
          <p:spPr>
            <a:xfrm>
              <a:off x="9419116" y="7995331"/>
              <a:ext cx="1391129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F209AF1-8510-5F8C-05C2-2CC4CD54CFF1}"/>
                </a:ext>
              </a:extLst>
            </p:cNvPr>
            <p:cNvSpPr/>
            <p:nvPr/>
          </p:nvSpPr>
          <p:spPr>
            <a:xfrm>
              <a:off x="9419116" y="8630739"/>
              <a:ext cx="1391129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Activation = GeLU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9CA6A452-9B43-6196-CAF4-FC6D48858EE9}"/>
                </a:ext>
              </a:extLst>
            </p:cNvPr>
            <p:cNvSpPr/>
            <p:nvPr/>
          </p:nvSpPr>
          <p:spPr>
            <a:xfrm>
              <a:off x="9586334" y="7042738"/>
              <a:ext cx="1039936" cy="18169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273441-9905-FF6F-5836-441EC9AD3BA7}"/>
                </a:ext>
              </a:extLst>
            </p:cNvPr>
            <p:cNvSpPr txBox="1"/>
            <p:nvPr/>
          </p:nvSpPr>
          <p:spPr>
            <a:xfrm>
              <a:off x="9005379" y="6981808"/>
              <a:ext cx="223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Map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8BA423AB-2517-2FFC-20F4-54732BBDF3D8}"/>
                </a:ext>
              </a:extLst>
            </p:cNvPr>
            <p:cNvSpPr/>
            <p:nvPr/>
          </p:nvSpPr>
          <p:spPr>
            <a:xfrm>
              <a:off x="9137755" y="10968032"/>
              <a:ext cx="1935515" cy="522061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Dense Layer (n</a:t>
              </a:r>
              <a:r>
                <a:rPr lang="it-IT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unit) SoftMax Output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2F07EEA4-D6C0-B1F1-2B19-D4A738AC3B18}"/>
                </a:ext>
              </a:extLst>
            </p:cNvPr>
            <p:cNvSpPr/>
            <p:nvPr/>
          </p:nvSpPr>
          <p:spPr>
            <a:xfrm>
              <a:off x="12854597" y="2160314"/>
              <a:ext cx="2801374" cy="4099380"/>
            </a:xfrm>
            <a:prstGeom prst="round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E9A98847-2652-7FD5-147A-0C2DE6764D2D}"/>
                </a:ext>
              </a:extLst>
            </p:cNvPr>
            <p:cNvSpPr/>
            <p:nvPr/>
          </p:nvSpPr>
          <p:spPr>
            <a:xfrm>
              <a:off x="13078807" y="2464296"/>
              <a:ext cx="2216475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Conv2D </a:t>
              </a:r>
            </a:p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(1×1, act=GeLU)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C3A9CE7-4A2C-DD71-4E00-F35425C206B1}"/>
                </a:ext>
              </a:extLst>
            </p:cNvPr>
            <p:cNvSpPr/>
            <p:nvPr/>
          </p:nvSpPr>
          <p:spPr>
            <a:xfrm>
              <a:off x="13550167" y="2044241"/>
              <a:ext cx="1384155" cy="18169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ResSplit Block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8C6C60D-554C-B84F-A77B-E9BB75D6FBCA}"/>
                </a:ext>
              </a:extLst>
            </p:cNvPr>
            <p:cNvSpPr/>
            <p:nvPr/>
          </p:nvSpPr>
          <p:spPr>
            <a:xfrm>
              <a:off x="13097857" y="3169146"/>
              <a:ext cx="2216475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 Into s group then concatanate 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BC61EE8B-D654-9C5E-530E-2A90BFEA615B}"/>
                </a:ext>
              </a:extLst>
            </p:cNvPr>
            <p:cNvSpPr/>
            <p:nvPr/>
          </p:nvSpPr>
          <p:spPr>
            <a:xfrm>
              <a:off x="13116907" y="3835896"/>
              <a:ext cx="2216475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Conv2D </a:t>
              </a:r>
            </a:p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(1×1, act=Linear)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25B05C3B-249D-E365-BC05-D4B37DA10150}"/>
                </a:ext>
              </a:extLst>
            </p:cNvPr>
            <p:cNvSpPr/>
            <p:nvPr/>
          </p:nvSpPr>
          <p:spPr>
            <a:xfrm>
              <a:off x="13116907" y="4502646"/>
              <a:ext cx="2216475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Scequeeze and Excitetaion Bock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5E82CFF-B4BA-45BA-C175-A8D3DD821B8E}"/>
                </a:ext>
              </a:extLst>
            </p:cNvPr>
            <p:cNvGrpSpPr/>
            <p:nvPr/>
          </p:nvGrpSpPr>
          <p:grpSpPr>
            <a:xfrm>
              <a:off x="14170865" y="5183916"/>
              <a:ext cx="155448" cy="155448"/>
              <a:chOff x="8265319" y="7076261"/>
              <a:chExt cx="155448" cy="155448"/>
            </a:xfrm>
          </p:grpSpPr>
          <p:sp>
            <p:nvSpPr>
              <p:cNvPr id="61" name="Cross 60">
                <a:extLst>
                  <a:ext uri="{FF2B5EF4-FFF2-40B4-BE49-F238E27FC236}">
                    <a16:creationId xmlns:a16="http://schemas.microsoft.com/office/drawing/2014/main" id="{3C5F1CD2-9818-4DE7-3E21-E8C3751EA449}"/>
                  </a:ext>
                </a:extLst>
              </p:cNvPr>
              <p:cNvSpPr/>
              <p:nvPr/>
            </p:nvSpPr>
            <p:spPr>
              <a:xfrm>
                <a:off x="8272466" y="7084191"/>
                <a:ext cx="137160" cy="137160"/>
              </a:xfrm>
              <a:prstGeom prst="plus">
                <a:avLst>
                  <a:gd name="adj" fmla="val 444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lowchart: Connector 61">
                <a:extLst>
                  <a:ext uri="{FF2B5EF4-FFF2-40B4-BE49-F238E27FC236}">
                    <a16:creationId xmlns:a16="http://schemas.microsoft.com/office/drawing/2014/main" id="{A7089D5D-5D2C-D391-C6C7-4DE806BAD8E3}"/>
                  </a:ext>
                </a:extLst>
              </p:cNvPr>
              <p:cNvSpPr/>
              <p:nvPr/>
            </p:nvSpPr>
            <p:spPr>
              <a:xfrm>
                <a:off x="8265319" y="7076261"/>
                <a:ext cx="155448" cy="155448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5A72939-49C7-32B6-15D2-1D5C4D10E067}"/>
                </a:ext>
              </a:extLst>
            </p:cNvPr>
            <p:cNvCxnSpPr>
              <a:cxnSpLocks/>
            </p:cNvCxnSpPr>
            <p:nvPr/>
          </p:nvCxnSpPr>
          <p:spPr>
            <a:xfrm>
              <a:off x="14173189" y="2225931"/>
              <a:ext cx="1951" cy="2383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: Elbow 130">
              <a:extLst>
                <a:ext uri="{FF2B5EF4-FFF2-40B4-BE49-F238E27FC236}">
                  <a16:creationId xmlns:a16="http://schemas.microsoft.com/office/drawing/2014/main" id="{8AF32256-5271-FA0D-8D70-CE6C96ECB004}"/>
                </a:ext>
              </a:extLst>
            </p:cNvPr>
            <p:cNvCxnSpPr>
              <a:endCxn id="62" idx="6"/>
            </p:cNvCxnSpPr>
            <p:nvPr/>
          </p:nvCxnSpPr>
          <p:spPr>
            <a:xfrm rot="16200000" flipH="1">
              <a:off x="12791217" y="3726543"/>
              <a:ext cx="2921891" cy="148301"/>
            </a:xfrm>
            <a:prstGeom prst="bentConnector4">
              <a:avLst>
                <a:gd name="adj1" fmla="val -445"/>
                <a:gd name="adj2" fmla="val 875012"/>
              </a:avLst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00027CF6-A2CC-D1AE-40A0-0DE2AEB38FFB}"/>
                </a:ext>
              </a:extLst>
            </p:cNvPr>
            <p:cNvSpPr/>
            <p:nvPr/>
          </p:nvSpPr>
          <p:spPr>
            <a:xfrm>
              <a:off x="13158637" y="5476011"/>
              <a:ext cx="2216475" cy="52206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Activation GeLU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2309AF44-CE86-A2B9-678E-A1D280702987}"/>
                </a:ext>
              </a:extLst>
            </p:cNvPr>
            <p:cNvGrpSpPr/>
            <p:nvPr/>
          </p:nvGrpSpPr>
          <p:grpSpPr>
            <a:xfrm>
              <a:off x="12667082" y="6963703"/>
              <a:ext cx="4049701" cy="5052287"/>
              <a:chOff x="10192450" y="2623138"/>
              <a:chExt cx="4049701" cy="5052287"/>
            </a:xfrm>
          </p:grpSpPr>
          <p:sp>
            <p:nvSpPr>
              <p:cNvPr id="135" name="Flowchart: Connector 134">
                <a:extLst>
                  <a:ext uri="{FF2B5EF4-FFF2-40B4-BE49-F238E27FC236}">
                    <a16:creationId xmlns:a16="http://schemas.microsoft.com/office/drawing/2014/main" id="{63C2654D-0A18-C06C-5F58-DE1240A70E65}"/>
                  </a:ext>
                </a:extLst>
              </p:cNvPr>
              <p:cNvSpPr/>
              <p:nvPr/>
            </p:nvSpPr>
            <p:spPr>
              <a:xfrm>
                <a:off x="11899770" y="2623138"/>
                <a:ext cx="457200" cy="457200"/>
              </a:xfrm>
              <a:prstGeom prst="flowChartConnector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37EDEE98-9DD5-9681-8F3B-80DB0D276F4A}"/>
                  </a:ext>
                </a:extLst>
              </p:cNvPr>
              <p:cNvGrpSpPr/>
              <p:nvPr/>
            </p:nvGrpSpPr>
            <p:grpSpPr>
              <a:xfrm>
                <a:off x="10192450" y="3637808"/>
                <a:ext cx="570990" cy="523220"/>
                <a:chOff x="11112755" y="3900622"/>
                <a:chExt cx="570990" cy="523220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136" name="Flowchart: Connector 135">
                  <a:extLst>
                    <a:ext uri="{FF2B5EF4-FFF2-40B4-BE49-F238E27FC236}">
                      <a16:creationId xmlns:a16="http://schemas.microsoft.com/office/drawing/2014/main" id="{2F57B98B-5212-FAF7-EEE1-2C57CD7D3212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3C08AC94-8CCE-8DE7-8AE7-7C1A1FE9BCA2}"/>
                    </a:ext>
                  </a:extLst>
                </p:cNvPr>
                <p:cNvSpPr txBox="1"/>
                <p:nvPr/>
              </p:nvSpPr>
              <p:spPr>
                <a:xfrm>
                  <a:off x="11112755" y="3900622"/>
                  <a:ext cx="57099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Split </a:t>
                  </a:r>
                </a:p>
                <a:p>
                  <a:pPr algn="ctr"/>
                  <a:r>
                    <a:rPr lang="en-US" sz="1400" dirty="0"/>
                    <a:t>0</a:t>
                  </a:r>
                </a:p>
              </p:txBody>
            </p: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15F771E1-5BCD-0058-3AAB-C983ABD16A94}"/>
                  </a:ext>
                </a:extLst>
              </p:cNvPr>
              <p:cNvGrpSpPr/>
              <p:nvPr/>
            </p:nvGrpSpPr>
            <p:grpSpPr>
              <a:xfrm>
                <a:off x="11366945" y="3599846"/>
                <a:ext cx="570990" cy="523220"/>
                <a:chOff x="11112755" y="3900622"/>
                <a:chExt cx="570990" cy="523220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140" name="Flowchart: Connector 139">
                  <a:extLst>
                    <a:ext uri="{FF2B5EF4-FFF2-40B4-BE49-F238E27FC236}">
                      <a16:creationId xmlns:a16="http://schemas.microsoft.com/office/drawing/2014/main" id="{08925996-1ACA-89AD-2EF4-48A5835B8263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8C85B73-9A17-71BA-AD3F-75A44DC46943}"/>
                    </a:ext>
                  </a:extLst>
                </p:cNvPr>
                <p:cNvSpPr txBox="1"/>
                <p:nvPr/>
              </p:nvSpPr>
              <p:spPr>
                <a:xfrm>
                  <a:off x="11112755" y="3900622"/>
                  <a:ext cx="57099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Split </a:t>
                  </a:r>
                </a:p>
                <a:p>
                  <a:pPr algn="ctr"/>
                  <a:r>
                    <a:rPr lang="en-US" sz="1400" dirty="0"/>
                    <a:t>1</a:t>
                  </a:r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E583AB75-6182-3EAC-2D66-8CBC4FD6DD50}"/>
                  </a:ext>
                </a:extLst>
              </p:cNvPr>
              <p:cNvGrpSpPr/>
              <p:nvPr/>
            </p:nvGrpSpPr>
            <p:grpSpPr>
              <a:xfrm>
                <a:off x="12541440" y="3565899"/>
                <a:ext cx="570990" cy="523220"/>
                <a:chOff x="11112755" y="3900622"/>
                <a:chExt cx="570990" cy="523220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146" name="Flowchart: Connector 145">
                  <a:extLst>
                    <a:ext uri="{FF2B5EF4-FFF2-40B4-BE49-F238E27FC236}">
                      <a16:creationId xmlns:a16="http://schemas.microsoft.com/office/drawing/2014/main" id="{F0F952C3-1BD6-CEAB-6774-385CD2D9F07F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8E433C04-A8A0-09CE-74D2-98BA5C182D2D}"/>
                    </a:ext>
                  </a:extLst>
                </p:cNvPr>
                <p:cNvSpPr txBox="1"/>
                <p:nvPr/>
              </p:nvSpPr>
              <p:spPr>
                <a:xfrm>
                  <a:off x="11112755" y="3900622"/>
                  <a:ext cx="57099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Split </a:t>
                  </a:r>
                </a:p>
                <a:p>
                  <a:pPr algn="ctr"/>
                  <a:r>
                    <a:rPr lang="en-US" sz="1400" dirty="0"/>
                    <a:t>2</a:t>
                  </a:r>
                </a:p>
              </p:txBody>
            </p: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A7284FEB-7D99-3F55-B9EC-FA035ACC7940}"/>
                  </a:ext>
                </a:extLst>
              </p:cNvPr>
              <p:cNvGrpSpPr/>
              <p:nvPr/>
            </p:nvGrpSpPr>
            <p:grpSpPr>
              <a:xfrm>
                <a:off x="13620685" y="3531952"/>
                <a:ext cx="570990" cy="523220"/>
                <a:chOff x="11112755" y="3900622"/>
                <a:chExt cx="570990" cy="523220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149" name="Flowchart: Connector 148">
                  <a:extLst>
                    <a:ext uri="{FF2B5EF4-FFF2-40B4-BE49-F238E27FC236}">
                      <a16:creationId xmlns:a16="http://schemas.microsoft.com/office/drawing/2014/main" id="{C97594FC-61E1-9A41-91DE-34C1085FAEBA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2D18610-AA38-1737-E0E1-A39481B7DDF3}"/>
                    </a:ext>
                  </a:extLst>
                </p:cNvPr>
                <p:cNvSpPr txBox="1"/>
                <p:nvPr/>
              </p:nvSpPr>
              <p:spPr>
                <a:xfrm>
                  <a:off x="11112755" y="3900622"/>
                  <a:ext cx="57099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Split </a:t>
                  </a:r>
                </a:p>
                <a:p>
                  <a:pPr algn="ctr"/>
                  <a:r>
                    <a:rPr lang="en-US" sz="1400" dirty="0"/>
                    <a:t>3</a:t>
                  </a:r>
                </a:p>
              </p:txBody>
            </p:sp>
          </p:grp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B575EC54-BA18-4456-E57C-7205B47EFD2E}"/>
                  </a:ext>
                </a:extLst>
              </p:cNvPr>
              <p:cNvGrpSpPr/>
              <p:nvPr/>
            </p:nvGrpSpPr>
            <p:grpSpPr>
              <a:xfrm>
                <a:off x="10199125" y="4380758"/>
                <a:ext cx="595741" cy="523220"/>
                <a:chOff x="11100380" y="3900622"/>
                <a:chExt cx="595741" cy="523220"/>
              </a:xfrm>
              <a:solidFill>
                <a:schemeClr val="accent3">
                  <a:lumMod val="20000"/>
                  <a:lumOff val="80000"/>
                </a:schemeClr>
              </a:solidFill>
            </p:grpSpPr>
            <p:sp>
              <p:nvSpPr>
                <p:cNvPr id="152" name="Flowchart: Connector 151">
                  <a:extLst>
                    <a:ext uri="{FF2B5EF4-FFF2-40B4-BE49-F238E27FC236}">
                      <a16:creationId xmlns:a16="http://schemas.microsoft.com/office/drawing/2014/main" id="{0119B1A4-BB11-176D-39C3-1919C912BF2F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0D477DFA-032F-7760-6563-101B56AAF76E}"/>
                    </a:ext>
                  </a:extLst>
                </p:cNvPr>
                <p:cNvSpPr txBox="1"/>
                <p:nvPr/>
              </p:nvSpPr>
              <p:spPr>
                <a:xfrm>
                  <a:off x="11100380" y="3900622"/>
                  <a:ext cx="59574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conv </a:t>
                  </a:r>
                </a:p>
                <a:p>
                  <a:pPr algn="ctr"/>
                  <a:r>
                    <a:rPr lang="it-IT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</a:t>
                  </a:r>
                  <a:endParaRPr lang="en-US" sz="1400" dirty="0"/>
                </a:p>
              </p:txBody>
            </p: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ACED49AB-4B8B-0CAE-9028-922E76C30EBA}"/>
                  </a:ext>
                </a:extLst>
              </p:cNvPr>
              <p:cNvGrpSpPr/>
              <p:nvPr/>
            </p:nvGrpSpPr>
            <p:grpSpPr>
              <a:xfrm>
                <a:off x="11406834" y="4342796"/>
                <a:ext cx="529312" cy="523220"/>
                <a:chOff x="11133594" y="3900622"/>
                <a:chExt cx="529312" cy="523220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165" name="Flowchart: Connector 164">
                  <a:extLst>
                    <a:ext uri="{FF2B5EF4-FFF2-40B4-BE49-F238E27FC236}">
                      <a16:creationId xmlns:a16="http://schemas.microsoft.com/office/drawing/2014/main" id="{811E571E-8A7B-18E0-410C-C79EEDEF843E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4F5BEFE6-1DD1-AD6C-27CC-CA17FC6645F3}"/>
                    </a:ext>
                  </a:extLst>
                </p:cNvPr>
                <p:cNvSpPr txBox="1"/>
                <p:nvPr/>
              </p:nvSpPr>
              <p:spPr>
                <a:xfrm>
                  <a:off x="11133594" y="3900622"/>
                  <a:ext cx="529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Add </a:t>
                  </a:r>
                </a:p>
                <a:p>
                  <a:pPr algn="ctr"/>
                  <a:r>
                    <a:rPr lang="en-US" sz="1400" dirty="0"/>
                    <a:t>1</a:t>
                  </a:r>
                </a:p>
              </p:txBody>
            </p:sp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0AC760F4-3D8E-11B9-0C53-1D1F9A2B9AF1}"/>
                  </a:ext>
                </a:extLst>
              </p:cNvPr>
              <p:cNvGrpSpPr/>
              <p:nvPr/>
            </p:nvGrpSpPr>
            <p:grpSpPr>
              <a:xfrm>
                <a:off x="12581329" y="4308849"/>
                <a:ext cx="529312" cy="523220"/>
                <a:chOff x="11133594" y="3900622"/>
                <a:chExt cx="529312" cy="523220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180" name="Flowchart: Connector 179">
                  <a:extLst>
                    <a:ext uri="{FF2B5EF4-FFF2-40B4-BE49-F238E27FC236}">
                      <a16:creationId xmlns:a16="http://schemas.microsoft.com/office/drawing/2014/main" id="{007636B8-5186-7989-2F44-DF682EA11D0D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B6C7B2B0-AF64-2885-A5CB-BA08D112ED27}"/>
                    </a:ext>
                  </a:extLst>
                </p:cNvPr>
                <p:cNvSpPr txBox="1"/>
                <p:nvPr/>
              </p:nvSpPr>
              <p:spPr>
                <a:xfrm>
                  <a:off x="11133594" y="3900622"/>
                  <a:ext cx="529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Add </a:t>
                  </a:r>
                </a:p>
                <a:p>
                  <a:pPr algn="ctr"/>
                  <a:r>
                    <a:rPr lang="en-US" sz="1400" dirty="0"/>
                    <a:t>2</a:t>
                  </a:r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C3452381-C610-513E-89D9-929BE3DAA21A}"/>
                  </a:ext>
                </a:extLst>
              </p:cNvPr>
              <p:cNvGrpSpPr/>
              <p:nvPr/>
            </p:nvGrpSpPr>
            <p:grpSpPr>
              <a:xfrm>
                <a:off x="13660574" y="4274902"/>
                <a:ext cx="529312" cy="523220"/>
                <a:chOff x="11133594" y="3900622"/>
                <a:chExt cx="529312" cy="523220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185" name="Flowchart: Connector 184">
                  <a:extLst>
                    <a:ext uri="{FF2B5EF4-FFF2-40B4-BE49-F238E27FC236}">
                      <a16:creationId xmlns:a16="http://schemas.microsoft.com/office/drawing/2014/main" id="{BF8E6CA2-00E0-2BB0-8016-362BD5A5955D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978A467-26A5-C948-AC32-B5132B1F6888}"/>
                    </a:ext>
                  </a:extLst>
                </p:cNvPr>
                <p:cNvSpPr txBox="1"/>
                <p:nvPr/>
              </p:nvSpPr>
              <p:spPr>
                <a:xfrm>
                  <a:off x="11133594" y="3900622"/>
                  <a:ext cx="529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Add </a:t>
                  </a:r>
                </a:p>
                <a:p>
                  <a:pPr algn="ctr"/>
                  <a:r>
                    <a:rPr lang="en-US" sz="1400" dirty="0"/>
                    <a:t>3</a:t>
                  </a:r>
                </a:p>
              </p:txBody>
            </p:sp>
          </p:grpSp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BBE4A33F-30E1-27C3-08BD-F80DC870C15E}"/>
                  </a:ext>
                </a:extLst>
              </p:cNvPr>
              <p:cNvGrpSpPr/>
              <p:nvPr/>
            </p:nvGrpSpPr>
            <p:grpSpPr>
              <a:xfrm>
                <a:off x="10262045" y="5123708"/>
                <a:ext cx="493809" cy="523220"/>
                <a:chOff x="11144250" y="3900622"/>
                <a:chExt cx="493809" cy="52322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92" name="Flowchart: Connector 191">
                  <a:extLst>
                    <a:ext uri="{FF2B5EF4-FFF2-40B4-BE49-F238E27FC236}">
                      <a16:creationId xmlns:a16="http://schemas.microsoft.com/office/drawing/2014/main" id="{19D06CB1-D0BA-FAA5-D8E7-E14CC46CC8BA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4BFFB90A-211C-3826-0617-346E28FB5707}"/>
                    </a:ext>
                  </a:extLst>
                </p:cNvPr>
                <p:cNvSpPr txBox="1"/>
                <p:nvPr/>
              </p:nvSpPr>
              <p:spPr>
                <a:xfrm>
                  <a:off x="11158440" y="3900622"/>
                  <a:ext cx="47961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out </a:t>
                  </a:r>
                </a:p>
                <a:p>
                  <a:pPr algn="ctr"/>
                  <a:r>
                    <a:rPr lang="en-US" sz="1400" dirty="0"/>
                    <a:t>0</a:t>
                  </a:r>
                </a:p>
              </p:txBody>
            </p:sp>
          </p:grpSp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5F520F88-672B-D342-5884-311A0C774D98}"/>
                  </a:ext>
                </a:extLst>
              </p:cNvPr>
              <p:cNvGrpSpPr/>
              <p:nvPr/>
            </p:nvGrpSpPr>
            <p:grpSpPr>
              <a:xfrm>
                <a:off x="11392670" y="5085746"/>
                <a:ext cx="595741" cy="523220"/>
                <a:chOff x="11100380" y="3900622"/>
                <a:chExt cx="595741" cy="523220"/>
              </a:xfrm>
              <a:solidFill>
                <a:schemeClr val="accent3">
                  <a:lumMod val="20000"/>
                  <a:lumOff val="80000"/>
                </a:schemeClr>
              </a:solidFill>
            </p:grpSpPr>
            <p:sp>
              <p:nvSpPr>
                <p:cNvPr id="195" name="Flowchart: Connector 194">
                  <a:extLst>
                    <a:ext uri="{FF2B5EF4-FFF2-40B4-BE49-F238E27FC236}">
                      <a16:creationId xmlns:a16="http://schemas.microsoft.com/office/drawing/2014/main" id="{68E9250F-ACF2-A32F-842A-FCF82B34DA10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9272B299-AF76-A3C7-E4D0-66AFAC9629B8}"/>
                    </a:ext>
                  </a:extLst>
                </p:cNvPr>
                <p:cNvSpPr txBox="1"/>
                <p:nvPr/>
              </p:nvSpPr>
              <p:spPr>
                <a:xfrm>
                  <a:off x="11100380" y="3900622"/>
                  <a:ext cx="59574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conv </a:t>
                  </a:r>
                </a:p>
                <a:p>
                  <a:pPr algn="ctr"/>
                  <a:r>
                    <a:rPr lang="it-IT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</a:t>
                  </a:r>
                  <a:endParaRPr lang="en-US" sz="1400" dirty="0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8016028-5D33-9131-AE81-90F6B0DD634C}"/>
                  </a:ext>
                </a:extLst>
              </p:cNvPr>
              <p:cNvGrpSpPr/>
              <p:nvPr/>
            </p:nvGrpSpPr>
            <p:grpSpPr>
              <a:xfrm>
                <a:off x="12567165" y="5051799"/>
                <a:ext cx="595741" cy="523220"/>
                <a:chOff x="11100380" y="3900622"/>
                <a:chExt cx="595741" cy="523220"/>
              </a:xfrm>
              <a:solidFill>
                <a:schemeClr val="accent3">
                  <a:lumMod val="20000"/>
                  <a:lumOff val="80000"/>
                </a:schemeClr>
              </a:solidFill>
            </p:grpSpPr>
            <p:sp>
              <p:nvSpPr>
                <p:cNvPr id="207" name="Flowchart: Connector 206">
                  <a:extLst>
                    <a:ext uri="{FF2B5EF4-FFF2-40B4-BE49-F238E27FC236}">
                      <a16:creationId xmlns:a16="http://schemas.microsoft.com/office/drawing/2014/main" id="{32BDC7D2-C41A-8337-6886-A1EEE1123920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38E8DDEC-7778-098B-20BD-B4D13B04EA0D}"/>
                    </a:ext>
                  </a:extLst>
                </p:cNvPr>
                <p:cNvSpPr txBox="1"/>
                <p:nvPr/>
              </p:nvSpPr>
              <p:spPr>
                <a:xfrm>
                  <a:off x="11100380" y="3900622"/>
                  <a:ext cx="59574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conv </a:t>
                  </a:r>
                </a:p>
                <a:p>
                  <a:pPr algn="ctr"/>
                  <a:r>
                    <a:rPr lang="it-IT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</a:t>
                  </a:r>
                  <a:endParaRPr lang="en-US" sz="1400" dirty="0"/>
                </a:p>
              </p:txBody>
            </p:sp>
          </p:grpSp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3179CD49-F92A-4065-1AD7-E3A72C388ED0}"/>
                  </a:ext>
                </a:extLst>
              </p:cNvPr>
              <p:cNvGrpSpPr/>
              <p:nvPr/>
            </p:nvGrpSpPr>
            <p:grpSpPr>
              <a:xfrm>
                <a:off x="13646410" y="5017852"/>
                <a:ext cx="595741" cy="523220"/>
                <a:chOff x="11100380" y="3900622"/>
                <a:chExt cx="595741" cy="523220"/>
              </a:xfrm>
              <a:solidFill>
                <a:schemeClr val="accent3">
                  <a:lumMod val="20000"/>
                  <a:lumOff val="80000"/>
                </a:schemeClr>
              </a:solidFill>
            </p:grpSpPr>
            <p:sp>
              <p:nvSpPr>
                <p:cNvPr id="211" name="Flowchart: Connector 210">
                  <a:extLst>
                    <a:ext uri="{FF2B5EF4-FFF2-40B4-BE49-F238E27FC236}">
                      <a16:creationId xmlns:a16="http://schemas.microsoft.com/office/drawing/2014/main" id="{144A2DCC-8E16-1C12-5187-DF5FA3BA5498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EE80E441-AB57-08E4-FE72-AF6BA47D1F36}"/>
                    </a:ext>
                  </a:extLst>
                </p:cNvPr>
                <p:cNvSpPr txBox="1"/>
                <p:nvPr/>
              </p:nvSpPr>
              <p:spPr>
                <a:xfrm>
                  <a:off x="11100380" y="3900622"/>
                  <a:ext cx="59574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conv </a:t>
                  </a:r>
                </a:p>
                <a:p>
                  <a:pPr algn="ctr"/>
                  <a:r>
                    <a:rPr lang="it-IT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</a:t>
                  </a:r>
                  <a:endParaRPr lang="en-US" sz="1400" dirty="0"/>
                </a:p>
              </p:txBody>
            </p: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A7903F1C-EA2F-3845-49F0-364ED297237A}"/>
                  </a:ext>
                </a:extLst>
              </p:cNvPr>
              <p:cNvGrpSpPr/>
              <p:nvPr/>
            </p:nvGrpSpPr>
            <p:grpSpPr>
              <a:xfrm>
                <a:off x="11455590" y="5828696"/>
                <a:ext cx="493809" cy="523220"/>
                <a:chOff x="11144250" y="3900622"/>
                <a:chExt cx="493809" cy="52322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23" name="Flowchart: Connector 222">
                  <a:extLst>
                    <a:ext uri="{FF2B5EF4-FFF2-40B4-BE49-F238E27FC236}">
                      <a16:creationId xmlns:a16="http://schemas.microsoft.com/office/drawing/2014/main" id="{FD0D1D46-357D-830A-1E30-2545F6496185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AE35430B-BB43-5B64-9CD1-C2A4EA6BDBD6}"/>
                    </a:ext>
                  </a:extLst>
                </p:cNvPr>
                <p:cNvSpPr txBox="1"/>
                <p:nvPr/>
              </p:nvSpPr>
              <p:spPr>
                <a:xfrm>
                  <a:off x="11158440" y="3900622"/>
                  <a:ext cx="47961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out </a:t>
                  </a:r>
                </a:p>
                <a:p>
                  <a:pPr algn="ctr"/>
                  <a:r>
                    <a:rPr lang="en-US" sz="1400" dirty="0"/>
                    <a:t>1</a:t>
                  </a:r>
                </a:p>
              </p:txBody>
            </p:sp>
          </p:grpSp>
          <p:grpSp>
            <p:nvGrpSpPr>
              <p:cNvPr id="231" name="Group 230">
                <a:extLst>
                  <a:ext uri="{FF2B5EF4-FFF2-40B4-BE49-F238E27FC236}">
                    <a16:creationId xmlns:a16="http://schemas.microsoft.com/office/drawing/2014/main" id="{6FFBF92B-CFD1-E069-9429-CE760F58163B}"/>
                  </a:ext>
                </a:extLst>
              </p:cNvPr>
              <p:cNvGrpSpPr/>
              <p:nvPr/>
            </p:nvGrpSpPr>
            <p:grpSpPr>
              <a:xfrm>
                <a:off x="12630085" y="5794749"/>
                <a:ext cx="493809" cy="523220"/>
                <a:chOff x="11144250" y="3900622"/>
                <a:chExt cx="493809" cy="52322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32" name="Flowchart: Connector 231">
                  <a:extLst>
                    <a:ext uri="{FF2B5EF4-FFF2-40B4-BE49-F238E27FC236}">
                      <a16:creationId xmlns:a16="http://schemas.microsoft.com/office/drawing/2014/main" id="{9E6878D5-458A-E1B9-E1CE-BE025ECF7A29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1C708B59-51DD-6EF0-E4EB-4777AE10BEFB}"/>
                    </a:ext>
                  </a:extLst>
                </p:cNvPr>
                <p:cNvSpPr txBox="1"/>
                <p:nvPr/>
              </p:nvSpPr>
              <p:spPr>
                <a:xfrm>
                  <a:off x="11158441" y="3900622"/>
                  <a:ext cx="47961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out </a:t>
                  </a:r>
                </a:p>
                <a:p>
                  <a:pPr algn="ctr"/>
                  <a:r>
                    <a:rPr lang="en-US" sz="1400" dirty="0"/>
                    <a:t>2</a:t>
                  </a:r>
                </a:p>
              </p:txBody>
            </p:sp>
          </p:grp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3AB57EF4-031C-870E-9E0E-AAD0D81E3B88}"/>
                  </a:ext>
                </a:extLst>
              </p:cNvPr>
              <p:cNvGrpSpPr/>
              <p:nvPr/>
            </p:nvGrpSpPr>
            <p:grpSpPr>
              <a:xfrm>
                <a:off x="13709330" y="5760802"/>
                <a:ext cx="493809" cy="523220"/>
                <a:chOff x="11144250" y="3900622"/>
                <a:chExt cx="493809" cy="52322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35" name="Flowchart: Connector 234">
                  <a:extLst>
                    <a:ext uri="{FF2B5EF4-FFF2-40B4-BE49-F238E27FC236}">
                      <a16:creationId xmlns:a16="http://schemas.microsoft.com/office/drawing/2014/main" id="{43DAD223-1413-7D70-977E-A543B60AF6C5}"/>
                    </a:ext>
                  </a:extLst>
                </p:cNvPr>
                <p:cNvSpPr/>
                <p:nvPr/>
              </p:nvSpPr>
              <p:spPr>
                <a:xfrm>
                  <a:off x="11144250" y="3913322"/>
                  <a:ext cx="457200" cy="457200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F7D54AA7-DC82-B59B-A0BE-B7422236EDDC}"/>
                    </a:ext>
                  </a:extLst>
                </p:cNvPr>
                <p:cNvSpPr txBox="1"/>
                <p:nvPr/>
              </p:nvSpPr>
              <p:spPr>
                <a:xfrm>
                  <a:off x="11158440" y="3900622"/>
                  <a:ext cx="47961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out </a:t>
                  </a:r>
                </a:p>
                <a:p>
                  <a:pPr algn="ctr"/>
                  <a:r>
                    <a:rPr lang="en-US" sz="1400" dirty="0"/>
                    <a:t>3</a:t>
                  </a:r>
                </a:p>
              </p:txBody>
            </p:sp>
          </p:grp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0E99CBAA-04B2-BFA3-0481-4ED891FF7488}"/>
                  </a:ext>
                </a:extLst>
              </p:cNvPr>
              <p:cNvCxnSpPr>
                <a:stCxn id="135" idx="4"/>
                <a:endCxn id="137" idx="0"/>
              </p:cNvCxnSpPr>
              <p:nvPr/>
            </p:nvCxnSpPr>
            <p:spPr>
              <a:xfrm flipH="1">
                <a:off x="10477945" y="3080338"/>
                <a:ext cx="1650425" cy="55747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9B7FF22C-A3CA-ABAF-671B-B2F1A170AD13}"/>
                  </a:ext>
                </a:extLst>
              </p:cNvPr>
              <p:cNvCxnSpPr>
                <a:stCxn id="135" idx="4"/>
                <a:endCxn id="141" idx="0"/>
              </p:cNvCxnSpPr>
              <p:nvPr/>
            </p:nvCxnSpPr>
            <p:spPr>
              <a:xfrm flipH="1">
                <a:off x="11652440" y="3080338"/>
                <a:ext cx="475930" cy="5195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32E8729B-0B73-B0D0-05C2-A3EF37F6FCBF}"/>
                  </a:ext>
                </a:extLst>
              </p:cNvPr>
              <p:cNvCxnSpPr>
                <a:stCxn id="135" idx="4"/>
                <a:endCxn id="147" idx="0"/>
              </p:cNvCxnSpPr>
              <p:nvPr/>
            </p:nvCxnSpPr>
            <p:spPr>
              <a:xfrm>
                <a:off x="12128370" y="3080338"/>
                <a:ext cx="698565" cy="4855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C8B2336E-405E-6A56-180B-B1AC10FB262B}"/>
                  </a:ext>
                </a:extLst>
              </p:cNvPr>
              <p:cNvCxnSpPr>
                <a:stCxn id="135" idx="4"/>
                <a:endCxn id="150" idx="0"/>
              </p:cNvCxnSpPr>
              <p:nvPr/>
            </p:nvCxnSpPr>
            <p:spPr>
              <a:xfrm>
                <a:off x="12128370" y="3080338"/>
                <a:ext cx="1777810" cy="4516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550AC67D-7C6D-D32D-D6D5-01491AC682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458895" y="4118907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133BE723-21C2-ABAC-0B3A-FBFFBFF472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49520" y="4080807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532078C7-B1DB-E195-F384-A167935267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821095" y="4052232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990FE02F-41C1-6090-6040-1ED38E87CF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906037" y="4014131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087A4A93-8C0B-4051-AE44-7543A713D2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918737" y="4750731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253D73C2-3CEB-CBB8-7432-F1B8C7B771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839237" y="4788831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467564F3-ED9F-B72C-3C12-75A68C2C66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70837" y="4814231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983B82F4-002E-6107-05DD-9BDA723158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489737" y="4852331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D4A8119F-91FF-837F-9C10-BAD6D03553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83537" y="5563531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92114F17-07B0-0AE5-A3F8-EA3BD7F8AC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851937" y="5525431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3BE18D3C-A117-273B-A111-8F27252985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931437" y="5500031"/>
                <a:ext cx="0" cy="2658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F5BE24F0-3E03-370D-65C6-4139C27CEC07}"/>
                  </a:ext>
                </a:extLst>
              </p:cNvPr>
              <p:cNvCxnSpPr>
                <a:cxnSpLocks/>
                <a:stCxn id="166" idx="1"/>
                <a:endCxn id="193" idx="0"/>
              </p:cNvCxnSpPr>
              <p:nvPr/>
            </p:nvCxnSpPr>
            <p:spPr>
              <a:xfrm flipH="1">
                <a:off x="10516045" y="4604406"/>
                <a:ext cx="890789" cy="519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2762C0DB-D559-7C8C-4C20-9FE2D1FD37F5}"/>
                  </a:ext>
                </a:extLst>
              </p:cNvPr>
              <p:cNvCxnSpPr>
                <a:stCxn id="182" idx="1"/>
                <a:endCxn id="228" idx="0"/>
              </p:cNvCxnSpPr>
              <p:nvPr/>
            </p:nvCxnSpPr>
            <p:spPr>
              <a:xfrm flipH="1">
                <a:off x="11709590" y="4570459"/>
                <a:ext cx="871739" cy="125823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FF83C5DA-4233-8C58-2F23-056C1B8B3184}"/>
                  </a:ext>
                </a:extLst>
              </p:cNvPr>
              <p:cNvCxnSpPr>
                <a:stCxn id="189" idx="1"/>
                <a:endCxn id="233" idx="0"/>
              </p:cNvCxnSpPr>
              <p:nvPr/>
            </p:nvCxnSpPr>
            <p:spPr>
              <a:xfrm flipH="1">
                <a:off x="12884085" y="4536512"/>
                <a:ext cx="776489" cy="125823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6" name="Flowchart: Connector 285">
                <a:extLst>
                  <a:ext uri="{FF2B5EF4-FFF2-40B4-BE49-F238E27FC236}">
                    <a16:creationId xmlns:a16="http://schemas.microsoft.com/office/drawing/2014/main" id="{6A952F5F-79E5-2490-2753-6E3A55F2109A}"/>
                  </a:ext>
                </a:extLst>
              </p:cNvPr>
              <p:cNvSpPr/>
              <p:nvPr/>
            </p:nvSpPr>
            <p:spPr>
              <a:xfrm>
                <a:off x="12014070" y="6725238"/>
                <a:ext cx="457200" cy="457200"/>
              </a:xfrm>
              <a:prstGeom prst="flowChartConnector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AAE44D66-EB60-0F07-883F-6941AAC71232}"/>
                  </a:ext>
                </a:extLst>
              </p:cNvPr>
              <p:cNvCxnSpPr>
                <a:cxnSpLocks/>
                <a:endCxn id="286" idx="0"/>
              </p:cNvCxnSpPr>
              <p:nvPr/>
            </p:nvCxnSpPr>
            <p:spPr>
              <a:xfrm>
                <a:off x="10403681" y="5576888"/>
                <a:ext cx="1838989" cy="11483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D9B65F36-8E7F-C8A7-11D7-29F831A4F64A}"/>
                  </a:ext>
                </a:extLst>
              </p:cNvPr>
              <p:cNvCxnSpPr>
                <a:cxnSpLocks/>
                <a:endCxn id="286" idx="0"/>
              </p:cNvCxnSpPr>
              <p:nvPr/>
            </p:nvCxnSpPr>
            <p:spPr>
              <a:xfrm>
                <a:off x="11827711" y="6238875"/>
                <a:ext cx="414959" cy="48636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D20488C5-A25B-2FA4-835D-0A2A905EBFF0}"/>
                  </a:ext>
                </a:extLst>
              </p:cNvPr>
              <p:cNvCxnSpPr>
                <a:cxnSpLocks/>
                <a:endCxn id="286" idx="0"/>
              </p:cNvCxnSpPr>
              <p:nvPr/>
            </p:nvCxnSpPr>
            <p:spPr>
              <a:xfrm flipH="1">
                <a:off x="12242670" y="6187466"/>
                <a:ext cx="457200" cy="53777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E3B7ADD8-D16B-C0AA-5C47-0FD105D9DDF6}"/>
                  </a:ext>
                </a:extLst>
              </p:cNvPr>
              <p:cNvCxnSpPr>
                <a:cxnSpLocks/>
                <a:stCxn id="237" idx="1"/>
                <a:endCxn id="286" idx="0"/>
              </p:cNvCxnSpPr>
              <p:nvPr/>
            </p:nvCxnSpPr>
            <p:spPr>
              <a:xfrm flipH="1">
                <a:off x="12242670" y="6022412"/>
                <a:ext cx="1480850" cy="7028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744E43A2-DD29-55C6-80FA-B910A0C4768F}"/>
                  </a:ext>
                </a:extLst>
              </p:cNvPr>
              <p:cNvSpPr txBox="1"/>
              <p:nvPr/>
            </p:nvSpPr>
            <p:spPr>
              <a:xfrm>
                <a:off x="11641978" y="7152205"/>
                <a:ext cx="13311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Concatenated </a:t>
                </a:r>
              </a:p>
              <a:p>
                <a:pPr algn="ctr"/>
                <a:r>
                  <a:rPr lang="en-US" sz="1400" dirty="0"/>
                  <a:t>Output </a:t>
                </a:r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2A5194F6-0239-B8DA-43EE-2971C087E000}"/>
                  </a:ext>
                </a:extLst>
              </p:cNvPr>
              <p:cNvSpPr txBox="1"/>
              <p:nvPr/>
            </p:nvSpPr>
            <p:spPr>
              <a:xfrm>
                <a:off x="11835376" y="2690458"/>
                <a:ext cx="5902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Input</a:t>
                </a:r>
              </a:p>
            </p:txBody>
          </p:sp>
        </p:grp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0C9F7FFF-7C1B-EA0E-D45C-0B59EFE41668}"/>
                </a:ext>
              </a:extLst>
            </p:cNvPr>
            <p:cNvGrpSpPr/>
            <p:nvPr/>
          </p:nvGrpSpPr>
          <p:grpSpPr>
            <a:xfrm>
              <a:off x="1198234" y="4169705"/>
              <a:ext cx="6953043" cy="4998086"/>
              <a:chOff x="7255122" y="6567220"/>
              <a:chExt cx="6953043" cy="4998086"/>
            </a:xfrm>
          </p:grpSpPr>
          <p:sp>
            <p:nvSpPr>
              <p:cNvPr id="344" name="Rectangle: Rounded Corners 343">
                <a:extLst>
                  <a:ext uri="{FF2B5EF4-FFF2-40B4-BE49-F238E27FC236}">
                    <a16:creationId xmlns:a16="http://schemas.microsoft.com/office/drawing/2014/main" id="{237950C2-6547-D081-1680-59F8307D101E}"/>
                  </a:ext>
                </a:extLst>
              </p:cNvPr>
              <p:cNvSpPr/>
              <p:nvPr/>
            </p:nvSpPr>
            <p:spPr>
              <a:xfrm>
                <a:off x="9049908" y="6567220"/>
                <a:ext cx="1737492" cy="522061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</a:t>
                </a: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(batch, input_dim)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5" name="Rectangle: Rounded Corners 344">
                <a:extLst>
                  <a:ext uri="{FF2B5EF4-FFF2-40B4-BE49-F238E27FC236}">
                    <a16:creationId xmlns:a16="http://schemas.microsoft.com/office/drawing/2014/main" id="{A05EE5C3-5DDC-9758-CF0C-77EABDE78672}"/>
                  </a:ext>
                </a:extLst>
              </p:cNvPr>
              <p:cNvSpPr/>
              <p:nvPr/>
            </p:nvSpPr>
            <p:spPr>
              <a:xfrm>
                <a:off x="11280336" y="7515656"/>
                <a:ext cx="1505429" cy="702826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 Center (0..1) </a:t>
                </a: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(1, Grid, 1)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6" name="Rectangle: Rounded Corners 345">
                <a:extLst>
                  <a:ext uri="{FF2B5EF4-FFF2-40B4-BE49-F238E27FC236}">
                    <a16:creationId xmlns:a16="http://schemas.microsoft.com/office/drawing/2014/main" id="{9CF600F0-0407-8C88-2BD0-2ABAD4A2B4D4}"/>
                  </a:ext>
                </a:extLst>
              </p:cNvPr>
              <p:cNvSpPr/>
              <p:nvPr/>
            </p:nvSpPr>
            <p:spPr>
              <a:xfrm>
                <a:off x="9396271" y="10745751"/>
                <a:ext cx="1391129" cy="318812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Dropout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9" name="Rectangle: Rounded Corners 348">
                <a:extLst>
                  <a:ext uri="{FF2B5EF4-FFF2-40B4-BE49-F238E27FC236}">
                    <a16:creationId xmlns:a16="http://schemas.microsoft.com/office/drawing/2014/main" id="{534090A2-79AA-00D5-884F-62382615B3B5}"/>
                  </a:ext>
                </a:extLst>
              </p:cNvPr>
              <p:cNvSpPr/>
              <p:nvPr/>
            </p:nvSpPr>
            <p:spPr>
              <a:xfrm>
                <a:off x="7255122" y="7515657"/>
                <a:ext cx="1737492" cy="522061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 (x ⊗ w)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0" name="Rectangle: Rounded Corners 349">
                <a:extLst>
                  <a:ext uri="{FF2B5EF4-FFF2-40B4-BE49-F238E27FC236}">
                    <a16:creationId xmlns:a16="http://schemas.microsoft.com/office/drawing/2014/main" id="{621C4272-A95F-8759-D39F-854DBD3ED0D8}"/>
                  </a:ext>
                </a:extLst>
              </p:cNvPr>
              <p:cNvSpPr/>
              <p:nvPr/>
            </p:nvSpPr>
            <p:spPr>
              <a:xfrm>
                <a:off x="7276398" y="8559780"/>
                <a:ext cx="1737492" cy="522061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out (input_dim, unit)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1" name="Rectangle: Rounded Corners 350">
                <a:extLst>
                  <a:ext uri="{FF2B5EF4-FFF2-40B4-BE49-F238E27FC236}">
                    <a16:creationId xmlns:a16="http://schemas.microsoft.com/office/drawing/2014/main" id="{1A455B24-3C41-AFB4-6F64-238998FD13AD}"/>
                  </a:ext>
                </a:extLst>
              </p:cNvPr>
              <p:cNvSpPr/>
              <p:nvPr/>
            </p:nvSpPr>
            <p:spPr>
              <a:xfrm>
                <a:off x="12817036" y="7515656"/>
                <a:ext cx="1391129" cy="702826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Expand Dims</a:t>
                </a: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(B, 1, D)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2" name="Rectangle: Rounded Corners 351">
                <a:extLst>
                  <a:ext uri="{FF2B5EF4-FFF2-40B4-BE49-F238E27FC236}">
                    <a16:creationId xmlns:a16="http://schemas.microsoft.com/office/drawing/2014/main" id="{46E23C0A-89EA-9FC0-4E89-4230C610E627}"/>
                  </a:ext>
                </a:extLst>
              </p:cNvPr>
              <p:cNvSpPr/>
              <p:nvPr/>
            </p:nvSpPr>
            <p:spPr>
              <a:xfrm>
                <a:off x="11451787" y="8485527"/>
                <a:ext cx="2613326" cy="702826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RBF Basic Calc exp(−(x−grid)^2)</a:t>
                </a: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Spline_basis (B, Grid, D)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3" name="Rectangle: Rounded Corners 352">
                <a:extLst>
                  <a:ext uri="{FF2B5EF4-FFF2-40B4-BE49-F238E27FC236}">
                    <a16:creationId xmlns:a16="http://schemas.microsoft.com/office/drawing/2014/main" id="{C68538BC-8436-875B-3734-26A6BB1026BC}"/>
                  </a:ext>
                </a:extLst>
              </p:cNvPr>
              <p:cNvSpPr/>
              <p:nvPr/>
            </p:nvSpPr>
            <p:spPr>
              <a:xfrm>
                <a:off x="11468875" y="9422814"/>
                <a:ext cx="2596238" cy="522061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Einsum (basis, spline_w)</a:t>
                </a:r>
              </a:p>
            </p:txBody>
          </p:sp>
          <p:sp>
            <p:nvSpPr>
              <p:cNvPr id="355" name="Rectangle: Rounded Corners 354">
                <a:extLst>
                  <a:ext uri="{FF2B5EF4-FFF2-40B4-BE49-F238E27FC236}">
                    <a16:creationId xmlns:a16="http://schemas.microsoft.com/office/drawing/2014/main" id="{96E1F924-5B75-46C9-8316-E1936193FBA7}"/>
                  </a:ext>
                </a:extLst>
              </p:cNvPr>
              <p:cNvSpPr/>
              <p:nvPr/>
            </p:nvSpPr>
            <p:spPr>
              <a:xfrm>
                <a:off x="11508936" y="10159414"/>
                <a:ext cx="2596238" cy="522061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Spline_out</a:t>
                </a: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Weights (Grid, input_dim, unit)</a:t>
                </a:r>
              </a:p>
            </p:txBody>
          </p:sp>
          <p:grpSp>
            <p:nvGrpSpPr>
              <p:cNvPr id="356" name="Group 355">
                <a:extLst>
                  <a:ext uri="{FF2B5EF4-FFF2-40B4-BE49-F238E27FC236}">
                    <a16:creationId xmlns:a16="http://schemas.microsoft.com/office/drawing/2014/main" id="{AC8A0C34-B790-D9CB-0D79-F3F753A664DE}"/>
                  </a:ext>
                </a:extLst>
              </p:cNvPr>
              <p:cNvGrpSpPr/>
              <p:nvPr/>
            </p:nvGrpSpPr>
            <p:grpSpPr>
              <a:xfrm>
                <a:off x="9886004" y="10266827"/>
                <a:ext cx="345281" cy="364758"/>
                <a:chOff x="8265319" y="7076261"/>
                <a:chExt cx="155448" cy="155448"/>
              </a:xfrm>
            </p:grpSpPr>
            <p:sp>
              <p:nvSpPr>
                <p:cNvPr id="357" name="Cross 356">
                  <a:extLst>
                    <a:ext uri="{FF2B5EF4-FFF2-40B4-BE49-F238E27FC236}">
                      <a16:creationId xmlns:a16="http://schemas.microsoft.com/office/drawing/2014/main" id="{80B0B1BA-30E2-87F8-2EF3-ECF153D406A3}"/>
                    </a:ext>
                  </a:extLst>
                </p:cNvPr>
                <p:cNvSpPr/>
                <p:nvPr/>
              </p:nvSpPr>
              <p:spPr>
                <a:xfrm>
                  <a:off x="8272466" y="7084191"/>
                  <a:ext cx="137160" cy="137160"/>
                </a:xfrm>
                <a:prstGeom prst="plus">
                  <a:avLst>
                    <a:gd name="adj" fmla="val 44444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8" name="Flowchart: Connector 357">
                  <a:extLst>
                    <a:ext uri="{FF2B5EF4-FFF2-40B4-BE49-F238E27FC236}">
                      <a16:creationId xmlns:a16="http://schemas.microsoft.com/office/drawing/2014/main" id="{FF9B7927-5024-4BC6-5073-DAE93467EDA7}"/>
                    </a:ext>
                  </a:extLst>
                </p:cNvPr>
                <p:cNvSpPr/>
                <p:nvPr/>
              </p:nvSpPr>
              <p:spPr>
                <a:xfrm>
                  <a:off x="8265319" y="7076261"/>
                  <a:ext cx="155448" cy="155448"/>
                </a:xfrm>
                <a:prstGeom prst="flowChartConnector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360" name="Straight Arrow Connector 359">
                <a:extLst>
                  <a:ext uri="{FF2B5EF4-FFF2-40B4-BE49-F238E27FC236}">
                    <a16:creationId xmlns:a16="http://schemas.microsoft.com/office/drawing/2014/main" id="{08971627-1827-DFD6-8B3D-8AD9ABFBDA31}"/>
                  </a:ext>
                </a:extLst>
              </p:cNvPr>
              <p:cNvCxnSpPr>
                <a:stCxn id="344" idx="2"/>
              </p:cNvCxnSpPr>
              <p:nvPr/>
            </p:nvCxnSpPr>
            <p:spPr>
              <a:xfrm>
                <a:off x="9918654" y="7089281"/>
                <a:ext cx="2898382" cy="426375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62" name="Straight Arrow Connector 361">
                <a:extLst>
                  <a:ext uri="{FF2B5EF4-FFF2-40B4-BE49-F238E27FC236}">
                    <a16:creationId xmlns:a16="http://schemas.microsoft.com/office/drawing/2014/main" id="{B17AF67E-105F-31B0-7FAF-7FA8D092EA16}"/>
                  </a:ext>
                </a:extLst>
              </p:cNvPr>
              <p:cNvCxnSpPr>
                <a:stCxn id="345" idx="2"/>
                <a:endCxn id="352" idx="0"/>
              </p:cNvCxnSpPr>
              <p:nvPr/>
            </p:nvCxnSpPr>
            <p:spPr>
              <a:xfrm>
                <a:off x="12033051" y="8218482"/>
                <a:ext cx="725399" cy="267045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64" name="Straight Arrow Connector 363">
                <a:extLst>
                  <a:ext uri="{FF2B5EF4-FFF2-40B4-BE49-F238E27FC236}">
                    <a16:creationId xmlns:a16="http://schemas.microsoft.com/office/drawing/2014/main" id="{8C43C074-A654-1488-8640-41E4F5677A79}"/>
                  </a:ext>
                </a:extLst>
              </p:cNvPr>
              <p:cNvCxnSpPr>
                <a:stCxn id="351" idx="2"/>
                <a:endCxn id="352" idx="0"/>
              </p:cNvCxnSpPr>
              <p:nvPr/>
            </p:nvCxnSpPr>
            <p:spPr>
              <a:xfrm flipH="1">
                <a:off x="12758450" y="8218482"/>
                <a:ext cx="754151" cy="267045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66" name="Straight Arrow Connector 365">
                <a:extLst>
                  <a:ext uri="{FF2B5EF4-FFF2-40B4-BE49-F238E27FC236}">
                    <a16:creationId xmlns:a16="http://schemas.microsoft.com/office/drawing/2014/main" id="{B95FB760-2A22-DCF0-8F87-C2180DAECE6E}"/>
                  </a:ext>
                </a:extLst>
              </p:cNvPr>
              <p:cNvCxnSpPr>
                <a:stCxn id="352" idx="2"/>
                <a:endCxn id="353" idx="0"/>
              </p:cNvCxnSpPr>
              <p:nvPr/>
            </p:nvCxnSpPr>
            <p:spPr>
              <a:xfrm>
                <a:off x="12758450" y="9188353"/>
                <a:ext cx="8544" cy="234461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68" name="Straight Arrow Connector 367">
                <a:extLst>
                  <a:ext uri="{FF2B5EF4-FFF2-40B4-BE49-F238E27FC236}">
                    <a16:creationId xmlns:a16="http://schemas.microsoft.com/office/drawing/2014/main" id="{E8BD62AD-3BED-2393-6DA2-443FCB811FB9}"/>
                  </a:ext>
                </a:extLst>
              </p:cNvPr>
              <p:cNvCxnSpPr>
                <a:stCxn id="353" idx="2"/>
                <a:endCxn id="355" idx="0"/>
              </p:cNvCxnSpPr>
              <p:nvPr/>
            </p:nvCxnSpPr>
            <p:spPr>
              <a:xfrm>
                <a:off x="12766994" y="9944875"/>
                <a:ext cx="0" cy="214539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70" name="Straight Arrow Connector 369">
                <a:extLst>
                  <a:ext uri="{FF2B5EF4-FFF2-40B4-BE49-F238E27FC236}">
                    <a16:creationId xmlns:a16="http://schemas.microsoft.com/office/drawing/2014/main" id="{11286E45-2638-F227-495F-89D202A6A2D2}"/>
                  </a:ext>
                </a:extLst>
              </p:cNvPr>
              <p:cNvCxnSpPr>
                <a:stCxn id="344" idx="2"/>
                <a:endCxn id="349" idx="0"/>
              </p:cNvCxnSpPr>
              <p:nvPr/>
            </p:nvCxnSpPr>
            <p:spPr>
              <a:xfrm flipH="1">
                <a:off x="8123868" y="7089281"/>
                <a:ext cx="1794786" cy="426376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72" name="Straight Arrow Connector 371">
                <a:extLst>
                  <a:ext uri="{FF2B5EF4-FFF2-40B4-BE49-F238E27FC236}">
                    <a16:creationId xmlns:a16="http://schemas.microsoft.com/office/drawing/2014/main" id="{E3E7F83E-0324-C209-512A-AA6A4C1020D7}"/>
                  </a:ext>
                </a:extLst>
              </p:cNvPr>
              <p:cNvCxnSpPr>
                <a:stCxn id="349" idx="2"/>
                <a:endCxn id="350" idx="0"/>
              </p:cNvCxnSpPr>
              <p:nvPr/>
            </p:nvCxnSpPr>
            <p:spPr>
              <a:xfrm>
                <a:off x="8123868" y="8037718"/>
                <a:ext cx="0" cy="522062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74" name="Connector: Elbow 373">
                <a:extLst>
                  <a:ext uri="{FF2B5EF4-FFF2-40B4-BE49-F238E27FC236}">
                    <a16:creationId xmlns:a16="http://schemas.microsoft.com/office/drawing/2014/main" id="{DD7EF647-35D1-0ACF-C036-9A9256425A08}"/>
                  </a:ext>
                </a:extLst>
              </p:cNvPr>
              <p:cNvCxnSpPr>
                <a:endCxn id="358" idx="2"/>
              </p:cNvCxnSpPr>
              <p:nvPr/>
            </p:nvCxnSpPr>
            <p:spPr>
              <a:xfrm>
                <a:off x="8005582" y="8936701"/>
                <a:ext cx="1880422" cy="1512505"/>
              </a:xfrm>
              <a:prstGeom prst="bentConnector3">
                <a:avLst>
                  <a:gd name="adj1" fmla="val 5232"/>
                </a:avLst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77" name="Straight Arrow Connector 376">
                <a:extLst>
                  <a:ext uri="{FF2B5EF4-FFF2-40B4-BE49-F238E27FC236}">
                    <a16:creationId xmlns:a16="http://schemas.microsoft.com/office/drawing/2014/main" id="{76DF786A-C95E-85BF-D7BF-9C7DFBCBB1CE}"/>
                  </a:ext>
                </a:extLst>
              </p:cNvPr>
              <p:cNvCxnSpPr>
                <a:stCxn id="355" idx="1"/>
                <a:endCxn id="358" idx="6"/>
              </p:cNvCxnSpPr>
              <p:nvPr/>
            </p:nvCxnSpPr>
            <p:spPr>
              <a:xfrm flipH="1">
                <a:off x="10231285" y="10420445"/>
                <a:ext cx="1277651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78" name="Rectangle: Rounded Corners 377">
                <a:extLst>
                  <a:ext uri="{FF2B5EF4-FFF2-40B4-BE49-F238E27FC236}">
                    <a16:creationId xmlns:a16="http://schemas.microsoft.com/office/drawing/2014/main" id="{DB180983-1124-D7DD-EB8D-34B82AEDCDF3}"/>
                  </a:ext>
                </a:extLst>
              </p:cNvPr>
              <p:cNvSpPr/>
              <p:nvPr/>
            </p:nvSpPr>
            <p:spPr>
              <a:xfrm>
                <a:off x="9418043" y="11246494"/>
                <a:ext cx="1391129" cy="318812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80" name="Straight Arrow Connector 379">
                <a:extLst>
                  <a:ext uri="{FF2B5EF4-FFF2-40B4-BE49-F238E27FC236}">
                    <a16:creationId xmlns:a16="http://schemas.microsoft.com/office/drawing/2014/main" id="{DBBAF3F7-B4CC-80D9-E927-B5D7BCE63499}"/>
                  </a:ext>
                </a:extLst>
              </p:cNvPr>
              <p:cNvCxnSpPr>
                <a:stCxn id="358" idx="4"/>
                <a:endCxn id="346" idx="0"/>
              </p:cNvCxnSpPr>
              <p:nvPr/>
            </p:nvCxnSpPr>
            <p:spPr>
              <a:xfrm>
                <a:off x="10058645" y="10631585"/>
                <a:ext cx="0" cy="114166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82" name="Straight Arrow Connector 381">
                <a:extLst>
                  <a:ext uri="{FF2B5EF4-FFF2-40B4-BE49-F238E27FC236}">
                    <a16:creationId xmlns:a16="http://schemas.microsoft.com/office/drawing/2014/main" id="{6B112A29-9EAF-C2D9-5EB9-D7611FADBEAD}"/>
                  </a:ext>
                </a:extLst>
              </p:cNvPr>
              <p:cNvCxnSpPr>
                <a:cxnSpLocks/>
                <a:stCxn id="346" idx="2"/>
                <a:endCxn id="378" idx="0"/>
              </p:cNvCxnSpPr>
              <p:nvPr/>
            </p:nvCxnSpPr>
            <p:spPr>
              <a:xfrm>
                <a:off x="10091836" y="11064563"/>
                <a:ext cx="0" cy="181931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22FBD06C-4A17-5B9D-9671-E3427F16FDA4}"/>
                </a:ext>
              </a:extLst>
            </p:cNvPr>
            <p:cNvCxnSpPr>
              <a:stCxn id="18" idx="2"/>
              <a:endCxn id="19" idx="0"/>
            </p:cNvCxnSpPr>
            <p:nvPr/>
          </p:nvCxnSpPr>
          <p:spPr>
            <a:xfrm>
              <a:off x="10095631" y="4116842"/>
              <a:ext cx="0" cy="1057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Arrow Connector 409">
              <a:extLst>
                <a:ext uri="{FF2B5EF4-FFF2-40B4-BE49-F238E27FC236}">
                  <a16:creationId xmlns:a16="http://schemas.microsoft.com/office/drawing/2014/main" id="{1F0B6643-9784-E180-8F77-4EF232221407}"/>
                </a:ext>
              </a:extLst>
            </p:cNvPr>
            <p:cNvCxnSpPr>
              <a:stCxn id="17" idx="2"/>
              <a:endCxn id="18" idx="0"/>
            </p:cNvCxnSpPr>
            <p:nvPr/>
          </p:nvCxnSpPr>
          <p:spPr>
            <a:xfrm>
              <a:off x="10095631" y="3489054"/>
              <a:ext cx="0" cy="1057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id="{4D2C9787-CE08-2894-A8D1-60D0FEFAEF8A}"/>
                </a:ext>
              </a:extLst>
            </p:cNvPr>
            <p:cNvCxnSpPr>
              <a:stCxn id="23" idx="2"/>
              <a:endCxn id="34" idx="0"/>
            </p:cNvCxnSpPr>
            <p:nvPr/>
          </p:nvCxnSpPr>
          <p:spPr>
            <a:xfrm>
              <a:off x="10114681" y="6003654"/>
              <a:ext cx="0" cy="136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Arrow Connector 415">
              <a:extLst>
                <a:ext uri="{FF2B5EF4-FFF2-40B4-BE49-F238E27FC236}">
                  <a16:creationId xmlns:a16="http://schemas.microsoft.com/office/drawing/2014/main" id="{22F90141-265D-BAD8-37BD-039E4CDDAF4B}"/>
                </a:ext>
              </a:extLst>
            </p:cNvPr>
            <p:cNvCxnSpPr>
              <a:stCxn id="45" idx="2"/>
              <a:endCxn id="46" idx="0"/>
            </p:cNvCxnSpPr>
            <p:nvPr/>
          </p:nvCxnSpPr>
          <p:spPr>
            <a:xfrm>
              <a:off x="10114681" y="7889604"/>
              <a:ext cx="0" cy="1057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Arrow Connector 417">
              <a:extLst>
                <a:ext uri="{FF2B5EF4-FFF2-40B4-BE49-F238E27FC236}">
                  <a16:creationId xmlns:a16="http://schemas.microsoft.com/office/drawing/2014/main" id="{58844251-00C0-CEA9-2A7D-7CF537DC7AF0}"/>
                </a:ext>
              </a:extLst>
            </p:cNvPr>
            <p:cNvCxnSpPr>
              <a:stCxn id="46" idx="2"/>
              <a:endCxn id="47" idx="0"/>
            </p:cNvCxnSpPr>
            <p:nvPr/>
          </p:nvCxnSpPr>
          <p:spPr>
            <a:xfrm>
              <a:off x="10114681" y="8517392"/>
              <a:ext cx="0" cy="1133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Arrow Connector 419">
              <a:extLst>
                <a:ext uri="{FF2B5EF4-FFF2-40B4-BE49-F238E27FC236}">
                  <a16:creationId xmlns:a16="http://schemas.microsoft.com/office/drawing/2014/main" id="{8DE9B424-24D3-6FF6-9A37-781CB470B21E}"/>
                </a:ext>
              </a:extLst>
            </p:cNvPr>
            <p:cNvCxnSpPr>
              <a:stCxn id="43" idx="2"/>
              <a:endCxn id="225" idx="0"/>
            </p:cNvCxnSpPr>
            <p:nvPr/>
          </p:nvCxnSpPr>
          <p:spPr>
            <a:xfrm flipH="1">
              <a:off x="10084742" y="9328969"/>
              <a:ext cx="1721" cy="2425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5FB98503-4C05-9796-2B11-C14CA3D27B40}"/>
                </a:ext>
              </a:extLst>
            </p:cNvPr>
            <p:cNvCxnSpPr>
              <a:stCxn id="226" idx="2"/>
              <a:endCxn id="51" idx="0"/>
            </p:cNvCxnSpPr>
            <p:nvPr/>
          </p:nvCxnSpPr>
          <p:spPr>
            <a:xfrm>
              <a:off x="10086463" y="10785243"/>
              <a:ext cx="0" cy="1827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Arrow Connector 423">
              <a:extLst>
                <a:ext uri="{FF2B5EF4-FFF2-40B4-BE49-F238E27FC236}">
                  <a16:creationId xmlns:a16="http://schemas.microsoft.com/office/drawing/2014/main" id="{69501D61-A1C9-3925-930A-FB383352A536}"/>
                </a:ext>
              </a:extLst>
            </p:cNvPr>
            <p:cNvCxnSpPr>
              <a:stCxn id="22" idx="2"/>
              <a:endCxn id="50" idx="0"/>
            </p:cNvCxnSpPr>
            <p:nvPr/>
          </p:nvCxnSpPr>
          <p:spPr>
            <a:xfrm>
              <a:off x="10086463" y="6833419"/>
              <a:ext cx="0" cy="1483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Arrow Connector 425">
              <a:extLst>
                <a:ext uri="{FF2B5EF4-FFF2-40B4-BE49-F238E27FC236}">
                  <a16:creationId xmlns:a16="http://schemas.microsoft.com/office/drawing/2014/main" id="{B5C0564B-CA9F-1B2F-D794-3467C0EBEBCF}"/>
                </a:ext>
              </a:extLst>
            </p:cNvPr>
            <p:cNvCxnSpPr>
              <a:stCxn id="218" idx="2"/>
            </p:cNvCxnSpPr>
            <p:nvPr/>
          </p:nvCxnSpPr>
          <p:spPr>
            <a:xfrm flipH="1">
              <a:off x="10037675" y="4928419"/>
              <a:ext cx="0" cy="2093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>
              <a:extLst>
                <a:ext uri="{FF2B5EF4-FFF2-40B4-BE49-F238E27FC236}">
                  <a16:creationId xmlns:a16="http://schemas.microsoft.com/office/drawing/2014/main" id="{62128166-DD4C-C450-6406-99F23D029709}"/>
                </a:ext>
              </a:extLst>
            </p:cNvPr>
            <p:cNvCxnSpPr>
              <a:stCxn id="219" idx="3"/>
              <a:endCxn id="20" idx="0"/>
            </p:cNvCxnSpPr>
            <p:nvPr/>
          </p:nvCxnSpPr>
          <p:spPr>
            <a:xfrm>
              <a:off x="10025712" y="2326308"/>
              <a:ext cx="0" cy="2968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D48C6F5D-C4F8-5499-E4E4-DAE3322B4AF4}"/>
                </a:ext>
              </a:extLst>
            </p:cNvPr>
            <p:cNvCxnSpPr>
              <a:stCxn id="226" idx="1"/>
            </p:cNvCxnSpPr>
            <p:nvPr/>
          </p:nvCxnSpPr>
          <p:spPr>
            <a:xfrm flipH="1" flipV="1">
              <a:off x="7258050" y="8630739"/>
              <a:ext cx="1860655" cy="189347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2" name="Straight Arrow Connector 431">
              <a:extLst>
                <a:ext uri="{FF2B5EF4-FFF2-40B4-BE49-F238E27FC236}">
                  <a16:creationId xmlns:a16="http://schemas.microsoft.com/office/drawing/2014/main" id="{515DDF61-F94E-7DA8-520E-90EE9C2A454D}"/>
                </a:ext>
              </a:extLst>
            </p:cNvPr>
            <p:cNvCxnSpPr>
              <a:stCxn id="23" idx="3"/>
            </p:cNvCxnSpPr>
            <p:nvPr/>
          </p:nvCxnSpPr>
          <p:spPr>
            <a:xfrm flipV="1">
              <a:off x="10810245" y="4222569"/>
              <a:ext cx="1858005" cy="152005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45" name="Connector: Elbow 444">
              <a:extLst>
                <a:ext uri="{FF2B5EF4-FFF2-40B4-BE49-F238E27FC236}">
                  <a16:creationId xmlns:a16="http://schemas.microsoft.com/office/drawing/2014/main" id="{70BEE7DF-EBF2-9753-26C2-49E1E90476C6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 flipH="1">
              <a:off x="15295282" y="3430177"/>
              <a:ext cx="19050" cy="3794251"/>
            </a:xfrm>
            <a:prstGeom prst="bentConnector4">
              <a:avLst>
                <a:gd name="adj1" fmla="val -4400000"/>
                <a:gd name="adj2" fmla="val 100008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6" name="Straight Arrow Connector 455">
              <a:extLst>
                <a:ext uri="{FF2B5EF4-FFF2-40B4-BE49-F238E27FC236}">
                  <a16:creationId xmlns:a16="http://schemas.microsoft.com/office/drawing/2014/main" id="{871A40B6-3767-927F-34DE-2261EB130627}"/>
                </a:ext>
              </a:extLst>
            </p:cNvPr>
            <p:cNvCxnSpPr>
              <a:stCxn id="53" idx="2"/>
              <a:endCxn id="58" idx="0"/>
            </p:cNvCxnSpPr>
            <p:nvPr/>
          </p:nvCxnSpPr>
          <p:spPr>
            <a:xfrm>
              <a:off x="14187045" y="2986357"/>
              <a:ext cx="0" cy="1827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Arrow Connector 457">
              <a:extLst>
                <a:ext uri="{FF2B5EF4-FFF2-40B4-BE49-F238E27FC236}">
                  <a16:creationId xmlns:a16="http://schemas.microsoft.com/office/drawing/2014/main" id="{C29E259B-8A7F-93E0-19B3-EC3D88BBC4DB}"/>
                </a:ext>
              </a:extLst>
            </p:cNvPr>
            <p:cNvCxnSpPr>
              <a:stCxn id="58" idx="2"/>
              <a:endCxn id="59" idx="0"/>
            </p:cNvCxnSpPr>
            <p:nvPr/>
          </p:nvCxnSpPr>
          <p:spPr>
            <a:xfrm>
              <a:off x="14206095" y="3691207"/>
              <a:ext cx="0" cy="1446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Arrow Connector 459">
              <a:extLst>
                <a:ext uri="{FF2B5EF4-FFF2-40B4-BE49-F238E27FC236}">
                  <a16:creationId xmlns:a16="http://schemas.microsoft.com/office/drawing/2014/main" id="{0042CD06-F4A0-A65D-0A57-50BB659F4DD0}"/>
                </a:ext>
              </a:extLst>
            </p:cNvPr>
            <p:cNvCxnSpPr>
              <a:stCxn id="59" idx="2"/>
              <a:endCxn id="60" idx="0"/>
            </p:cNvCxnSpPr>
            <p:nvPr/>
          </p:nvCxnSpPr>
          <p:spPr>
            <a:xfrm>
              <a:off x="14225145" y="4357957"/>
              <a:ext cx="0" cy="1446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Arrow Connector 461">
              <a:extLst>
                <a:ext uri="{FF2B5EF4-FFF2-40B4-BE49-F238E27FC236}">
                  <a16:creationId xmlns:a16="http://schemas.microsoft.com/office/drawing/2014/main" id="{C0D539C7-CEBB-5AA1-32AB-5514BD44631A}"/>
                </a:ext>
              </a:extLst>
            </p:cNvPr>
            <p:cNvCxnSpPr>
              <a:cxnSpLocks/>
            </p:cNvCxnSpPr>
            <p:nvPr/>
          </p:nvCxnSpPr>
          <p:spPr>
            <a:xfrm>
              <a:off x="14250545" y="5024707"/>
              <a:ext cx="0" cy="1592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Arrow Connector 465">
              <a:extLst>
                <a:ext uri="{FF2B5EF4-FFF2-40B4-BE49-F238E27FC236}">
                  <a16:creationId xmlns:a16="http://schemas.microsoft.com/office/drawing/2014/main" id="{01637258-DD9F-060D-E2DF-37570050A3CA}"/>
                </a:ext>
              </a:extLst>
            </p:cNvPr>
            <p:cNvCxnSpPr>
              <a:stCxn id="61" idx="2"/>
              <a:endCxn id="134" idx="0"/>
            </p:cNvCxnSpPr>
            <p:nvPr/>
          </p:nvCxnSpPr>
          <p:spPr>
            <a:xfrm>
              <a:off x="14246592" y="5329006"/>
              <a:ext cx="0" cy="1470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924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3FAF-1E44-5420-CEE3-4BF95326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Picture 262" descr="A screen shot of a screen&#10;&#10;AI-generated content may be incorrect.">
            <a:extLst>
              <a:ext uri="{FF2B5EF4-FFF2-40B4-BE49-F238E27FC236}">
                <a16:creationId xmlns:a16="http://schemas.microsoft.com/office/drawing/2014/main" id="{95006D67-8998-9D93-F2FA-9B5F3796D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0"/>
          <a:stretch>
            <a:fillRect/>
          </a:stretch>
        </p:blipFill>
        <p:spPr>
          <a:xfrm>
            <a:off x="746479" y="5866654"/>
            <a:ext cx="1237879" cy="85875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7E3B31F-679B-3679-1A59-77FAE8674328}"/>
              </a:ext>
            </a:extLst>
          </p:cNvPr>
          <p:cNvCxnSpPr>
            <a:cxnSpLocks/>
            <a:endCxn id="157" idx="2"/>
          </p:cNvCxnSpPr>
          <p:nvPr/>
        </p:nvCxnSpPr>
        <p:spPr>
          <a:xfrm>
            <a:off x="7980527" y="2441519"/>
            <a:ext cx="503272" cy="33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0E85509-D429-AC36-108E-4F2BACD1AC9C}"/>
              </a:ext>
            </a:extLst>
          </p:cNvPr>
          <p:cNvCxnSpPr>
            <a:cxnSpLocks/>
            <a:endCxn id="159" idx="2"/>
          </p:cNvCxnSpPr>
          <p:nvPr/>
        </p:nvCxnSpPr>
        <p:spPr>
          <a:xfrm flipV="1">
            <a:off x="7980527" y="1437634"/>
            <a:ext cx="519216" cy="100388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85B01D-77E9-5F64-FA4F-14503FD4B441}"/>
              </a:ext>
            </a:extLst>
          </p:cNvPr>
          <p:cNvCxnSpPr>
            <a:cxnSpLocks/>
            <a:endCxn id="155" idx="2"/>
          </p:cNvCxnSpPr>
          <p:nvPr/>
        </p:nvCxnSpPr>
        <p:spPr>
          <a:xfrm>
            <a:off x="7980527" y="2441519"/>
            <a:ext cx="543372" cy="99157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634AA31-F564-D9CA-E10B-68EBCA9F609D}"/>
              </a:ext>
            </a:extLst>
          </p:cNvPr>
          <p:cNvSpPr txBox="1"/>
          <p:nvPr/>
        </p:nvSpPr>
        <p:spPr>
          <a:xfrm>
            <a:off x="10184779" y="3106101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Resize: 224×224×3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Normalize to [0, 1]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7A8F23-43CA-9149-5301-D78E1DDB1596}"/>
              </a:ext>
            </a:extLst>
          </p:cNvPr>
          <p:cNvGrpSpPr/>
          <p:nvPr/>
        </p:nvGrpSpPr>
        <p:grpSpPr>
          <a:xfrm>
            <a:off x="791006" y="1763343"/>
            <a:ext cx="1446340" cy="1142105"/>
            <a:chOff x="588058" y="3613392"/>
            <a:chExt cx="2329346" cy="1381948"/>
          </a:xfrm>
        </p:grpSpPr>
        <p:sp>
          <p:nvSpPr>
            <p:cNvPr id="163" name="Flowchart: Magnetic Disk 162">
              <a:extLst>
                <a:ext uri="{FF2B5EF4-FFF2-40B4-BE49-F238E27FC236}">
                  <a16:creationId xmlns:a16="http://schemas.microsoft.com/office/drawing/2014/main" id="{A6DCE916-BEA2-2943-2A52-FB27CAE4F040}"/>
                </a:ext>
              </a:extLst>
            </p:cNvPr>
            <p:cNvSpPr/>
            <p:nvPr/>
          </p:nvSpPr>
          <p:spPr>
            <a:xfrm>
              <a:off x="588058" y="3613392"/>
              <a:ext cx="2329346" cy="1381948"/>
            </a:xfrm>
            <a:prstGeom prst="flowChartMagneticDisk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5C410710-8F31-DDDE-2FB4-C644D9187C28}"/>
                </a:ext>
              </a:extLst>
            </p:cNvPr>
            <p:cNvSpPr txBox="1"/>
            <p:nvPr/>
          </p:nvSpPr>
          <p:spPr>
            <a:xfrm>
              <a:off x="811056" y="4045341"/>
              <a:ext cx="1947083" cy="8937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Imbalanced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Microscopic 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Blood Dataset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86FCAAB-FF29-7DA3-A6CA-5D4E3C62657A}"/>
              </a:ext>
            </a:extLst>
          </p:cNvPr>
          <p:cNvSpPr txBox="1"/>
          <p:nvPr/>
        </p:nvSpPr>
        <p:spPr>
          <a:xfrm>
            <a:off x="2470138" y="1959178"/>
            <a:ext cx="934823" cy="305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69F826-5F08-4F22-EFBA-D13EC5553DA7}"/>
              </a:ext>
            </a:extLst>
          </p:cNvPr>
          <p:cNvGrpSpPr/>
          <p:nvPr/>
        </p:nvGrpSpPr>
        <p:grpSpPr>
          <a:xfrm>
            <a:off x="8499743" y="1177832"/>
            <a:ext cx="1251658" cy="519603"/>
            <a:chOff x="588058" y="3613392"/>
            <a:chExt cx="2329346" cy="1381948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9" name="Flowchart: Magnetic Disk 158">
              <a:extLst>
                <a:ext uri="{FF2B5EF4-FFF2-40B4-BE49-F238E27FC236}">
                  <a16:creationId xmlns:a16="http://schemas.microsoft.com/office/drawing/2014/main" id="{AEF87A5A-10F0-F07E-0CC1-F065B9D072D2}"/>
                </a:ext>
              </a:extLst>
            </p:cNvPr>
            <p:cNvSpPr/>
            <p:nvPr/>
          </p:nvSpPr>
          <p:spPr>
            <a:xfrm>
              <a:off x="588058" y="3613392"/>
              <a:ext cx="2329346" cy="138194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400D434A-FD0E-1931-27D6-C4E3F8133163}"/>
                </a:ext>
              </a:extLst>
            </p:cNvPr>
            <p:cNvSpPr txBox="1"/>
            <p:nvPr/>
          </p:nvSpPr>
          <p:spPr>
            <a:xfrm>
              <a:off x="885593" y="4113995"/>
              <a:ext cx="1798010" cy="67650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70%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5A4640B-47E1-3EB9-AB3F-7815BEE20BA8}"/>
              </a:ext>
            </a:extLst>
          </p:cNvPr>
          <p:cNvGrpSpPr/>
          <p:nvPr/>
        </p:nvGrpSpPr>
        <p:grpSpPr>
          <a:xfrm>
            <a:off x="8483799" y="2185048"/>
            <a:ext cx="1251658" cy="519603"/>
            <a:chOff x="588058" y="3613392"/>
            <a:chExt cx="2329346" cy="1381948"/>
          </a:xfrm>
          <a:solidFill>
            <a:schemeClr val="bg2">
              <a:lumMod val="90000"/>
            </a:schemeClr>
          </a:solidFill>
        </p:grpSpPr>
        <p:sp>
          <p:nvSpPr>
            <p:cNvPr id="157" name="Flowchart: Magnetic Disk 156">
              <a:extLst>
                <a:ext uri="{FF2B5EF4-FFF2-40B4-BE49-F238E27FC236}">
                  <a16:creationId xmlns:a16="http://schemas.microsoft.com/office/drawing/2014/main" id="{6886DE6A-789B-8101-AD83-182129D47E90}"/>
                </a:ext>
              </a:extLst>
            </p:cNvPr>
            <p:cNvSpPr/>
            <p:nvPr/>
          </p:nvSpPr>
          <p:spPr>
            <a:xfrm>
              <a:off x="588058" y="3613392"/>
              <a:ext cx="2329346" cy="138194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29DED73-6B09-C66A-C44E-C7F4496656E8}"/>
                </a:ext>
              </a:extLst>
            </p:cNvPr>
            <p:cNvSpPr txBox="1"/>
            <p:nvPr/>
          </p:nvSpPr>
          <p:spPr>
            <a:xfrm>
              <a:off x="787568" y="4113995"/>
              <a:ext cx="1994062" cy="6765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Validation 20%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3BB44C-79DF-C7AB-B03E-E3ADFE47E251}"/>
              </a:ext>
            </a:extLst>
          </p:cNvPr>
          <p:cNvGrpSpPr/>
          <p:nvPr/>
        </p:nvGrpSpPr>
        <p:grpSpPr>
          <a:xfrm>
            <a:off x="8523899" y="3173296"/>
            <a:ext cx="1251658" cy="519603"/>
            <a:chOff x="588058" y="3613392"/>
            <a:chExt cx="2329346" cy="138194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55" name="Flowchart: Magnetic Disk 154">
              <a:extLst>
                <a:ext uri="{FF2B5EF4-FFF2-40B4-BE49-F238E27FC236}">
                  <a16:creationId xmlns:a16="http://schemas.microsoft.com/office/drawing/2014/main" id="{858F06AD-D5BB-D206-005F-843BEC3EA6B2}"/>
                </a:ext>
              </a:extLst>
            </p:cNvPr>
            <p:cNvSpPr/>
            <p:nvPr/>
          </p:nvSpPr>
          <p:spPr>
            <a:xfrm>
              <a:off x="588058" y="3613392"/>
              <a:ext cx="2329346" cy="138194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4957DEC4-4A6F-FE29-C6BD-88EC5571BC39}"/>
                </a:ext>
              </a:extLst>
            </p:cNvPr>
            <p:cNvSpPr txBox="1"/>
            <p:nvPr/>
          </p:nvSpPr>
          <p:spPr>
            <a:xfrm>
              <a:off x="950827" y="4113995"/>
              <a:ext cx="1667538" cy="6765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Testing 10%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B3869AD-EF6A-420F-6E8C-4F0278D36CFD}"/>
              </a:ext>
            </a:extLst>
          </p:cNvPr>
          <p:cNvGrpSpPr/>
          <p:nvPr/>
        </p:nvGrpSpPr>
        <p:grpSpPr>
          <a:xfrm>
            <a:off x="3675847" y="1767499"/>
            <a:ext cx="1446341" cy="1142105"/>
            <a:chOff x="588058" y="3613392"/>
            <a:chExt cx="2329346" cy="138194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53" name="Flowchart: Magnetic Disk 152">
              <a:extLst>
                <a:ext uri="{FF2B5EF4-FFF2-40B4-BE49-F238E27FC236}">
                  <a16:creationId xmlns:a16="http://schemas.microsoft.com/office/drawing/2014/main" id="{22A2BDFA-5FF5-90CD-1666-BB48616A5DE0}"/>
                </a:ext>
              </a:extLst>
            </p:cNvPr>
            <p:cNvSpPr/>
            <p:nvPr/>
          </p:nvSpPr>
          <p:spPr>
            <a:xfrm>
              <a:off x="588058" y="3613392"/>
              <a:ext cx="2329346" cy="138194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8A9851E-4342-C9E4-8579-7D49694F5EF1}"/>
                </a:ext>
              </a:extLst>
            </p:cNvPr>
            <p:cNvSpPr txBox="1"/>
            <p:nvPr/>
          </p:nvSpPr>
          <p:spPr>
            <a:xfrm>
              <a:off x="811057" y="4045341"/>
              <a:ext cx="1947082" cy="8937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Microscopic 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Blood Dataset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5D19DAA-FFB5-4A13-2727-5EA5FD6A3861}"/>
              </a:ext>
            </a:extLst>
          </p:cNvPr>
          <p:cNvCxnSpPr>
            <a:stCxn id="163" idx="4"/>
            <a:endCxn id="153" idx="2"/>
          </p:cNvCxnSpPr>
          <p:nvPr/>
        </p:nvCxnSpPr>
        <p:spPr>
          <a:xfrm>
            <a:off x="2237346" y="2334396"/>
            <a:ext cx="1438501" cy="415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77860A-7390-682A-B8DA-1D0D3E818DDE}"/>
              </a:ext>
            </a:extLst>
          </p:cNvPr>
          <p:cNvCxnSpPr>
            <a:cxnSpLocks/>
            <a:stCxn id="153" idx="4"/>
            <a:endCxn id="169" idx="1"/>
          </p:cNvCxnSpPr>
          <p:nvPr/>
        </p:nvCxnSpPr>
        <p:spPr>
          <a:xfrm flipV="1">
            <a:off x="5122188" y="1321148"/>
            <a:ext cx="846863" cy="101740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9C81E8-A968-0522-F4B1-85EC15810398}"/>
              </a:ext>
            </a:extLst>
          </p:cNvPr>
          <p:cNvCxnSpPr>
            <a:cxnSpLocks/>
            <a:stCxn id="159" idx="4"/>
            <a:endCxn id="191" idx="3"/>
          </p:cNvCxnSpPr>
          <p:nvPr/>
        </p:nvCxnSpPr>
        <p:spPr>
          <a:xfrm>
            <a:off x="9751401" y="1437634"/>
            <a:ext cx="712778" cy="102601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1A7737-B647-1F20-130D-B85E73C77D2B}"/>
              </a:ext>
            </a:extLst>
          </p:cNvPr>
          <p:cNvCxnSpPr>
            <a:cxnSpLocks/>
            <a:endCxn id="191" idx="3"/>
          </p:cNvCxnSpPr>
          <p:nvPr/>
        </p:nvCxnSpPr>
        <p:spPr>
          <a:xfrm flipV="1">
            <a:off x="9748765" y="2463647"/>
            <a:ext cx="71541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15CE298-B229-4728-3D71-7DFA8F170184}"/>
              </a:ext>
            </a:extLst>
          </p:cNvPr>
          <p:cNvSpPr txBox="1"/>
          <p:nvPr/>
        </p:nvSpPr>
        <p:spPr>
          <a:xfrm>
            <a:off x="794752" y="3933278"/>
            <a:ext cx="1279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GradCam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545F97D-8843-79E9-5F5F-5F8C924E19A9}"/>
              </a:ext>
            </a:extLst>
          </p:cNvPr>
          <p:cNvGrpSpPr/>
          <p:nvPr/>
        </p:nvGrpSpPr>
        <p:grpSpPr>
          <a:xfrm>
            <a:off x="5969051" y="985720"/>
            <a:ext cx="1590500" cy="671148"/>
            <a:chOff x="503840" y="3613392"/>
            <a:chExt cx="2561516" cy="1381948"/>
          </a:xfrm>
          <a:solidFill>
            <a:schemeClr val="bg1">
              <a:lumMod val="95000"/>
            </a:schemeClr>
          </a:solidFill>
        </p:grpSpPr>
        <p:sp>
          <p:nvSpPr>
            <p:cNvPr id="168" name="Flowchart: Magnetic Disk 167">
              <a:extLst>
                <a:ext uri="{FF2B5EF4-FFF2-40B4-BE49-F238E27FC236}">
                  <a16:creationId xmlns:a16="http://schemas.microsoft.com/office/drawing/2014/main" id="{15893866-18E2-5F72-7DEB-F6AA38ECE296}"/>
                </a:ext>
              </a:extLst>
            </p:cNvPr>
            <p:cNvSpPr/>
            <p:nvPr/>
          </p:nvSpPr>
          <p:spPr>
            <a:xfrm>
              <a:off x="588058" y="3613392"/>
              <a:ext cx="2329346" cy="138194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E0F2912E-DCD6-4735-C056-C15B8922CA37}"/>
                </a:ext>
              </a:extLst>
            </p:cNvPr>
            <p:cNvSpPr txBox="1"/>
            <p:nvPr/>
          </p:nvSpPr>
          <p:spPr>
            <a:xfrm>
              <a:off x="503840" y="3987517"/>
              <a:ext cx="2561516" cy="633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Hematoxylin-Eosin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Normalized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C8B11A5D-D021-B20C-D42E-6156C63E7671}"/>
              </a:ext>
            </a:extLst>
          </p:cNvPr>
          <p:cNvGrpSpPr/>
          <p:nvPr/>
        </p:nvGrpSpPr>
        <p:grpSpPr>
          <a:xfrm>
            <a:off x="6008732" y="1743623"/>
            <a:ext cx="1446341" cy="704915"/>
            <a:chOff x="588058" y="3613392"/>
            <a:chExt cx="2329346" cy="1451477"/>
          </a:xfrm>
          <a:solidFill>
            <a:schemeClr val="bg1">
              <a:lumMod val="85000"/>
            </a:schemeClr>
          </a:solidFill>
        </p:grpSpPr>
        <p:sp>
          <p:nvSpPr>
            <p:cNvPr id="171" name="Flowchart: Magnetic Disk 170">
              <a:extLst>
                <a:ext uri="{FF2B5EF4-FFF2-40B4-BE49-F238E27FC236}">
                  <a16:creationId xmlns:a16="http://schemas.microsoft.com/office/drawing/2014/main" id="{AB43F0F4-F1CA-740A-429D-1DC72B03B25D}"/>
                </a:ext>
              </a:extLst>
            </p:cNvPr>
            <p:cNvSpPr/>
            <p:nvPr/>
          </p:nvSpPr>
          <p:spPr>
            <a:xfrm>
              <a:off x="588058" y="3613392"/>
              <a:ext cx="2329346" cy="138194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7B0AAEEE-A366-91FA-2D12-ABA76DDD891C}"/>
                </a:ext>
              </a:extLst>
            </p:cNvPr>
            <p:cNvSpPr txBox="1"/>
            <p:nvPr/>
          </p:nvSpPr>
          <p:spPr>
            <a:xfrm>
              <a:off x="880760" y="3987517"/>
              <a:ext cx="1807673" cy="10773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Hematoxylin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Separated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06B946B7-F611-F499-7BB5-E206D26142C6}"/>
              </a:ext>
            </a:extLst>
          </p:cNvPr>
          <p:cNvGrpSpPr/>
          <p:nvPr/>
        </p:nvGrpSpPr>
        <p:grpSpPr>
          <a:xfrm>
            <a:off x="5996120" y="2501526"/>
            <a:ext cx="1446341" cy="704915"/>
            <a:chOff x="588058" y="3613392"/>
            <a:chExt cx="2329346" cy="1451477"/>
          </a:xfrm>
          <a:solidFill>
            <a:schemeClr val="bg1">
              <a:lumMod val="75000"/>
            </a:schemeClr>
          </a:solidFill>
        </p:grpSpPr>
        <p:sp>
          <p:nvSpPr>
            <p:cNvPr id="174" name="Flowchart: Magnetic Disk 173">
              <a:extLst>
                <a:ext uri="{FF2B5EF4-FFF2-40B4-BE49-F238E27FC236}">
                  <a16:creationId xmlns:a16="http://schemas.microsoft.com/office/drawing/2014/main" id="{95FFAAEF-4421-D9D3-6FC0-25544A278B94}"/>
                </a:ext>
              </a:extLst>
            </p:cNvPr>
            <p:cNvSpPr/>
            <p:nvPr/>
          </p:nvSpPr>
          <p:spPr>
            <a:xfrm>
              <a:off x="588058" y="3613392"/>
              <a:ext cx="2329346" cy="1381948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89678E59-8062-38AB-388B-AD4834834A7D}"/>
                </a:ext>
              </a:extLst>
            </p:cNvPr>
            <p:cNvSpPr txBox="1"/>
            <p:nvPr/>
          </p:nvSpPr>
          <p:spPr>
            <a:xfrm>
              <a:off x="1065350" y="3987517"/>
              <a:ext cx="1438496" cy="10773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Eosin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Separated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6E6B2FE0-6CB8-7D1D-5070-BD9CB53A79DF}"/>
              </a:ext>
            </a:extLst>
          </p:cNvPr>
          <p:cNvGrpSpPr/>
          <p:nvPr/>
        </p:nvGrpSpPr>
        <p:grpSpPr>
          <a:xfrm>
            <a:off x="5983508" y="3259429"/>
            <a:ext cx="1453855" cy="704915"/>
            <a:chOff x="588058" y="3613392"/>
            <a:chExt cx="2341447" cy="1451477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177" name="Flowchart: Magnetic Disk 176">
              <a:extLst>
                <a:ext uri="{FF2B5EF4-FFF2-40B4-BE49-F238E27FC236}">
                  <a16:creationId xmlns:a16="http://schemas.microsoft.com/office/drawing/2014/main" id="{18C79E55-AA74-DBE3-C7AD-A7AC4BE631C6}"/>
                </a:ext>
              </a:extLst>
            </p:cNvPr>
            <p:cNvSpPr/>
            <p:nvPr/>
          </p:nvSpPr>
          <p:spPr>
            <a:xfrm>
              <a:off x="588058" y="3613392"/>
              <a:ext cx="2329346" cy="138194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26BBBA32-C799-4E13-6746-4D557B8DE47F}"/>
                </a:ext>
              </a:extLst>
            </p:cNvPr>
            <p:cNvSpPr txBox="1"/>
            <p:nvPr/>
          </p:nvSpPr>
          <p:spPr>
            <a:xfrm>
              <a:off x="639683" y="3987517"/>
              <a:ext cx="2289822" cy="10773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Color-Threshold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Segmentation</a:t>
              </a:r>
            </a:p>
          </p:txBody>
        </p:sp>
      </p:grp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7BE8728C-8FBC-4F1A-28C8-8E73E8638789}"/>
              </a:ext>
            </a:extLst>
          </p:cNvPr>
          <p:cNvCxnSpPr>
            <a:cxnSpLocks/>
            <a:stCxn id="153" idx="4"/>
            <a:endCxn id="171" idx="2"/>
          </p:cNvCxnSpPr>
          <p:nvPr/>
        </p:nvCxnSpPr>
        <p:spPr>
          <a:xfrm flipV="1">
            <a:off x="5122188" y="2079197"/>
            <a:ext cx="886544" cy="2593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A608F833-33B0-30D8-CA3F-4291CA6C1CCF}"/>
              </a:ext>
            </a:extLst>
          </p:cNvPr>
          <p:cNvCxnSpPr>
            <a:stCxn id="153" idx="4"/>
            <a:endCxn id="174" idx="2"/>
          </p:cNvCxnSpPr>
          <p:nvPr/>
        </p:nvCxnSpPr>
        <p:spPr>
          <a:xfrm>
            <a:off x="5122188" y="2338552"/>
            <a:ext cx="873932" cy="49854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13E2C252-93DC-C464-DA81-7A291E9454A0}"/>
              </a:ext>
            </a:extLst>
          </p:cNvPr>
          <p:cNvCxnSpPr>
            <a:stCxn id="153" idx="4"/>
            <a:endCxn id="177" idx="2"/>
          </p:cNvCxnSpPr>
          <p:nvPr/>
        </p:nvCxnSpPr>
        <p:spPr>
          <a:xfrm>
            <a:off x="5122188" y="2338552"/>
            <a:ext cx="861320" cy="125645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7" name="Right Brace 186">
            <a:extLst>
              <a:ext uri="{FF2B5EF4-FFF2-40B4-BE49-F238E27FC236}">
                <a16:creationId xmlns:a16="http://schemas.microsoft.com/office/drawing/2014/main" id="{9FA04FF1-9FEC-881B-D939-B5D9710D742F}"/>
              </a:ext>
            </a:extLst>
          </p:cNvPr>
          <p:cNvSpPr/>
          <p:nvPr/>
        </p:nvSpPr>
        <p:spPr>
          <a:xfrm>
            <a:off x="7554657" y="1036494"/>
            <a:ext cx="414157" cy="2830591"/>
          </a:xfrm>
          <a:prstGeom prst="rightBrace">
            <a:avLst>
              <a:gd name="adj1" fmla="val 43291"/>
              <a:gd name="adj2" fmla="val 4954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1C48D5B-7A0E-F3AF-E506-310F17432F2D}"/>
              </a:ext>
            </a:extLst>
          </p:cNvPr>
          <p:cNvSpPr txBox="1"/>
          <p:nvPr/>
        </p:nvSpPr>
        <p:spPr>
          <a:xfrm rot="18551640">
            <a:off x="4855767" y="1480629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</p:txBody>
      </p:sp>
      <p:pic>
        <p:nvPicPr>
          <p:cNvPr id="191" name="Picture 190" descr="A close-up of a blood sample&#10;&#10;AI-generated content may be incorrect.">
            <a:extLst>
              <a:ext uri="{FF2B5EF4-FFF2-40B4-BE49-F238E27FC236}">
                <a16:creationId xmlns:a16="http://schemas.microsoft.com/office/drawing/2014/main" id="{33AF1BB4-877C-19D2-4014-1F8D17C82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64179" y="1809640"/>
            <a:ext cx="1744018" cy="1308013"/>
          </a:xfrm>
          <a:prstGeom prst="rect">
            <a:avLst/>
          </a:prstGeom>
        </p:spPr>
      </p:pic>
      <p:grpSp>
        <p:nvGrpSpPr>
          <p:cNvPr id="243" name="Group 242">
            <a:extLst>
              <a:ext uri="{FF2B5EF4-FFF2-40B4-BE49-F238E27FC236}">
                <a16:creationId xmlns:a16="http://schemas.microsoft.com/office/drawing/2014/main" id="{09A8F9EA-4693-9105-D3D8-E54C6693EE9A}"/>
              </a:ext>
            </a:extLst>
          </p:cNvPr>
          <p:cNvGrpSpPr/>
          <p:nvPr/>
        </p:nvGrpSpPr>
        <p:grpSpPr>
          <a:xfrm>
            <a:off x="7903641" y="4704807"/>
            <a:ext cx="4304556" cy="2650465"/>
            <a:chOff x="12586444" y="991725"/>
            <a:chExt cx="4304556" cy="265046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119B20F-CD9D-FF07-343F-8D43D36C0943}"/>
                </a:ext>
              </a:extLst>
            </p:cNvPr>
            <p:cNvSpPr/>
            <p:nvPr/>
          </p:nvSpPr>
          <p:spPr>
            <a:xfrm>
              <a:off x="12586444" y="1347451"/>
              <a:ext cx="4304556" cy="2294739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16C333-E56A-30AB-8197-351427DFA89F}"/>
                </a:ext>
              </a:extLst>
            </p:cNvPr>
            <p:cNvSpPr txBox="1"/>
            <p:nvPr/>
          </p:nvSpPr>
          <p:spPr>
            <a:xfrm rot="16200000">
              <a:off x="12104103" y="2570781"/>
              <a:ext cx="1598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Rotation up to 180°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5C5AFAE-A85F-DC73-FA31-DCB3E82D3A88}"/>
                </a:ext>
              </a:extLst>
            </p:cNvPr>
            <p:cNvSpPr txBox="1"/>
            <p:nvPr/>
          </p:nvSpPr>
          <p:spPr>
            <a:xfrm rot="16200000">
              <a:off x="13010176" y="2321317"/>
              <a:ext cx="9861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Zoom 10%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4F9C5A-FEB2-3C0F-FE41-DC9C1DF3150C}"/>
                </a:ext>
              </a:extLst>
            </p:cNvPr>
            <p:cNvSpPr txBox="1"/>
            <p:nvPr/>
          </p:nvSpPr>
          <p:spPr>
            <a:xfrm rot="16200000">
              <a:off x="13314478" y="2501603"/>
              <a:ext cx="14820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Width Shift 10%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3B863-3FD5-9117-6919-9E5C50032969}"/>
                </a:ext>
              </a:extLst>
            </p:cNvPr>
            <p:cNvSpPr txBox="1"/>
            <p:nvPr/>
          </p:nvSpPr>
          <p:spPr>
            <a:xfrm rot="16200000">
              <a:off x="13867517" y="2491797"/>
              <a:ext cx="14820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Height Shift 10%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6FF65D-1D4E-FE2C-1201-272D46A2FA86}"/>
                </a:ext>
              </a:extLst>
            </p:cNvPr>
            <p:cNvSpPr txBox="1"/>
            <p:nvPr/>
          </p:nvSpPr>
          <p:spPr>
            <a:xfrm rot="16200000">
              <a:off x="14714402" y="2300650"/>
              <a:ext cx="8771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Shear 5%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A9C2E62-0B30-8DB7-F370-C8B610DCFE08}"/>
                </a:ext>
              </a:extLst>
            </p:cNvPr>
            <p:cNvSpPr txBox="1"/>
            <p:nvPr/>
          </p:nvSpPr>
          <p:spPr>
            <a:xfrm rot="16200000">
              <a:off x="14956732" y="2482284"/>
              <a:ext cx="13762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Horizontal Flip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EE6DFB-ACA8-2E95-B8D9-D4F54E438D73}"/>
                </a:ext>
              </a:extLst>
            </p:cNvPr>
            <p:cNvSpPr txBox="1"/>
            <p:nvPr/>
          </p:nvSpPr>
          <p:spPr>
            <a:xfrm>
              <a:off x="13836613" y="991725"/>
              <a:ext cx="21024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Augmentation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DFCE2E-8F33-0CE1-43E1-370A3EB10DFD}"/>
                </a:ext>
              </a:extLst>
            </p:cNvPr>
            <p:cNvSpPr txBox="1"/>
            <p:nvPr/>
          </p:nvSpPr>
          <p:spPr>
            <a:xfrm>
              <a:off x="13633887" y="3353431"/>
              <a:ext cx="1790875" cy="2718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sz="1400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   </a:t>
              </a:r>
              <a:r>
                <a:rPr lang="en-US" sz="1400" b="0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fill_mode</a:t>
              </a:r>
              <a:r>
                <a:rPr lang="en-US" sz="1400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= nearest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3B0948B7-AC9B-4D63-9D72-2E292BEC3B55}"/>
                </a:ext>
              </a:extLst>
            </p:cNvPr>
            <p:cNvSpPr txBox="1"/>
            <p:nvPr/>
          </p:nvSpPr>
          <p:spPr>
            <a:xfrm rot="16200000">
              <a:off x="15492332" y="2395584"/>
              <a:ext cx="12702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Vertical Flip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B2AD727-0F5A-77F2-C01E-B75AE391D72F}"/>
                </a:ext>
              </a:extLst>
            </p:cNvPr>
            <p:cNvSpPr txBox="1"/>
            <p:nvPr/>
          </p:nvSpPr>
          <p:spPr>
            <a:xfrm rot="16200000">
              <a:off x="15794837" y="2382196"/>
              <a:ext cx="15776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Brightness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Adjust [0.9, 1.1]</a:t>
              </a:r>
            </a:p>
          </p:txBody>
        </p:sp>
        <p:pic>
          <p:nvPicPr>
            <p:cNvPr id="200" name="Picture 199" descr="A close-up of a blood sample&#10;&#10;AI-generated content may be incorrect.">
              <a:extLst>
                <a:ext uri="{FF2B5EF4-FFF2-40B4-BE49-F238E27FC236}">
                  <a16:creationId xmlns:a16="http://schemas.microsoft.com/office/drawing/2014/main" id="{1C7F6E68-8C32-3A53-2A28-9E15DF627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302429" flipH="1">
              <a:off x="12750185" y="1519514"/>
              <a:ext cx="437561" cy="328171"/>
            </a:xfrm>
            <a:prstGeom prst="rect">
              <a:avLst/>
            </a:prstGeom>
          </p:spPr>
        </p:pic>
        <p:pic>
          <p:nvPicPr>
            <p:cNvPr id="201" name="Picture 200" descr="A close-up of a blood sample&#10;&#10;AI-generated content may be incorrect.">
              <a:extLst>
                <a:ext uri="{FF2B5EF4-FFF2-40B4-BE49-F238E27FC236}">
                  <a16:creationId xmlns:a16="http://schemas.microsoft.com/office/drawing/2014/main" id="{B2E6976D-6990-08FB-AF46-E68ADAE09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91" t="10468" r="18646"/>
            <a:stretch>
              <a:fillRect/>
            </a:stretch>
          </p:blipFill>
          <p:spPr>
            <a:xfrm flipH="1">
              <a:off x="13335105" y="1481176"/>
              <a:ext cx="409314" cy="420496"/>
            </a:xfrm>
            <a:prstGeom prst="rect">
              <a:avLst/>
            </a:prstGeom>
          </p:spPr>
        </p:pic>
        <p:pic>
          <p:nvPicPr>
            <p:cNvPr id="202" name="Picture 201" descr="A close-up of a blood sample&#10;&#10;AI-generated content may be incorrect.">
              <a:extLst>
                <a:ext uri="{FF2B5EF4-FFF2-40B4-BE49-F238E27FC236}">
                  <a16:creationId xmlns:a16="http://schemas.microsoft.com/office/drawing/2014/main" id="{8C1E972F-EDDC-D567-9EEB-F69C5756A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479"/>
            <a:stretch>
              <a:fillRect/>
            </a:stretch>
          </p:blipFill>
          <p:spPr>
            <a:xfrm flipH="1">
              <a:off x="13845491" y="1492785"/>
              <a:ext cx="502502" cy="392564"/>
            </a:xfrm>
            <a:prstGeom prst="rect">
              <a:avLst/>
            </a:prstGeom>
          </p:spPr>
        </p:pic>
        <p:pic>
          <p:nvPicPr>
            <p:cNvPr id="203" name="Picture 202" descr="A close-up of a blood sample&#10;&#10;AI-generated content may be incorrect.">
              <a:extLst>
                <a:ext uri="{FF2B5EF4-FFF2-40B4-BE49-F238E27FC236}">
                  <a16:creationId xmlns:a16="http://schemas.microsoft.com/office/drawing/2014/main" id="{B1DA559A-4A69-E6F0-7702-957BC091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916" b="19253"/>
            <a:stretch>
              <a:fillRect/>
            </a:stretch>
          </p:blipFill>
          <p:spPr>
            <a:xfrm flipH="1">
              <a:off x="14438113" y="1492784"/>
              <a:ext cx="409314" cy="367553"/>
            </a:xfrm>
            <a:prstGeom prst="rect">
              <a:avLst/>
            </a:prstGeom>
          </p:spPr>
        </p:pic>
        <p:pic>
          <p:nvPicPr>
            <p:cNvPr id="204" name="Picture 203" descr="A close-up of a blood sample&#10;&#10;AI-generated content may be incorrect.">
              <a:extLst>
                <a:ext uri="{FF2B5EF4-FFF2-40B4-BE49-F238E27FC236}">
                  <a16:creationId xmlns:a16="http://schemas.microsoft.com/office/drawing/2014/main" id="{160FB6A6-C834-E9C3-BF0A-813A94EC2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93995" y="1489384"/>
              <a:ext cx="426426" cy="354853"/>
            </a:xfrm>
            <a:prstGeom prst="rect">
              <a:avLst/>
            </a:prstGeom>
          </p:spPr>
        </p:pic>
        <p:pic>
          <p:nvPicPr>
            <p:cNvPr id="205" name="Picture 204" descr="A close-up of a blood sample&#10;&#10;AI-generated content may be incorrect.">
              <a:extLst>
                <a:ext uri="{FF2B5EF4-FFF2-40B4-BE49-F238E27FC236}">
                  <a16:creationId xmlns:a16="http://schemas.microsoft.com/office/drawing/2014/main" id="{3E1BD75B-99E1-D5A3-611F-FB9A35A82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15913673" y="1503624"/>
              <a:ext cx="409315" cy="340613"/>
            </a:xfrm>
            <a:prstGeom prst="rect">
              <a:avLst/>
            </a:prstGeom>
          </p:spPr>
        </p:pic>
        <p:pic>
          <p:nvPicPr>
            <p:cNvPr id="206" name="Picture 205" descr="A close-up of a blood sample&#10;&#10;AI-generated content may be incorrect.">
              <a:extLst>
                <a:ext uri="{FF2B5EF4-FFF2-40B4-BE49-F238E27FC236}">
                  <a16:creationId xmlns:a16="http://schemas.microsoft.com/office/drawing/2014/main" id="{8F1D51C0-D4C6-F6A5-1740-B02E3F601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387922" y="1516610"/>
              <a:ext cx="409316" cy="340614"/>
            </a:xfrm>
            <a:prstGeom prst="rect">
              <a:avLst/>
            </a:prstGeom>
          </p:spPr>
        </p:pic>
        <p:pic>
          <p:nvPicPr>
            <p:cNvPr id="208" name="Picture 207" descr="A close-up of a microscope&#10;&#10;AI-generated content may be incorrect.">
              <a:extLst>
                <a:ext uri="{FF2B5EF4-FFF2-40B4-BE49-F238E27FC236}">
                  <a16:creationId xmlns:a16="http://schemas.microsoft.com/office/drawing/2014/main" id="{7F741623-13E4-85B4-1FC2-F6EB7D2E8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 flipH="1" flipV="1">
              <a:off x="14915502" y="1489384"/>
              <a:ext cx="391370" cy="367553"/>
            </a:xfrm>
            <a:prstGeom prst="rect">
              <a:avLst/>
            </a:prstGeom>
          </p:spPr>
        </p:pic>
      </p:grpSp>
      <p:pic>
        <p:nvPicPr>
          <p:cNvPr id="215" name="Graphic 214" descr="Line arrow: Rotate left outline">
            <a:extLst>
              <a:ext uri="{FF2B5EF4-FFF2-40B4-BE49-F238E27FC236}">
                <a16:creationId xmlns:a16="http://schemas.microsoft.com/office/drawing/2014/main" id="{22661F5F-B824-A77A-55DA-DD752BD9ED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1907" y="595614"/>
            <a:ext cx="824805" cy="824805"/>
          </a:xfrm>
          <a:prstGeom prst="rect">
            <a:avLst/>
          </a:prstGeom>
        </p:spPr>
      </p:pic>
      <p:sp>
        <p:nvSpPr>
          <p:cNvPr id="216" name="TextBox 215">
            <a:extLst>
              <a:ext uri="{FF2B5EF4-FFF2-40B4-BE49-F238E27FC236}">
                <a16:creationId xmlns:a16="http://schemas.microsoft.com/office/drawing/2014/main" id="{4E8F2983-015A-5F70-B702-1702FBEDBBD9}"/>
              </a:ext>
            </a:extLst>
          </p:cNvPr>
          <p:cNvSpPr txBox="1"/>
          <p:nvPr/>
        </p:nvSpPr>
        <p:spPr>
          <a:xfrm>
            <a:off x="7698759" y="1059538"/>
            <a:ext cx="742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569D949B-174E-49B8-3547-40E41C7785A4}"/>
              </a:ext>
            </a:extLst>
          </p:cNvPr>
          <p:cNvGrpSpPr/>
          <p:nvPr/>
        </p:nvGrpSpPr>
        <p:grpSpPr>
          <a:xfrm rot="5400000">
            <a:off x="4761523" y="4529205"/>
            <a:ext cx="2019062" cy="3390018"/>
            <a:chOff x="13883592" y="3981431"/>
            <a:chExt cx="2019062" cy="3390018"/>
          </a:xfrm>
        </p:grpSpPr>
        <p:sp>
          <p:nvSpPr>
            <p:cNvPr id="218" name="Rectangle: Rounded Corners 217">
              <a:extLst>
                <a:ext uri="{FF2B5EF4-FFF2-40B4-BE49-F238E27FC236}">
                  <a16:creationId xmlns:a16="http://schemas.microsoft.com/office/drawing/2014/main" id="{49699F5B-FD82-B1CC-CAFD-906E248F3609}"/>
                </a:ext>
              </a:extLst>
            </p:cNvPr>
            <p:cNvSpPr/>
            <p:nvPr/>
          </p:nvSpPr>
          <p:spPr>
            <a:xfrm>
              <a:off x="13883592" y="4696602"/>
              <a:ext cx="1935515" cy="522061"/>
            </a:xfrm>
            <a:prstGeom prst="roundRect">
              <a:avLst/>
            </a:prstGeom>
            <a:solidFill>
              <a:srgbClr val="F8CFB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Stem Conv</a:t>
              </a: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6FD8865E-4ED0-1F2B-8DBE-820C0357C1F5}"/>
                </a:ext>
              </a:extLst>
            </p:cNvPr>
            <p:cNvGrpSpPr/>
            <p:nvPr/>
          </p:nvGrpSpPr>
          <p:grpSpPr>
            <a:xfrm>
              <a:off x="13915617" y="3981431"/>
              <a:ext cx="1987037" cy="563523"/>
              <a:chOff x="13930152" y="7810665"/>
              <a:chExt cx="1786760" cy="336133"/>
            </a:xfrm>
          </p:grpSpPr>
          <p:sp>
            <p:nvSpPr>
              <p:cNvPr id="219" name="Rectangle: Rounded Corners 218">
                <a:extLst>
                  <a:ext uri="{FF2B5EF4-FFF2-40B4-BE49-F238E27FC236}">
                    <a16:creationId xmlns:a16="http://schemas.microsoft.com/office/drawing/2014/main" id="{EC837997-D61F-E8DD-2899-8D8C7BF59E33}"/>
                  </a:ext>
                </a:extLst>
              </p:cNvPr>
              <p:cNvSpPr/>
              <p:nvPr/>
            </p:nvSpPr>
            <p:spPr>
              <a:xfrm rot="5400000">
                <a:off x="14628879" y="7111938"/>
                <a:ext cx="336133" cy="173358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49BB17C5-A85C-DC9D-CEAE-5CFDB4EDDBC1}"/>
                  </a:ext>
                </a:extLst>
              </p:cNvPr>
              <p:cNvSpPr txBox="1"/>
              <p:nvPr/>
            </p:nvSpPr>
            <p:spPr>
              <a:xfrm>
                <a:off x="14010993" y="7872500"/>
                <a:ext cx="1705919" cy="23103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224×224×3</a:t>
                </a:r>
              </a:p>
            </p:txBody>
          </p:sp>
        </p:grpSp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472BB6D8-56FE-7079-8841-B011FFE1B9E4}"/>
                </a:ext>
              </a:extLst>
            </p:cNvPr>
            <p:cNvSpPr/>
            <p:nvPr/>
          </p:nvSpPr>
          <p:spPr>
            <a:xfrm>
              <a:off x="13886363" y="5429801"/>
              <a:ext cx="1935515" cy="52206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Res2 + SE Backbone (Multi-scale Residual) 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" name="Rectangle: Rounded Corners 224">
              <a:extLst>
                <a:ext uri="{FF2B5EF4-FFF2-40B4-BE49-F238E27FC236}">
                  <a16:creationId xmlns:a16="http://schemas.microsoft.com/office/drawing/2014/main" id="{622FFEDE-90E3-1ACB-A0F9-AEAD573A49C2}"/>
                </a:ext>
              </a:extLst>
            </p:cNvPr>
            <p:cNvSpPr/>
            <p:nvPr/>
          </p:nvSpPr>
          <p:spPr>
            <a:xfrm>
              <a:off x="13897096" y="6157763"/>
              <a:ext cx="1935515" cy="52206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CBAM Attention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6" name="Rectangle: Rounded Corners 225">
              <a:extLst>
                <a:ext uri="{FF2B5EF4-FFF2-40B4-BE49-F238E27FC236}">
                  <a16:creationId xmlns:a16="http://schemas.microsoft.com/office/drawing/2014/main" id="{3EF7F408-6401-7FF8-C740-458AFB05A181}"/>
                </a:ext>
              </a:extLst>
            </p:cNvPr>
            <p:cNvSpPr/>
            <p:nvPr/>
          </p:nvSpPr>
          <p:spPr>
            <a:xfrm>
              <a:off x="13898817" y="6849388"/>
              <a:ext cx="1935515" cy="52206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KAN Layers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9" name="Cube 228">
            <a:extLst>
              <a:ext uri="{FF2B5EF4-FFF2-40B4-BE49-F238E27FC236}">
                <a16:creationId xmlns:a16="http://schemas.microsoft.com/office/drawing/2014/main" id="{435D70AE-FC37-EA0A-E8C0-1699647BE7FB}"/>
              </a:ext>
            </a:extLst>
          </p:cNvPr>
          <p:cNvSpPr/>
          <p:nvPr/>
        </p:nvSpPr>
        <p:spPr>
          <a:xfrm>
            <a:off x="2244580" y="5866654"/>
            <a:ext cx="1143005" cy="858756"/>
          </a:xfrm>
          <a:prstGeom prst="cub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9AB39F4-D4F2-E50D-B64C-6EFCEA540443}"/>
              </a:ext>
            </a:extLst>
          </p:cNvPr>
          <p:cNvSpPr txBox="1"/>
          <p:nvPr/>
        </p:nvSpPr>
        <p:spPr>
          <a:xfrm>
            <a:off x="2323864" y="6072890"/>
            <a:ext cx="868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pic>
        <p:nvPicPr>
          <p:cNvPr id="236" name="Picture 235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46EC692D-9C32-7B7A-E41D-52A19D148B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48" t="15469" r="740" b="2256"/>
          <a:stretch>
            <a:fillRect/>
          </a:stretch>
        </p:blipFill>
        <p:spPr>
          <a:xfrm>
            <a:off x="806967" y="4563322"/>
            <a:ext cx="1149977" cy="1165717"/>
          </a:xfrm>
          <a:prstGeom prst="rect">
            <a:avLst/>
          </a:prstGeom>
        </p:spPr>
      </p:pic>
      <p:cxnSp>
        <p:nvCxnSpPr>
          <p:cNvPr id="238" name="Connector: Elbow 237">
            <a:extLst>
              <a:ext uri="{FF2B5EF4-FFF2-40B4-BE49-F238E27FC236}">
                <a16:creationId xmlns:a16="http://schemas.microsoft.com/office/drawing/2014/main" id="{68B19B95-306A-CA1F-C23F-03E44301CC61}"/>
              </a:ext>
            </a:extLst>
          </p:cNvPr>
          <p:cNvCxnSpPr>
            <a:stCxn id="155" idx="3"/>
            <a:endCxn id="229" idx="0"/>
          </p:cNvCxnSpPr>
          <p:nvPr/>
        </p:nvCxnSpPr>
        <p:spPr>
          <a:xfrm rot="5400000">
            <a:off x="4949701" y="1666626"/>
            <a:ext cx="2173755" cy="6226301"/>
          </a:xfrm>
          <a:prstGeom prst="bentConnector3">
            <a:avLst>
              <a:gd name="adj1" fmla="val 3510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EBBEBC12-638B-D03C-B501-E1FD9E2553DF}"/>
              </a:ext>
            </a:extLst>
          </p:cNvPr>
          <p:cNvCxnSpPr>
            <a:stCxn id="191" idx="1"/>
            <a:endCxn id="7" idx="3"/>
          </p:cNvCxnSpPr>
          <p:nvPr/>
        </p:nvCxnSpPr>
        <p:spPr>
          <a:xfrm>
            <a:off x="12208197" y="2463647"/>
            <a:ext cx="12700" cy="3744256"/>
          </a:xfrm>
          <a:prstGeom prst="bentConnector3">
            <a:avLst>
              <a:gd name="adj1" fmla="val 180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8F589BAC-C175-0178-80B9-1D179F23A2D3}"/>
              </a:ext>
            </a:extLst>
          </p:cNvPr>
          <p:cNvCxnSpPr>
            <a:cxnSpLocks/>
            <a:stCxn id="7" idx="1"/>
            <a:endCxn id="250" idx="3"/>
          </p:cNvCxnSpPr>
          <p:nvPr/>
        </p:nvCxnSpPr>
        <p:spPr>
          <a:xfrm flipH="1" flipV="1">
            <a:off x="7543344" y="6187475"/>
            <a:ext cx="36029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1A933472-C6E1-0BCD-0069-CCB279738234}"/>
              </a:ext>
            </a:extLst>
          </p:cNvPr>
          <p:cNvSpPr txBox="1"/>
          <p:nvPr/>
        </p:nvSpPr>
        <p:spPr>
          <a:xfrm>
            <a:off x="4351913" y="4684677"/>
            <a:ext cx="27975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ResSplit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-KAN Model</a:t>
            </a: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CA739915-9858-D68E-2613-8E901EDC32EF}"/>
              </a:ext>
            </a:extLst>
          </p:cNvPr>
          <p:cNvSpPr/>
          <p:nvPr/>
        </p:nvSpPr>
        <p:spPr>
          <a:xfrm>
            <a:off x="3814312" y="5041483"/>
            <a:ext cx="3729032" cy="2291983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62556A17-F116-69DF-1038-3AD4DC360526}"/>
              </a:ext>
            </a:extLst>
          </p:cNvPr>
          <p:cNvCxnSpPr>
            <a:stCxn id="250" idx="1"/>
            <a:endCxn id="229" idx="5"/>
          </p:cNvCxnSpPr>
          <p:nvPr/>
        </p:nvCxnSpPr>
        <p:spPr>
          <a:xfrm flipH="1">
            <a:off x="3387585" y="6187475"/>
            <a:ext cx="426727" cy="121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AE69C7A5-E766-92A4-481E-B2D03868F45C}"/>
              </a:ext>
            </a:extLst>
          </p:cNvPr>
          <p:cNvCxnSpPr>
            <a:cxnSpLocks/>
          </p:cNvCxnSpPr>
          <p:nvPr/>
        </p:nvCxnSpPr>
        <p:spPr>
          <a:xfrm flipH="1">
            <a:off x="1926737" y="6409727"/>
            <a:ext cx="31060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0CE42402-5507-DC28-C53E-29D8735714F5}"/>
              </a:ext>
            </a:extLst>
          </p:cNvPr>
          <p:cNvCxnSpPr>
            <a:cxnSpLocks/>
            <a:stCxn id="229" idx="2"/>
          </p:cNvCxnSpPr>
          <p:nvPr/>
        </p:nvCxnSpPr>
        <p:spPr>
          <a:xfrm flipH="1" flipV="1">
            <a:off x="2017119" y="5729039"/>
            <a:ext cx="227461" cy="67433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BA29DD48-C081-F46C-E46E-54D30463173D}"/>
              </a:ext>
            </a:extLst>
          </p:cNvPr>
          <p:cNvSpPr txBox="1"/>
          <p:nvPr/>
        </p:nvSpPr>
        <p:spPr>
          <a:xfrm>
            <a:off x="607481" y="6636722"/>
            <a:ext cx="13883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KAN’s feature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5F431970-B6B7-7E20-88EE-3EDD303482EB}"/>
              </a:ext>
            </a:extLst>
          </p:cNvPr>
          <p:cNvCxnSpPr>
            <a:endCxn id="218" idx="0"/>
          </p:cNvCxnSpPr>
          <p:nvPr/>
        </p:nvCxnSpPr>
        <p:spPr>
          <a:xfrm flipH="1" flipV="1">
            <a:off x="6750892" y="6182441"/>
            <a:ext cx="143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221B692A-FB89-9361-318D-7FAB29FDC18B}"/>
              </a:ext>
            </a:extLst>
          </p:cNvPr>
          <p:cNvCxnSpPr>
            <a:stCxn id="218" idx="2"/>
            <a:endCxn id="224" idx="0"/>
          </p:cNvCxnSpPr>
          <p:nvPr/>
        </p:nvCxnSpPr>
        <p:spPr>
          <a:xfrm flipH="1">
            <a:off x="6017693" y="6182441"/>
            <a:ext cx="211138" cy="2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E33EA877-259D-C1F9-148A-DD6ECE7C3C4A}"/>
              </a:ext>
            </a:extLst>
          </p:cNvPr>
          <p:cNvCxnSpPr>
            <a:stCxn id="224" idx="2"/>
            <a:endCxn id="225" idx="0"/>
          </p:cNvCxnSpPr>
          <p:nvPr/>
        </p:nvCxnSpPr>
        <p:spPr>
          <a:xfrm flipH="1">
            <a:off x="5289731" y="6185212"/>
            <a:ext cx="2059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76A4F054-C90D-07DD-A6B1-1967B5E7B606}"/>
              </a:ext>
            </a:extLst>
          </p:cNvPr>
          <p:cNvCxnSpPr>
            <a:stCxn id="225" idx="2"/>
            <a:endCxn id="226" idx="0"/>
          </p:cNvCxnSpPr>
          <p:nvPr/>
        </p:nvCxnSpPr>
        <p:spPr>
          <a:xfrm flipH="1">
            <a:off x="4598106" y="6195945"/>
            <a:ext cx="169564" cy="1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3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10AFCB9-D84B-4FF0-07AB-5753D9E3A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" t="18436" r="74101" b="2918"/>
          <a:stretch>
            <a:fillRect/>
          </a:stretch>
        </p:blipFill>
        <p:spPr>
          <a:xfrm>
            <a:off x="939158" y="4091918"/>
            <a:ext cx="2888343" cy="2854982"/>
          </a:xfrm>
          <a:prstGeom prst="rect">
            <a:avLst/>
          </a:prstGeom>
        </p:spPr>
      </p:pic>
      <p:pic>
        <p:nvPicPr>
          <p:cNvPr id="7" name="Picture 6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C859EEFE-0838-7EF5-14E6-C50199957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48" t="15469" r="740" b="2256"/>
          <a:stretch>
            <a:fillRect/>
          </a:stretch>
        </p:blipFill>
        <p:spPr>
          <a:xfrm>
            <a:off x="9144000" y="11316811"/>
            <a:ext cx="2946400" cy="2986728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40440EE-D7AB-89D8-3691-ECB24C303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" t="17117" r="74314" b="1318"/>
          <a:stretch>
            <a:fillRect/>
          </a:stretch>
        </p:blipFill>
        <p:spPr>
          <a:xfrm>
            <a:off x="812800" y="461743"/>
            <a:ext cx="2888343" cy="2960916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FAC4450-7FFD-92CD-75D5-8036D79E4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2" t="18436" r="30673"/>
          <a:stretch>
            <a:fillRect/>
          </a:stretch>
        </p:blipFill>
        <p:spPr>
          <a:xfrm>
            <a:off x="4063938" y="461743"/>
            <a:ext cx="3512457" cy="2960916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04694AC-949F-89C2-43FB-16FE14F934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51" t="17816" r="746" b="2868"/>
          <a:stretch>
            <a:fillRect/>
          </a:stretch>
        </p:blipFill>
        <p:spPr>
          <a:xfrm>
            <a:off x="7812832" y="502565"/>
            <a:ext cx="2898775" cy="2879271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0D4E5FB-D734-4B4D-86C9-FF521DAEC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78" t="18437" r="30598" b="2249"/>
          <a:stretch>
            <a:fillRect/>
          </a:stretch>
        </p:blipFill>
        <p:spPr>
          <a:xfrm>
            <a:off x="4475295" y="4067629"/>
            <a:ext cx="3506561" cy="2879271"/>
          </a:xfrm>
          <a:prstGeom prst="rect">
            <a:avLst/>
          </a:prstGeom>
        </p:spPr>
      </p:pic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66ADFEB-D2F3-ABCC-0257-0CB6C8B45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97" t="17605" r="901" b="3081"/>
          <a:stretch>
            <a:fillRect/>
          </a:stretch>
        </p:blipFill>
        <p:spPr>
          <a:xfrm>
            <a:off x="8629650" y="4091918"/>
            <a:ext cx="2898776" cy="2879272"/>
          </a:xfrm>
          <a:prstGeom prst="rect">
            <a:avLst/>
          </a:prstGeom>
        </p:spPr>
      </p:pic>
      <p:pic>
        <p:nvPicPr>
          <p:cNvPr id="14" name="Picture 1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E0E95188-85E5-9928-3E38-5026B581A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" t="18436" r="74292" b="2945"/>
          <a:stretch>
            <a:fillRect/>
          </a:stretch>
        </p:blipFill>
        <p:spPr>
          <a:xfrm>
            <a:off x="812800" y="11247311"/>
            <a:ext cx="2888343" cy="2854005"/>
          </a:xfrm>
          <a:prstGeom prst="rect">
            <a:avLst/>
          </a:prstGeom>
        </p:spPr>
      </p:pic>
      <p:pic>
        <p:nvPicPr>
          <p:cNvPr id="15" name="Picture 14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EBFF9D8A-D144-52EE-2B76-8F42BC5F1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3" t="17122" r="30723" b="2413"/>
          <a:stretch>
            <a:fillRect/>
          </a:stretch>
        </p:blipFill>
        <p:spPr>
          <a:xfrm>
            <a:off x="4879686" y="11085024"/>
            <a:ext cx="3506561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20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</TotalTime>
  <Words>450</Words>
  <Application>Microsoft Office PowerPoint</Application>
  <PresentationFormat>Custom</PresentationFormat>
  <Paragraphs>148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FAYSAL AHMMED</dc:creator>
  <cp:lastModifiedBy>FAYSAL AHMMED</cp:lastModifiedBy>
  <cp:revision>5</cp:revision>
  <dcterms:created xsi:type="dcterms:W3CDTF">2025-11-28T14:50:48Z</dcterms:created>
  <dcterms:modified xsi:type="dcterms:W3CDTF">2025-11-29T11:43:59Z</dcterms:modified>
</cp:coreProperties>
</file>