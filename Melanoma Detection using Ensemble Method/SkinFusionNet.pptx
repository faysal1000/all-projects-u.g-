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9" r:id="rId2"/>
    <p:sldId id="258" r:id="rId3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516" y="-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E41C8-560C-4CAE-B12C-FE0F9A5C1E8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535D4-467F-42B3-87ED-8E613C66E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4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9D83-C6FC-B8B9-1711-2CD822C7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3B1D4-3AC4-8133-1E87-985E681C7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5EFAF-7FDC-542F-0796-9745CEBA0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0F5C5-64C9-9A8F-40EE-EEBAC1A99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535D4-467F-42B3-87ED-8E613C66E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4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7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1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4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5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0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3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1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C355F-AA3C-4559-A14B-6839D2550317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AE709-DDB9-4C5D-8388-4FAD14FDE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7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4430-DF3C-8CF0-5E3C-7F02DF1B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221">
            <a:extLst>
              <a:ext uri="{FF2B5EF4-FFF2-40B4-BE49-F238E27FC236}">
                <a16:creationId xmlns:a16="http://schemas.microsoft.com/office/drawing/2014/main" id="{762820E4-C417-42F3-0260-7D928EAB8486}"/>
              </a:ext>
            </a:extLst>
          </p:cNvPr>
          <p:cNvGrpSpPr/>
          <p:nvPr/>
        </p:nvGrpSpPr>
        <p:grpSpPr>
          <a:xfrm>
            <a:off x="7860539" y="1386666"/>
            <a:ext cx="2801374" cy="475346"/>
            <a:chOff x="13930152" y="7810665"/>
            <a:chExt cx="1733588" cy="336133"/>
          </a:xfrm>
          <a:noFill/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276A91C3-47E1-9A7C-6391-0AF7D30B8EE3}"/>
                </a:ext>
              </a:extLst>
            </p:cNvPr>
            <p:cNvSpPr/>
            <p:nvPr/>
          </p:nvSpPr>
          <p:spPr>
            <a:xfrm rot="5400000">
              <a:off x="14628879" y="7111938"/>
              <a:ext cx="336133" cy="1733588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7875144E-48E6-4F98-F018-9E025EBAE8B5}"/>
                </a:ext>
              </a:extLst>
            </p:cNvPr>
            <p:cNvSpPr txBox="1"/>
            <p:nvPr/>
          </p:nvSpPr>
          <p:spPr>
            <a:xfrm>
              <a:off x="13955584" y="7872500"/>
              <a:ext cx="1705919" cy="239403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Image 224×224×3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79E4F5-63D5-E3CA-A997-AD404817C490}"/>
              </a:ext>
            </a:extLst>
          </p:cNvPr>
          <p:cNvSpPr/>
          <p:nvPr/>
        </p:nvSpPr>
        <p:spPr>
          <a:xfrm>
            <a:off x="4791629" y="2155568"/>
            <a:ext cx="2681933" cy="5220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DenseNet121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C25F7C-E138-F69D-CC7A-11A362B2FEA4}"/>
              </a:ext>
            </a:extLst>
          </p:cNvPr>
          <p:cNvSpPr/>
          <p:nvPr/>
        </p:nvSpPr>
        <p:spPr>
          <a:xfrm>
            <a:off x="7946721" y="2155568"/>
            <a:ext cx="2681933" cy="5220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EfficientNetV2-B1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5D2C54-CE57-BD91-91DA-51BA9EBA7DBC}"/>
              </a:ext>
            </a:extLst>
          </p:cNvPr>
          <p:cNvSpPr/>
          <p:nvPr/>
        </p:nvSpPr>
        <p:spPr>
          <a:xfrm>
            <a:off x="11101812" y="2155568"/>
            <a:ext cx="2681933" cy="52206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ResNet152V2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4623EE-FD57-CB28-5E75-445F2B452099}"/>
              </a:ext>
            </a:extLst>
          </p:cNvPr>
          <p:cNvSpPr/>
          <p:nvPr/>
        </p:nvSpPr>
        <p:spPr>
          <a:xfrm>
            <a:off x="4791627" y="3000728"/>
            <a:ext cx="2681935" cy="52206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Conv2D 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(128 channels, act=GeLU)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79AC2B-4483-F8B9-1694-7FD4968B618A}"/>
              </a:ext>
            </a:extLst>
          </p:cNvPr>
          <p:cNvSpPr/>
          <p:nvPr/>
        </p:nvSpPr>
        <p:spPr>
          <a:xfrm>
            <a:off x="7946718" y="2993573"/>
            <a:ext cx="2681935" cy="52206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Conv2D 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(128 channels, act=GeLU)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5F2F20-68BC-0594-EBFD-4DE9F06FE043}"/>
              </a:ext>
            </a:extLst>
          </p:cNvPr>
          <p:cNvSpPr/>
          <p:nvPr/>
        </p:nvSpPr>
        <p:spPr>
          <a:xfrm>
            <a:off x="11101809" y="2994152"/>
            <a:ext cx="2681935" cy="52206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Conv2D 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(128 channels, act=GeLU)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378A43-6830-98AB-80B9-9C77A85A5873}"/>
              </a:ext>
            </a:extLst>
          </p:cNvPr>
          <p:cNvSpPr/>
          <p:nvPr/>
        </p:nvSpPr>
        <p:spPr>
          <a:xfrm>
            <a:off x="4791629" y="3845888"/>
            <a:ext cx="2681932" cy="31274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AA1019-DD82-A440-6A77-1913E7D370CC}"/>
              </a:ext>
            </a:extLst>
          </p:cNvPr>
          <p:cNvSpPr/>
          <p:nvPr/>
        </p:nvSpPr>
        <p:spPr>
          <a:xfrm>
            <a:off x="7958512" y="3831578"/>
            <a:ext cx="2681932" cy="333607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5FD48C-F148-2AD4-C0FD-719D666DFCB0}"/>
              </a:ext>
            </a:extLst>
          </p:cNvPr>
          <p:cNvSpPr/>
          <p:nvPr/>
        </p:nvSpPr>
        <p:spPr>
          <a:xfrm>
            <a:off x="11125395" y="3832736"/>
            <a:ext cx="2681932" cy="33129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567D76-AAB8-4175-BC6B-8E022056975D}"/>
              </a:ext>
            </a:extLst>
          </p:cNvPr>
          <p:cNvSpPr/>
          <p:nvPr/>
        </p:nvSpPr>
        <p:spPr>
          <a:xfrm>
            <a:off x="4791627" y="4481729"/>
            <a:ext cx="2681932" cy="33129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4×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C93BDD-ECDF-97ED-AAD5-20A0EB3CC28F}"/>
              </a:ext>
            </a:extLst>
          </p:cNvPr>
          <p:cNvSpPr/>
          <p:nvPr/>
        </p:nvSpPr>
        <p:spPr>
          <a:xfrm>
            <a:off x="7977205" y="4481129"/>
            <a:ext cx="2681932" cy="33129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4×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E3CAD6-5402-22AF-7AEA-E6AC7A9FA8ED}"/>
              </a:ext>
            </a:extLst>
          </p:cNvPr>
          <p:cNvSpPr/>
          <p:nvPr/>
        </p:nvSpPr>
        <p:spPr>
          <a:xfrm>
            <a:off x="11162783" y="4480550"/>
            <a:ext cx="2681932" cy="33129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4×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100F5B-2936-F147-DC41-445C545DA8DD}"/>
              </a:ext>
            </a:extLst>
          </p:cNvPr>
          <p:cNvSpPr txBox="1"/>
          <p:nvPr/>
        </p:nvSpPr>
        <p:spPr>
          <a:xfrm>
            <a:off x="4770934" y="5002770"/>
            <a:ext cx="2704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(56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56 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128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14D55F-F8CE-4E51-BAB7-487D45CEF764}"/>
              </a:ext>
            </a:extLst>
          </p:cNvPr>
          <p:cNvSpPr txBox="1"/>
          <p:nvPr/>
        </p:nvSpPr>
        <p:spPr>
          <a:xfrm>
            <a:off x="7956054" y="4995014"/>
            <a:ext cx="2704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(56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56 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128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F9E481-0B83-FAC5-0CAC-132B10D81893}"/>
              </a:ext>
            </a:extLst>
          </p:cNvPr>
          <p:cNvSpPr txBox="1"/>
          <p:nvPr/>
        </p:nvSpPr>
        <p:spPr>
          <a:xfrm>
            <a:off x="11141173" y="4995013"/>
            <a:ext cx="2704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(56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56 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128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4B604F1-79B9-5B87-6378-F1F63DB0EFE2}"/>
              </a:ext>
            </a:extLst>
          </p:cNvPr>
          <p:cNvSpPr/>
          <p:nvPr/>
        </p:nvSpPr>
        <p:spPr>
          <a:xfrm>
            <a:off x="8077014" y="5603287"/>
            <a:ext cx="2337550" cy="5220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(384 Channels, 56</a:t>
            </a:r>
            <a:r>
              <a:rPr lang="it-IT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×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97D29E5-9D90-438A-9B84-64F4B8A2BE49}"/>
              </a:ext>
            </a:extLst>
          </p:cNvPr>
          <p:cNvSpPr/>
          <p:nvPr/>
        </p:nvSpPr>
        <p:spPr>
          <a:xfrm>
            <a:off x="5481557" y="6377732"/>
            <a:ext cx="7500862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Convolutions (256 Channels, 3×3 Kernel, GeLU,  BatchNorm, L1L2 Regularization)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AEEC524-D354-D798-4FFB-AB2E55A42109}"/>
              </a:ext>
            </a:extLst>
          </p:cNvPr>
          <p:cNvSpPr/>
          <p:nvPr/>
        </p:nvSpPr>
        <p:spPr>
          <a:xfrm>
            <a:off x="7887522" y="7212078"/>
            <a:ext cx="2716534" cy="4678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B7B38C8-E563-7782-6F41-6063CA8BE69F}"/>
              </a:ext>
            </a:extLst>
          </p:cNvPr>
          <p:cNvSpPr/>
          <p:nvPr/>
        </p:nvSpPr>
        <p:spPr>
          <a:xfrm>
            <a:off x="10790789" y="7302213"/>
            <a:ext cx="1191386" cy="326575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Vector (256)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0B39AFD-3CD5-D9B9-6325-5DB2F47F5330}"/>
              </a:ext>
            </a:extLst>
          </p:cNvPr>
          <p:cNvSpPr/>
          <p:nvPr/>
        </p:nvSpPr>
        <p:spPr>
          <a:xfrm>
            <a:off x="4757980" y="8054951"/>
            <a:ext cx="9240381" cy="108904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31BEA2-6450-9A70-97D8-035649022927}"/>
              </a:ext>
            </a:extLst>
          </p:cNvPr>
          <p:cNvGrpSpPr/>
          <p:nvPr/>
        </p:nvGrpSpPr>
        <p:grpSpPr>
          <a:xfrm>
            <a:off x="8246099" y="7899152"/>
            <a:ext cx="2235200" cy="372411"/>
            <a:chOff x="3921749" y="9576169"/>
            <a:chExt cx="2235200" cy="307777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761E7B6-BC77-C7A2-6975-EECC5B399838}"/>
                </a:ext>
              </a:extLst>
            </p:cNvPr>
            <p:cNvSpPr/>
            <p:nvPr/>
          </p:nvSpPr>
          <p:spPr>
            <a:xfrm>
              <a:off x="4275616" y="9614488"/>
              <a:ext cx="1517363" cy="19338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C50134D-077B-7DDD-0BA1-474950E61F07}"/>
                </a:ext>
              </a:extLst>
            </p:cNvPr>
            <p:cNvSpPr txBox="1"/>
            <p:nvPr/>
          </p:nvSpPr>
          <p:spPr>
            <a:xfrm>
              <a:off x="3921749" y="9576169"/>
              <a:ext cx="2235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Dense Head</a:t>
              </a:r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A24A1CB-DF68-C3EE-37B5-F07DACCB80E5}"/>
              </a:ext>
            </a:extLst>
          </p:cNvPr>
          <p:cNvSpPr/>
          <p:nvPr/>
        </p:nvSpPr>
        <p:spPr>
          <a:xfrm>
            <a:off x="4942366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(256,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GeLU)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92A2567-729E-8AC0-72B6-F1D97EF0271A}"/>
              </a:ext>
            </a:extLst>
          </p:cNvPr>
          <p:cNvSpPr/>
          <p:nvPr/>
        </p:nvSpPr>
        <p:spPr>
          <a:xfrm>
            <a:off x="6238573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2D55E83-959B-4FFF-0D5A-4402D94E2782}"/>
              </a:ext>
            </a:extLst>
          </p:cNvPr>
          <p:cNvSpPr/>
          <p:nvPr/>
        </p:nvSpPr>
        <p:spPr>
          <a:xfrm>
            <a:off x="7534780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(0.35)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Rectangle: Rounded Corners 447">
            <a:extLst>
              <a:ext uri="{FF2B5EF4-FFF2-40B4-BE49-F238E27FC236}">
                <a16:creationId xmlns:a16="http://schemas.microsoft.com/office/drawing/2014/main" id="{2E83462D-C1EE-CB5D-08BD-7308EF0F23EC}"/>
              </a:ext>
            </a:extLst>
          </p:cNvPr>
          <p:cNvSpPr/>
          <p:nvPr/>
        </p:nvSpPr>
        <p:spPr>
          <a:xfrm>
            <a:off x="8830986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(128,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GeLU)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9" name="Rectangle: Rounded Corners 448">
            <a:extLst>
              <a:ext uri="{FF2B5EF4-FFF2-40B4-BE49-F238E27FC236}">
                <a16:creationId xmlns:a16="http://schemas.microsoft.com/office/drawing/2014/main" id="{C166BE11-CC72-1085-ECE8-A78B428893A6}"/>
              </a:ext>
            </a:extLst>
          </p:cNvPr>
          <p:cNvSpPr/>
          <p:nvPr/>
        </p:nvSpPr>
        <p:spPr>
          <a:xfrm>
            <a:off x="10127192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" name="Rectangle: Rounded Corners 449">
            <a:extLst>
              <a:ext uri="{FF2B5EF4-FFF2-40B4-BE49-F238E27FC236}">
                <a16:creationId xmlns:a16="http://schemas.microsoft.com/office/drawing/2014/main" id="{93925275-7E8F-5675-F678-981D729D22E5}"/>
              </a:ext>
            </a:extLst>
          </p:cNvPr>
          <p:cNvSpPr/>
          <p:nvPr/>
        </p:nvSpPr>
        <p:spPr>
          <a:xfrm>
            <a:off x="11423398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 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(0.3)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" name="Rectangle: Rounded Corners 450">
            <a:extLst>
              <a:ext uri="{FF2B5EF4-FFF2-40B4-BE49-F238E27FC236}">
                <a16:creationId xmlns:a16="http://schemas.microsoft.com/office/drawing/2014/main" id="{C66FF3B5-7459-0BF5-2734-9FC68985AC2C}"/>
              </a:ext>
            </a:extLst>
          </p:cNvPr>
          <p:cNvSpPr/>
          <p:nvPr/>
        </p:nvSpPr>
        <p:spPr>
          <a:xfrm>
            <a:off x="12719605" y="8376506"/>
            <a:ext cx="1153633" cy="5220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(1, Sigmoid) </a:t>
            </a:r>
          </a:p>
        </p:txBody>
      </p: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3B35BE32-AB09-0427-C370-788A7B856DF8}"/>
              </a:ext>
            </a:extLst>
          </p:cNvPr>
          <p:cNvCxnSpPr>
            <a:stCxn id="6" idx="0"/>
            <a:endCxn id="8" idx="0"/>
          </p:cNvCxnSpPr>
          <p:nvPr/>
        </p:nvCxnSpPr>
        <p:spPr>
          <a:xfrm rot="5400000" flipH="1" flipV="1">
            <a:off x="9287687" y="-999523"/>
            <a:ext cx="12700" cy="6310183"/>
          </a:xfrm>
          <a:prstGeom prst="bentConnector3">
            <a:avLst>
              <a:gd name="adj1" fmla="val 1149984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0032F53B-B239-E9F0-252C-170FD79692F0}"/>
              </a:ext>
            </a:extLst>
          </p:cNvPr>
          <p:cNvCxnSpPr>
            <a:cxnSpLocks/>
            <a:stCxn id="219" idx="3"/>
            <a:endCxn id="7" idx="0"/>
          </p:cNvCxnSpPr>
          <p:nvPr/>
        </p:nvCxnSpPr>
        <p:spPr>
          <a:xfrm>
            <a:off x="9261225" y="1862013"/>
            <a:ext cx="0" cy="293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DBFC0997-F822-9D44-824C-4092710E037E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6132595" y="2677629"/>
            <a:ext cx="1" cy="323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DCE75BA7-C925-9899-9C93-2002633D483F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9287686" y="2677629"/>
            <a:ext cx="2" cy="315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11CE38D5-2E99-C748-A3EB-152D514FE42A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flipH="1">
            <a:off x="12442777" y="2677629"/>
            <a:ext cx="2" cy="316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FFC8B91A-719F-015A-F3B0-792821D9E3DD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6132595" y="3522789"/>
            <a:ext cx="0" cy="323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DF4EA934-D5A4-F05B-C0F9-2A54387805A5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9287686" y="3515634"/>
            <a:ext cx="0" cy="315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EC5550E7-EDF4-BC17-7B48-D2E37448C467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12442777" y="3516213"/>
            <a:ext cx="0" cy="316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E978F11B-020F-711C-DCEA-14489F8A95F4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flipH="1">
            <a:off x="6132593" y="4158630"/>
            <a:ext cx="2" cy="323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60EE5531-7D8B-E473-8B36-E2662CEE7F68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9299478" y="4165185"/>
            <a:ext cx="0" cy="315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B9CDFF0A-363D-F48D-54AB-F9297F152DD0}"/>
              </a:ext>
            </a:extLst>
          </p:cNvPr>
          <p:cNvCxnSpPr>
            <a:stCxn id="14" idx="2"/>
            <a:endCxn id="24" idx="0"/>
          </p:cNvCxnSpPr>
          <p:nvPr/>
        </p:nvCxnSpPr>
        <p:spPr>
          <a:xfrm>
            <a:off x="12466361" y="4164027"/>
            <a:ext cx="0" cy="316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7DC5FACE-A8ED-0772-6A9B-9794EF634A68}"/>
              </a:ext>
            </a:extLst>
          </p:cNvPr>
          <p:cNvCxnSpPr>
            <a:stCxn id="15" idx="2"/>
            <a:endCxn id="26" idx="0"/>
          </p:cNvCxnSpPr>
          <p:nvPr/>
        </p:nvCxnSpPr>
        <p:spPr>
          <a:xfrm flipH="1">
            <a:off x="6123230" y="4813020"/>
            <a:ext cx="0" cy="189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3C1E4DFF-19D8-0CBF-9422-00E411A93AAF}"/>
              </a:ext>
            </a:extLst>
          </p:cNvPr>
          <p:cNvCxnSpPr>
            <a:stCxn id="16" idx="2"/>
            <a:endCxn id="27" idx="0"/>
          </p:cNvCxnSpPr>
          <p:nvPr/>
        </p:nvCxnSpPr>
        <p:spPr>
          <a:xfrm flipH="1">
            <a:off x="9308350" y="4812420"/>
            <a:ext cx="0" cy="182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C029D9B0-ED59-EA18-D679-8B2B973542C5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 flipH="1">
            <a:off x="12493469" y="4811841"/>
            <a:ext cx="0" cy="183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Arrow Connector 495">
            <a:extLst>
              <a:ext uri="{FF2B5EF4-FFF2-40B4-BE49-F238E27FC236}">
                <a16:creationId xmlns:a16="http://schemas.microsoft.com/office/drawing/2014/main" id="{943C277B-215A-3337-4DA6-B0936FDAE39E}"/>
              </a:ext>
            </a:extLst>
          </p:cNvPr>
          <p:cNvCxnSpPr>
            <a:cxnSpLocks/>
          </p:cNvCxnSpPr>
          <p:nvPr/>
        </p:nvCxnSpPr>
        <p:spPr>
          <a:xfrm flipH="1">
            <a:off x="9289331" y="5302791"/>
            <a:ext cx="0" cy="300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: Elbow 497">
            <a:extLst>
              <a:ext uri="{FF2B5EF4-FFF2-40B4-BE49-F238E27FC236}">
                <a16:creationId xmlns:a16="http://schemas.microsoft.com/office/drawing/2014/main" id="{E7B2984A-F0EC-224A-355F-1A1AD88664A1}"/>
              </a:ext>
            </a:extLst>
          </p:cNvPr>
          <p:cNvCxnSpPr>
            <a:stCxn id="26" idx="2"/>
            <a:endCxn id="29" idx="1"/>
          </p:cNvCxnSpPr>
          <p:nvPr/>
        </p:nvCxnSpPr>
        <p:spPr>
          <a:xfrm rot="16200000" flipH="1">
            <a:off x="6823237" y="4610540"/>
            <a:ext cx="553771" cy="195378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: Elbow 499">
            <a:extLst>
              <a:ext uri="{FF2B5EF4-FFF2-40B4-BE49-F238E27FC236}">
                <a16:creationId xmlns:a16="http://schemas.microsoft.com/office/drawing/2014/main" id="{08806F9B-7733-F9B9-2817-419205C98FDC}"/>
              </a:ext>
            </a:extLst>
          </p:cNvPr>
          <p:cNvCxnSpPr>
            <a:stCxn id="28" idx="2"/>
            <a:endCxn id="29" idx="3"/>
          </p:cNvCxnSpPr>
          <p:nvPr/>
        </p:nvCxnSpPr>
        <p:spPr>
          <a:xfrm rot="5400000">
            <a:off x="11173253" y="4544102"/>
            <a:ext cx="561528" cy="20789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1C114B76-26BF-B4D9-5FF2-FFF664FBA4BF}"/>
              </a:ext>
            </a:extLst>
          </p:cNvPr>
          <p:cNvCxnSpPr>
            <a:cxnSpLocks/>
          </p:cNvCxnSpPr>
          <p:nvPr/>
        </p:nvCxnSpPr>
        <p:spPr>
          <a:xfrm flipH="1">
            <a:off x="9290044" y="6125348"/>
            <a:ext cx="0" cy="25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A9C751FB-9ABF-FC02-20B4-53624A2FE306}"/>
              </a:ext>
            </a:extLst>
          </p:cNvPr>
          <p:cNvCxnSpPr/>
          <p:nvPr/>
        </p:nvCxnSpPr>
        <p:spPr>
          <a:xfrm>
            <a:off x="9358647" y="6899793"/>
            <a:ext cx="0" cy="3122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DED5C311-5A14-3EA8-C0AB-F119ECC2EDB8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10604056" y="7446023"/>
            <a:ext cx="3161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403E23C1-248E-6F4C-37C6-2824CB0924B5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9358647" y="7679968"/>
            <a:ext cx="0" cy="219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4A88BBD-95CA-4F74-1B12-E9FFE66722CD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095999" y="8637537"/>
            <a:ext cx="1425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C373CBF-81F2-B757-5A75-9899A7613E84}"/>
              </a:ext>
            </a:extLst>
          </p:cNvPr>
          <p:cNvCxnSpPr>
            <a:endCxn id="57" idx="1"/>
          </p:cNvCxnSpPr>
          <p:nvPr/>
        </p:nvCxnSpPr>
        <p:spPr>
          <a:xfrm>
            <a:off x="7392206" y="8637536"/>
            <a:ext cx="14257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55222BF-3BE1-3A56-A954-C7AD989340ED}"/>
              </a:ext>
            </a:extLst>
          </p:cNvPr>
          <p:cNvCxnSpPr>
            <a:stCxn id="57" idx="3"/>
            <a:endCxn id="448" idx="1"/>
          </p:cNvCxnSpPr>
          <p:nvPr/>
        </p:nvCxnSpPr>
        <p:spPr>
          <a:xfrm>
            <a:off x="8688413" y="8637537"/>
            <a:ext cx="1425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79319DA5-E7CA-CAC4-1768-90202B3E35A4}"/>
              </a:ext>
            </a:extLst>
          </p:cNvPr>
          <p:cNvCxnSpPr>
            <a:stCxn id="448" idx="3"/>
            <a:endCxn id="449" idx="1"/>
          </p:cNvCxnSpPr>
          <p:nvPr/>
        </p:nvCxnSpPr>
        <p:spPr>
          <a:xfrm>
            <a:off x="9984619" y="8637537"/>
            <a:ext cx="1425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42E8D8E-65C5-7349-A89E-3AF6C181242F}"/>
              </a:ext>
            </a:extLst>
          </p:cNvPr>
          <p:cNvCxnSpPr>
            <a:stCxn id="449" idx="3"/>
            <a:endCxn id="450" idx="1"/>
          </p:cNvCxnSpPr>
          <p:nvPr/>
        </p:nvCxnSpPr>
        <p:spPr>
          <a:xfrm>
            <a:off x="11280825" y="8637537"/>
            <a:ext cx="1425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6678530-CD05-FAB9-67E4-327D4399C350}"/>
              </a:ext>
            </a:extLst>
          </p:cNvPr>
          <p:cNvCxnSpPr>
            <a:stCxn id="450" idx="3"/>
            <a:endCxn id="451" idx="1"/>
          </p:cNvCxnSpPr>
          <p:nvPr/>
        </p:nvCxnSpPr>
        <p:spPr>
          <a:xfrm>
            <a:off x="12577031" y="8637537"/>
            <a:ext cx="1425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248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3FAF-1E44-5420-CEE3-4BF95326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roup 356">
            <a:extLst>
              <a:ext uri="{FF2B5EF4-FFF2-40B4-BE49-F238E27FC236}">
                <a16:creationId xmlns:a16="http://schemas.microsoft.com/office/drawing/2014/main" id="{8D5BBAD2-2FB7-D8F7-B016-50CB23914A87}"/>
              </a:ext>
            </a:extLst>
          </p:cNvPr>
          <p:cNvGrpSpPr/>
          <p:nvPr/>
        </p:nvGrpSpPr>
        <p:grpSpPr>
          <a:xfrm>
            <a:off x="3979074" y="2618726"/>
            <a:ext cx="10329851" cy="7173277"/>
            <a:chOff x="3979074" y="2618726"/>
            <a:chExt cx="10329851" cy="7173277"/>
          </a:xfrm>
        </p:grpSpPr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CBF02528-1A54-FD83-10B2-158859737739}"/>
                </a:ext>
              </a:extLst>
            </p:cNvPr>
            <p:cNvSpPr/>
            <p:nvPr/>
          </p:nvSpPr>
          <p:spPr>
            <a:xfrm>
              <a:off x="8962509" y="4908741"/>
              <a:ext cx="2699711" cy="1680355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1440" algn="just">
                <a:spcBef>
                  <a:spcPts val="600"/>
                </a:spcBef>
              </a:pPr>
              <a:endParaRPr 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91440" algn="ctr">
                <a:spcBef>
                  <a:spcPts val="600"/>
                </a:spcBef>
              </a:pPr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Rotation, Zoom, Width Shift, Height Shift, Horizontal Flip, Vertical Flip, Brightness Adjustment, Channel Shift, </a:t>
              </a:r>
              <a:r>
                <a:rPr lang="en-US" sz="15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fill_mode</a:t>
              </a:r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=nearest</a:t>
              </a:r>
            </a:p>
          </p:txBody>
        </p:sp>
        <p:sp>
          <p:nvSpPr>
            <p:cNvPr id="332" name="Rectangle: Rounded Corners 331">
              <a:extLst>
                <a:ext uri="{FF2B5EF4-FFF2-40B4-BE49-F238E27FC236}">
                  <a16:creationId xmlns:a16="http://schemas.microsoft.com/office/drawing/2014/main" id="{26DD7291-943B-4530-46BA-A454BC7535EB}"/>
                </a:ext>
              </a:extLst>
            </p:cNvPr>
            <p:cNvSpPr/>
            <p:nvPr/>
          </p:nvSpPr>
          <p:spPr>
            <a:xfrm>
              <a:off x="9308650" y="7400519"/>
              <a:ext cx="3156329" cy="15659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6CA95326-5064-9CFC-F7D8-C86AF4FA5707}"/>
                </a:ext>
              </a:extLst>
            </p:cNvPr>
            <p:cNvGrpSpPr/>
            <p:nvPr/>
          </p:nvGrpSpPr>
          <p:grpSpPr>
            <a:xfrm>
              <a:off x="10301649" y="7244701"/>
              <a:ext cx="1261713" cy="307777"/>
              <a:chOff x="3921749" y="9576169"/>
              <a:chExt cx="2235200" cy="254361"/>
            </a:xfrm>
          </p:grpSpPr>
          <p:sp>
            <p:nvSpPr>
              <p:cNvPr id="334" name="Rectangle: Rounded Corners 333">
                <a:extLst>
                  <a:ext uri="{FF2B5EF4-FFF2-40B4-BE49-F238E27FC236}">
                    <a16:creationId xmlns:a16="http://schemas.microsoft.com/office/drawing/2014/main" id="{46DEA937-23CE-9CBE-D81D-936740106ED3}"/>
                  </a:ext>
                </a:extLst>
              </p:cNvPr>
              <p:cNvSpPr/>
              <p:nvPr/>
            </p:nvSpPr>
            <p:spPr>
              <a:xfrm>
                <a:off x="4275616" y="9614488"/>
                <a:ext cx="1517363" cy="19338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AAB93B28-D95F-E65F-7422-EDAA38DC78D8}"/>
                  </a:ext>
                </a:extLst>
              </p:cNvPr>
              <p:cNvSpPr txBox="1"/>
              <p:nvPr/>
            </p:nvSpPr>
            <p:spPr>
              <a:xfrm>
                <a:off x="3921749" y="9576169"/>
                <a:ext cx="2235200" cy="25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XAI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5" name="Rectangle: Rounded Corners 254">
              <a:extLst>
                <a:ext uri="{FF2B5EF4-FFF2-40B4-BE49-F238E27FC236}">
                  <a16:creationId xmlns:a16="http://schemas.microsoft.com/office/drawing/2014/main" id="{EBE155CD-45BD-8AA3-1BDF-908F209A05E4}"/>
                </a:ext>
              </a:extLst>
            </p:cNvPr>
            <p:cNvSpPr/>
            <p:nvPr/>
          </p:nvSpPr>
          <p:spPr>
            <a:xfrm>
              <a:off x="12173057" y="4811924"/>
              <a:ext cx="1992512" cy="18231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31563D04-34B5-5318-5A7A-AFDE78E16B30}"/>
                </a:ext>
              </a:extLst>
            </p:cNvPr>
            <p:cNvGrpSpPr/>
            <p:nvPr/>
          </p:nvGrpSpPr>
          <p:grpSpPr>
            <a:xfrm>
              <a:off x="12073725" y="4656106"/>
              <a:ext cx="2235200" cy="307777"/>
              <a:chOff x="3921749" y="9576169"/>
              <a:chExt cx="2235200" cy="254361"/>
            </a:xfrm>
          </p:grpSpPr>
          <p:sp>
            <p:nvSpPr>
              <p:cNvPr id="258" name="Rectangle: Rounded Corners 257">
                <a:extLst>
                  <a:ext uri="{FF2B5EF4-FFF2-40B4-BE49-F238E27FC236}">
                    <a16:creationId xmlns:a16="http://schemas.microsoft.com/office/drawing/2014/main" id="{174425D2-386D-EABC-FF4F-8E186D6A5585}"/>
                  </a:ext>
                </a:extLst>
              </p:cNvPr>
              <p:cNvSpPr/>
              <p:nvPr/>
            </p:nvSpPr>
            <p:spPr>
              <a:xfrm>
                <a:off x="4275616" y="9614488"/>
                <a:ext cx="1517363" cy="19338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9CE583AD-D18C-7A3F-43F6-00EBC5003BDD}"/>
                  </a:ext>
                </a:extLst>
              </p:cNvPr>
              <p:cNvSpPr txBox="1"/>
              <p:nvPr/>
            </p:nvSpPr>
            <p:spPr>
              <a:xfrm>
                <a:off x="3921749" y="9576169"/>
                <a:ext cx="2235200" cy="25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 Split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1011EE8A-A568-57BF-9A21-371AD92533D4}"/>
                </a:ext>
              </a:extLst>
            </p:cNvPr>
            <p:cNvGrpSpPr/>
            <p:nvPr/>
          </p:nvGrpSpPr>
          <p:grpSpPr>
            <a:xfrm>
              <a:off x="4338893" y="4781897"/>
              <a:ext cx="1481820" cy="1530145"/>
              <a:chOff x="4351913" y="8986850"/>
              <a:chExt cx="3113415" cy="3014650"/>
            </a:xfrm>
          </p:grpSpPr>
          <p:pic>
            <p:nvPicPr>
              <p:cNvPr id="183" name="Picture 182" descr="Close-up of a skin with hair loss&#10;&#10;AI-generated content may be incorrect.">
                <a:extLst>
                  <a:ext uri="{FF2B5EF4-FFF2-40B4-BE49-F238E27FC236}">
                    <a16:creationId xmlns:a16="http://schemas.microsoft.com/office/drawing/2014/main" id="{7DB67C55-7142-1237-3AFA-5BA26CF22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7828" y="9144000"/>
                <a:ext cx="2857500" cy="2857500"/>
              </a:xfrm>
              <a:prstGeom prst="rect">
                <a:avLst/>
              </a:prstGeom>
            </p:spPr>
          </p:pic>
          <p:pic>
            <p:nvPicPr>
              <p:cNvPr id="180" name="Picture 179" descr="A close-up of hair on a person's skin&#10;&#10;AI-generated content may be incorrect.">
                <a:extLst>
                  <a:ext uri="{FF2B5EF4-FFF2-40B4-BE49-F238E27FC236}">
                    <a16:creationId xmlns:a16="http://schemas.microsoft.com/office/drawing/2014/main" id="{95D0F23F-0BE4-B6D1-D338-F4EA242984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51913" y="8986850"/>
                <a:ext cx="2857500" cy="2857500"/>
              </a:xfrm>
              <a:prstGeom prst="rect">
                <a:avLst/>
              </a:prstGeom>
            </p:spPr>
          </p:pic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036D0BA-33DF-6E0C-02CF-7F853E552396}"/>
                </a:ext>
              </a:extLst>
            </p:cNvPr>
            <p:cNvSpPr txBox="1"/>
            <p:nvPr/>
          </p:nvSpPr>
          <p:spPr>
            <a:xfrm>
              <a:off x="4102149" y="6281000"/>
              <a:ext cx="21451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 from 5 Publicly 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Available Dataset</a:t>
              </a:r>
            </a:p>
          </p:txBody>
        </p:sp>
        <p:sp>
          <p:nvSpPr>
            <p:cNvPr id="196" name="Flowchart: Magnetic Disk 195">
              <a:extLst>
                <a:ext uri="{FF2B5EF4-FFF2-40B4-BE49-F238E27FC236}">
                  <a16:creationId xmlns:a16="http://schemas.microsoft.com/office/drawing/2014/main" id="{142D2C47-0FDA-4220-050E-28C4D2CB40AB}"/>
                </a:ext>
              </a:extLst>
            </p:cNvPr>
            <p:cNvSpPr/>
            <p:nvPr/>
          </p:nvSpPr>
          <p:spPr>
            <a:xfrm>
              <a:off x="4047994" y="2749322"/>
              <a:ext cx="2009344" cy="1565993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08E49E2-C2E6-EFCA-09DD-41706D9CA1A1}"/>
                </a:ext>
              </a:extLst>
            </p:cNvPr>
            <p:cNvSpPr txBox="1"/>
            <p:nvPr/>
          </p:nvSpPr>
          <p:spPr>
            <a:xfrm>
              <a:off x="4186458" y="3301586"/>
              <a:ext cx="1795043" cy="1170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00" dirty="0">
                  <a:latin typeface="Arial" panose="020B0604020202020204" pitchFamily="34" charset="0"/>
                </a:rPr>
                <a:t>2 Class-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Arial" panose="020B0604020202020204" pitchFamily="34" charset="0"/>
                </a:rPr>
                <a:t>Benign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Arial" panose="020B0604020202020204" pitchFamily="34" charset="0"/>
                </a:rPr>
                <a:t>Malignant 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00" dirty="0">
                  <a:latin typeface="Arial" panose="020B0604020202020204" pitchFamily="34" charset="0"/>
                </a:rPr>
                <a:t>Total 29,970 Images</a:t>
              </a:r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29D52DC8-E00E-8F17-FDF1-3645BC92E1D2}"/>
                </a:ext>
              </a:extLst>
            </p:cNvPr>
            <p:cNvSpPr/>
            <p:nvPr/>
          </p:nvSpPr>
          <p:spPr>
            <a:xfrm>
              <a:off x="3979074" y="2861370"/>
              <a:ext cx="2126133" cy="30245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Aptos Display" panose="020B0004020202020204" pitchFamily="34" charset="0"/>
                </a:rPr>
                <a:t>Merged Dataset</a:t>
              </a:r>
            </a:p>
          </p:txBody>
        </p:sp>
        <p:sp>
          <p:nvSpPr>
            <p:cNvPr id="209" name="Rectangle: Rounded Corners 208">
              <a:extLst>
                <a:ext uri="{FF2B5EF4-FFF2-40B4-BE49-F238E27FC236}">
                  <a16:creationId xmlns:a16="http://schemas.microsoft.com/office/drawing/2014/main" id="{1941C139-3939-6172-4DB1-23BAF7145F8D}"/>
                </a:ext>
              </a:extLst>
            </p:cNvPr>
            <p:cNvSpPr/>
            <p:nvPr/>
          </p:nvSpPr>
          <p:spPr>
            <a:xfrm>
              <a:off x="6322119" y="2774544"/>
              <a:ext cx="7781048" cy="15659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07C551AF-D033-FB38-4642-A6324F6607E6}"/>
                </a:ext>
              </a:extLst>
            </p:cNvPr>
            <p:cNvGrpSpPr/>
            <p:nvPr/>
          </p:nvGrpSpPr>
          <p:grpSpPr>
            <a:xfrm>
              <a:off x="9014805" y="2618726"/>
              <a:ext cx="2235200" cy="307777"/>
              <a:chOff x="3921749" y="9576169"/>
              <a:chExt cx="2235200" cy="254361"/>
            </a:xfrm>
          </p:grpSpPr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E58C3FEA-08DD-AC28-2EAF-4C6FCB4A9404}"/>
                  </a:ext>
                </a:extLst>
              </p:cNvPr>
              <p:cNvSpPr/>
              <p:nvPr/>
            </p:nvSpPr>
            <p:spPr>
              <a:xfrm>
                <a:off x="4275616" y="9614488"/>
                <a:ext cx="1517363" cy="19338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35CBDF92-1CB2-E1DC-DA86-CF3A24ED5DF8}"/>
                  </a:ext>
                </a:extLst>
              </p:cNvPr>
              <p:cNvSpPr txBox="1"/>
              <p:nvPr/>
            </p:nvSpPr>
            <p:spPr>
              <a:xfrm>
                <a:off x="3921749" y="9576169"/>
                <a:ext cx="2235200" cy="25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 Image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7DF50552-2A93-EA86-563F-0A195D00E7A9}"/>
                </a:ext>
              </a:extLst>
            </p:cNvPr>
            <p:cNvSpPr/>
            <p:nvPr/>
          </p:nvSpPr>
          <p:spPr>
            <a:xfrm>
              <a:off x="6434202" y="3000583"/>
              <a:ext cx="1713381" cy="117888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Hair Removal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Dull Razor: Detect &amp; </a:t>
              </a:r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inpaint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hairs</a:t>
              </a:r>
            </a:p>
          </p:txBody>
        </p:sp>
        <p:sp>
          <p:nvSpPr>
            <p:cNvPr id="242" name="Rectangle: Rounded Corners 241">
              <a:extLst>
                <a:ext uri="{FF2B5EF4-FFF2-40B4-BE49-F238E27FC236}">
                  <a16:creationId xmlns:a16="http://schemas.microsoft.com/office/drawing/2014/main" id="{88987EC0-1613-002F-0C4F-D473A6D2F5DC}"/>
                </a:ext>
              </a:extLst>
            </p:cNvPr>
            <p:cNvSpPr/>
            <p:nvPr/>
          </p:nvSpPr>
          <p:spPr>
            <a:xfrm>
              <a:off x="8361213" y="3000583"/>
              <a:ext cx="1713381" cy="117888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Illumination Correction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Correct uneven lighting (LAB L-channel)</a:t>
              </a:r>
            </a:p>
          </p:txBody>
        </p:sp>
        <p:sp>
          <p:nvSpPr>
            <p:cNvPr id="244" name="Rectangle: Rounded Corners 243">
              <a:extLst>
                <a:ext uri="{FF2B5EF4-FFF2-40B4-BE49-F238E27FC236}">
                  <a16:creationId xmlns:a16="http://schemas.microsoft.com/office/drawing/2014/main" id="{58805C85-2988-844B-48D1-86A6D627010B}"/>
                </a:ext>
              </a:extLst>
            </p:cNvPr>
            <p:cNvSpPr/>
            <p:nvPr/>
          </p:nvSpPr>
          <p:spPr>
            <a:xfrm>
              <a:off x="10288224" y="3000583"/>
              <a:ext cx="1713381" cy="117888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Contrast Enhancement: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CLAHE on L-channel to improve contrast</a:t>
              </a:r>
            </a:p>
          </p:txBody>
        </p:sp>
        <p:sp>
          <p:nvSpPr>
            <p:cNvPr id="245" name="Rectangle: Rounded Corners 244">
              <a:extLst>
                <a:ext uri="{FF2B5EF4-FFF2-40B4-BE49-F238E27FC236}">
                  <a16:creationId xmlns:a16="http://schemas.microsoft.com/office/drawing/2014/main" id="{DE2261D6-7729-9495-79DE-473A5D67D44C}"/>
                </a:ext>
              </a:extLst>
            </p:cNvPr>
            <p:cNvSpPr/>
            <p:nvPr/>
          </p:nvSpPr>
          <p:spPr>
            <a:xfrm>
              <a:off x="12420213" y="5121800"/>
              <a:ext cx="1513881" cy="39223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 80%</a:t>
              </a:r>
            </a:p>
          </p:txBody>
        </p:sp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1148168C-F0C8-D4B8-C033-AB2FC671A2CB}"/>
                </a:ext>
              </a:extLst>
            </p:cNvPr>
            <p:cNvSpPr/>
            <p:nvPr/>
          </p:nvSpPr>
          <p:spPr>
            <a:xfrm>
              <a:off x="12421380" y="6124453"/>
              <a:ext cx="1513881" cy="39223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 10%</a:t>
              </a:r>
            </a:p>
          </p:txBody>
        </p:sp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D2280AC8-475A-A563-3BF1-E1B1E4AEBDB2}"/>
                </a:ext>
              </a:extLst>
            </p:cNvPr>
            <p:cNvSpPr/>
            <p:nvPr/>
          </p:nvSpPr>
          <p:spPr>
            <a:xfrm>
              <a:off x="12429000" y="5621442"/>
              <a:ext cx="1513881" cy="39223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10%</a:t>
              </a:r>
            </a:p>
          </p:txBody>
        </p:sp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171FF353-6915-1815-6EF6-0713A73B894F}"/>
                </a:ext>
              </a:extLst>
            </p:cNvPr>
            <p:cNvSpPr/>
            <p:nvPr/>
          </p:nvSpPr>
          <p:spPr>
            <a:xfrm>
              <a:off x="12215235" y="2987147"/>
              <a:ext cx="1713381" cy="117888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Resize &amp; Pixel Normalization: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224×224×3 size and Min-Max for [0-1] pixel range.</a:t>
              </a:r>
            </a:p>
          </p:txBody>
        </p: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AFBDAAA2-6281-790D-C3A4-894F8215BE2E}"/>
                </a:ext>
              </a:extLst>
            </p:cNvPr>
            <p:cNvGrpSpPr/>
            <p:nvPr/>
          </p:nvGrpSpPr>
          <p:grpSpPr>
            <a:xfrm>
              <a:off x="6643797" y="5072792"/>
              <a:ext cx="1577549" cy="1499185"/>
              <a:chOff x="14478236" y="4696602"/>
              <a:chExt cx="759729" cy="1983222"/>
            </a:xfrm>
          </p:grpSpPr>
          <p:sp>
            <p:nvSpPr>
              <p:cNvPr id="274" name="Rectangle: Rounded Corners 273">
                <a:extLst>
                  <a:ext uri="{FF2B5EF4-FFF2-40B4-BE49-F238E27FC236}">
                    <a16:creationId xmlns:a16="http://schemas.microsoft.com/office/drawing/2014/main" id="{A90AC1AA-E050-CA19-D731-E53484C49F61}"/>
                  </a:ext>
                </a:extLst>
              </p:cNvPr>
              <p:cNvSpPr/>
              <p:nvPr/>
            </p:nvSpPr>
            <p:spPr>
              <a:xfrm>
                <a:off x="14478236" y="4696602"/>
                <a:ext cx="746225" cy="522061"/>
              </a:xfrm>
              <a:prstGeom prst="roundRect">
                <a:avLst/>
              </a:prstGeom>
              <a:solidFill>
                <a:srgbClr val="F8CFB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DenseNet121</a:t>
                </a:r>
              </a:p>
            </p:txBody>
          </p:sp>
          <p:sp>
            <p:nvSpPr>
              <p:cNvPr id="276" name="Rectangle: Rounded Corners 275">
                <a:extLst>
                  <a:ext uri="{FF2B5EF4-FFF2-40B4-BE49-F238E27FC236}">
                    <a16:creationId xmlns:a16="http://schemas.microsoft.com/office/drawing/2014/main" id="{8ED27F85-A77B-656A-5490-ADC18939CB6E}"/>
                  </a:ext>
                </a:extLst>
              </p:cNvPr>
              <p:cNvSpPr/>
              <p:nvPr/>
            </p:nvSpPr>
            <p:spPr>
              <a:xfrm>
                <a:off x="14481008" y="5429801"/>
                <a:ext cx="746225" cy="52206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EfficientNetV2B1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Rectangle: Rounded Corners 276">
                <a:extLst>
                  <a:ext uri="{FF2B5EF4-FFF2-40B4-BE49-F238E27FC236}">
                    <a16:creationId xmlns:a16="http://schemas.microsoft.com/office/drawing/2014/main" id="{5194B824-DA4A-A5E8-83CC-B0B8495B418F}"/>
                  </a:ext>
                </a:extLst>
              </p:cNvPr>
              <p:cNvSpPr/>
              <p:nvPr/>
            </p:nvSpPr>
            <p:spPr>
              <a:xfrm>
                <a:off x="14491740" y="6157763"/>
                <a:ext cx="746225" cy="522061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ResNet152V2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1" name="Rectangle: Rounded Corners 280">
              <a:extLst>
                <a:ext uri="{FF2B5EF4-FFF2-40B4-BE49-F238E27FC236}">
                  <a16:creationId xmlns:a16="http://schemas.microsoft.com/office/drawing/2014/main" id="{F03E8E86-5C9F-C5F5-6D88-5C913972C879}"/>
                </a:ext>
              </a:extLst>
            </p:cNvPr>
            <p:cNvSpPr/>
            <p:nvPr/>
          </p:nvSpPr>
          <p:spPr>
            <a:xfrm>
              <a:off x="6467631" y="4889502"/>
              <a:ext cx="1871603" cy="1770516"/>
            </a:xfrm>
            <a:prstGeom prst="roundRect">
              <a:avLst/>
            </a:prstGeom>
            <a:noFill/>
            <a:ln>
              <a:prstDash val="dashDot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E16C9445-92BD-F8A0-9724-8AB5B3AF95D4}"/>
                </a:ext>
              </a:extLst>
            </p:cNvPr>
            <p:cNvGrpSpPr/>
            <p:nvPr/>
          </p:nvGrpSpPr>
          <p:grpSpPr>
            <a:xfrm>
              <a:off x="6307925" y="4678334"/>
              <a:ext cx="2235200" cy="307777"/>
              <a:chOff x="3921749" y="9584041"/>
              <a:chExt cx="2235200" cy="254361"/>
            </a:xfrm>
          </p:grpSpPr>
          <p:sp>
            <p:nvSpPr>
              <p:cNvPr id="285" name="Rectangle: Rounded Corners 284">
                <a:extLst>
                  <a:ext uri="{FF2B5EF4-FFF2-40B4-BE49-F238E27FC236}">
                    <a16:creationId xmlns:a16="http://schemas.microsoft.com/office/drawing/2014/main" id="{D8C2BA2C-CA1A-01BA-EC36-8A8BC8D0E9DD}"/>
                  </a:ext>
                </a:extLst>
              </p:cNvPr>
              <p:cNvSpPr/>
              <p:nvPr/>
            </p:nvSpPr>
            <p:spPr>
              <a:xfrm>
                <a:off x="4275616" y="9614488"/>
                <a:ext cx="1517363" cy="19338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8D1561C-54FF-2D3E-E913-7366D1DCC81D}"/>
                  </a:ext>
                </a:extLst>
              </p:cNvPr>
              <p:cNvSpPr txBox="1"/>
              <p:nvPr/>
            </p:nvSpPr>
            <p:spPr>
              <a:xfrm>
                <a:off x="3921749" y="9584041"/>
                <a:ext cx="2235200" cy="25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SkinFusedNet</a:t>
                </a:r>
              </a:p>
            </p:txBody>
          </p:sp>
        </p:grpSp>
        <p:sp>
          <p:nvSpPr>
            <p:cNvPr id="288" name="Cube 287">
              <a:extLst>
                <a:ext uri="{FF2B5EF4-FFF2-40B4-BE49-F238E27FC236}">
                  <a16:creationId xmlns:a16="http://schemas.microsoft.com/office/drawing/2014/main" id="{BEB44F49-BDA0-E49D-49F9-CA5A7603203E}"/>
                </a:ext>
              </a:extLst>
            </p:cNvPr>
            <p:cNvSpPr/>
            <p:nvPr/>
          </p:nvSpPr>
          <p:spPr>
            <a:xfrm>
              <a:off x="6867600" y="7030745"/>
              <a:ext cx="1143005" cy="858756"/>
            </a:xfrm>
            <a:prstGeom prst="cub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4F1F6BFB-A5CE-80DB-F43C-F8FD4D169589}"/>
                </a:ext>
              </a:extLst>
            </p:cNvPr>
            <p:cNvSpPr txBox="1"/>
            <p:nvPr/>
          </p:nvSpPr>
          <p:spPr>
            <a:xfrm>
              <a:off x="6927834" y="7275081"/>
              <a:ext cx="8683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Trained 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62B91631-4194-E53D-537B-F2904EF459AD}"/>
                </a:ext>
              </a:extLst>
            </p:cNvPr>
            <p:cNvSpPr txBox="1"/>
            <p:nvPr/>
          </p:nvSpPr>
          <p:spPr>
            <a:xfrm>
              <a:off x="6189728" y="8222343"/>
              <a:ext cx="2344906" cy="1569660"/>
            </a:xfrm>
            <a:prstGeom prst="rect">
              <a:avLst/>
            </a:prstGeom>
            <a:noFill/>
          </p:spPr>
          <p:txBody>
            <a:bodyPr wrap="square" numCol="2" spcCol="0" rtlCol="0">
              <a:spAutoFit/>
            </a:bodyPr>
            <a:lstStyle/>
            <a:p>
              <a:pPr marL="91440" indent="-13716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Accuracy</a:t>
              </a:r>
            </a:p>
            <a:p>
              <a:pPr marL="91440" indent="-13716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Precision</a:t>
              </a:r>
            </a:p>
            <a:p>
              <a:pPr marL="91440" indent="-13716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Recall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13716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F1-Score</a:t>
              </a:r>
            </a:p>
            <a:p>
              <a:pPr marL="285750" indent="-13716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AUC</a:t>
              </a:r>
            </a:p>
            <a:p>
              <a:pPr marL="285750" indent="-13716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95% CI</a:t>
              </a:r>
            </a:p>
          </p:txBody>
        </p: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0AB10C6D-0DA6-C0C9-CDD2-6BBFE9E3649D}"/>
                </a:ext>
              </a:extLst>
            </p:cNvPr>
            <p:cNvCxnSpPr>
              <a:stCxn id="180" idx="0"/>
            </p:cNvCxnSpPr>
            <p:nvPr/>
          </p:nvCxnSpPr>
          <p:spPr>
            <a:xfrm flipV="1">
              <a:off x="5018902" y="4340537"/>
              <a:ext cx="0" cy="4413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2D6BBD7B-7CB2-5936-23BF-F0C84106EECC}"/>
                </a:ext>
              </a:extLst>
            </p:cNvPr>
            <p:cNvCxnSpPr>
              <a:stCxn id="196" idx="4"/>
              <a:endCxn id="209" idx="1"/>
            </p:cNvCxnSpPr>
            <p:nvPr/>
          </p:nvCxnSpPr>
          <p:spPr>
            <a:xfrm>
              <a:off x="6057338" y="3532319"/>
              <a:ext cx="2647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42D8AC97-39A3-0923-4D7A-C77BCB438EED}"/>
                </a:ext>
              </a:extLst>
            </p:cNvPr>
            <p:cNvCxnSpPr>
              <a:stCxn id="240" idx="3"/>
            </p:cNvCxnSpPr>
            <p:nvPr/>
          </p:nvCxnSpPr>
          <p:spPr>
            <a:xfrm flipV="1">
              <a:off x="8147583" y="3576590"/>
              <a:ext cx="1916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BAFE2821-926D-4E06-534B-6E589FCE44BD}"/>
                </a:ext>
              </a:extLst>
            </p:cNvPr>
            <p:cNvCxnSpPr>
              <a:endCxn id="244" idx="1"/>
            </p:cNvCxnSpPr>
            <p:nvPr/>
          </p:nvCxnSpPr>
          <p:spPr>
            <a:xfrm>
              <a:off x="10074594" y="3557540"/>
              <a:ext cx="2136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9D047322-5998-561B-E911-5D29B85242FA}"/>
                </a:ext>
              </a:extLst>
            </p:cNvPr>
            <p:cNvCxnSpPr>
              <a:endCxn id="261" idx="1"/>
            </p:cNvCxnSpPr>
            <p:nvPr/>
          </p:nvCxnSpPr>
          <p:spPr>
            <a:xfrm flipV="1">
              <a:off x="12001605" y="3576590"/>
              <a:ext cx="2136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Connector: Elbow 303">
              <a:extLst>
                <a:ext uri="{FF2B5EF4-FFF2-40B4-BE49-F238E27FC236}">
                  <a16:creationId xmlns:a16="http://schemas.microsoft.com/office/drawing/2014/main" id="{FA96711F-45AE-456E-031E-5FE27CA261BD}"/>
                </a:ext>
              </a:extLst>
            </p:cNvPr>
            <p:cNvCxnSpPr>
              <a:stCxn id="209" idx="3"/>
              <a:endCxn id="255" idx="3"/>
            </p:cNvCxnSpPr>
            <p:nvPr/>
          </p:nvCxnSpPr>
          <p:spPr>
            <a:xfrm>
              <a:off x="14103167" y="3557541"/>
              <a:ext cx="62402" cy="2165979"/>
            </a:xfrm>
            <a:prstGeom prst="bentConnector3">
              <a:avLst>
                <a:gd name="adj1" fmla="val 46633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72B958A4-E058-8A48-A92D-493E05F0CF96}"/>
                </a:ext>
              </a:extLst>
            </p:cNvPr>
            <p:cNvCxnSpPr>
              <a:cxnSpLocks/>
              <a:stCxn id="245" idx="1"/>
            </p:cNvCxnSpPr>
            <p:nvPr/>
          </p:nvCxnSpPr>
          <p:spPr>
            <a:xfrm flipH="1">
              <a:off x="11659334" y="5317917"/>
              <a:ext cx="760879" cy="4749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BB1A5488-8F82-5CB3-D0D9-35E23F905EC3}"/>
                </a:ext>
              </a:extLst>
            </p:cNvPr>
            <p:cNvCxnSpPr>
              <a:cxnSpLocks/>
              <a:stCxn id="251" idx="1"/>
            </p:cNvCxnSpPr>
            <p:nvPr/>
          </p:nvCxnSpPr>
          <p:spPr>
            <a:xfrm flipH="1" flipV="1">
              <a:off x="11659334" y="5792903"/>
              <a:ext cx="769666" cy="246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442BA24E-0361-9A8F-8D79-4561241F2F47}"/>
                </a:ext>
              </a:extLst>
            </p:cNvPr>
            <p:cNvCxnSpPr>
              <a:cxnSpLocks/>
              <a:stCxn id="349" idx="1"/>
              <a:endCxn id="281" idx="3"/>
            </p:cNvCxnSpPr>
            <p:nvPr/>
          </p:nvCxnSpPr>
          <p:spPr>
            <a:xfrm flipH="1">
              <a:off x="8339234" y="5748919"/>
              <a:ext cx="6232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Arrow Connector 311">
              <a:extLst>
                <a:ext uri="{FF2B5EF4-FFF2-40B4-BE49-F238E27FC236}">
                  <a16:creationId xmlns:a16="http://schemas.microsoft.com/office/drawing/2014/main" id="{14B510E5-462C-340D-2970-884DD18A6759}"/>
                </a:ext>
              </a:extLst>
            </p:cNvPr>
            <p:cNvCxnSpPr>
              <a:stCxn id="281" idx="2"/>
            </p:cNvCxnSpPr>
            <p:nvPr/>
          </p:nvCxnSpPr>
          <p:spPr>
            <a:xfrm flipH="1">
              <a:off x="7361991" y="6660018"/>
              <a:ext cx="0" cy="3707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Arrow Connector 313">
              <a:extLst>
                <a:ext uri="{FF2B5EF4-FFF2-40B4-BE49-F238E27FC236}">
                  <a16:creationId xmlns:a16="http://schemas.microsoft.com/office/drawing/2014/main" id="{4DB62252-2A54-9B99-8F92-EC7E7BEE3B71}"/>
                </a:ext>
              </a:extLst>
            </p:cNvPr>
            <p:cNvCxnSpPr>
              <a:stCxn id="288" idx="3"/>
            </p:cNvCxnSpPr>
            <p:nvPr/>
          </p:nvCxnSpPr>
          <p:spPr>
            <a:xfrm>
              <a:off x="7331758" y="7889501"/>
              <a:ext cx="0" cy="3328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: Elbow 326">
              <a:extLst>
                <a:ext uri="{FF2B5EF4-FFF2-40B4-BE49-F238E27FC236}">
                  <a16:creationId xmlns:a16="http://schemas.microsoft.com/office/drawing/2014/main" id="{0C114405-C4E1-7957-0241-074BF96F6B77}"/>
                </a:ext>
              </a:extLst>
            </p:cNvPr>
            <p:cNvCxnSpPr>
              <a:stCxn id="247" idx="2"/>
              <a:endCxn id="288" idx="0"/>
            </p:cNvCxnSpPr>
            <p:nvPr/>
          </p:nvCxnSpPr>
          <p:spPr>
            <a:xfrm rot="5400000">
              <a:off x="10105355" y="3957778"/>
              <a:ext cx="514059" cy="5631874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29" name="Picture 328" descr="A colorful circle with a red and yellow center&#10;&#10;AI-generated content may be incorrect.">
              <a:extLst>
                <a:ext uri="{FF2B5EF4-FFF2-40B4-BE49-F238E27FC236}">
                  <a16:creationId xmlns:a16="http://schemas.microsoft.com/office/drawing/2014/main" id="{505D56CD-EAA2-8ABD-E7D9-8E2AB80EE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1662" y="7590714"/>
              <a:ext cx="1122538" cy="1127527"/>
            </a:xfrm>
            <a:prstGeom prst="rect">
              <a:avLst/>
            </a:prstGeom>
          </p:spPr>
        </p:pic>
        <p:pic>
          <p:nvPicPr>
            <p:cNvPr id="331" name="Picture 330" descr="A colorful circle on a pink surface&#10;&#10;AI-generated content may be incorrect.">
              <a:extLst>
                <a:ext uri="{FF2B5EF4-FFF2-40B4-BE49-F238E27FC236}">
                  <a16:creationId xmlns:a16="http://schemas.microsoft.com/office/drawing/2014/main" id="{08A14A72-0148-B39E-5B01-99A5F3A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5903" y="7590714"/>
              <a:ext cx="1122538" cy="1132560"/>
            </a:xfrm>
            <a:prstGeom prst="rect">
              <a:avLst/>
            </a:prstGeom>
          </p:spPr>
        </p:pic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0D0612A1-DD66-CB87-F3F4-E8DB9D5E5935}"/>
                </a:ext>
              </a:extLst>
            </p:cNvPr>
            <p:cNvSpPr txBox="1"/>
            <p:nvPr/>
          </p:nvSpPr>
          <p:spPr>
            <a:xfrm>
              <a:off x="9604394" y="8647008"/>
              <a:ext cx="10855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GradCam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++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13FDA926-B3C5-8EFE-2C1A-35E372B91D16}"/>
                </a:ext>
              </a:extLst>
            </p:cNvPr>
            <p:cNvSpPr txBox="1"/>
            <p:nvPr/>
          </p:nvSpPr>
          <p:spPr>
            <a:xfrm>
              <a:off x="11137864" y="8637483"/>
              <a:ext cx="9332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ScoreCam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1" name="Connector: Elbow 340">
              <a:extLst>
                <a:ext uri="{FF2B5EF4-FFF2-40B4-BE49-F238E27FC236}">
                  <a16:creationId xmlns:a16="http://schemas.microsoft.com/office/drawing/2014/main" id="{0702FAA8-7AFA-DB3A-4F7A-70DBD846F36C}"/>
                </a:ext>
              </a:extLst>
            </p:cNvPr>
            <p:cNvCxnSpPr>
              <a:cxnSpLocks/>
              <a:endCxn id="335" idx="0"/>
            </p:cNvCxnSpPr>
            <p:nvPr/>
          </p:nvCxnSpPr>
          <p:spPr>
            <a:xfrm>
              <a:off x="8010605" y="7075004"/>
              <a:ext cx="2921901" cy="16969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C106D58E-E81E-4C3E-DB73-ACDA6E5F30B2}"/>
                </a:ext>
              </a:extLst>
            </p:cNvPr>
            <p:cNvGrpSpPr/>
            <p:nvPr/>
          </p:nvGrpSpPr>
          <p:grpSpPr>
            <a:xfrm>
              <a:off x="8960409" y="4728644"/>
              <a:ext cx="2699710" cy="345233"/>
              <a:chOff x="3921749" y="9576169"/>
              <a:chExt cx="2235200" cy="254361"/>
            </a:xfrm>
          </p:grpSpPr>
          <p:sp>
            <p:nvSpPr>
              <p:cNvPr id="355" name="Rectangle: Rounded Corners 354">
                <a:extLst>
                  <a:ext uri="{FF2B5EF4-FFF2-40B4-BE49-F238E27FC236}">
                    <a16:creationId xmlns:a16="http://schemas.microsoft.com/office/drawing/2014/main" id="{D6E41DDF-56E3-922D-19DD-B7565F4832E5}"/>
                  </a:ext>
                </a:extLst>
              </p:cNvPr>
              <p:cNvSpPr/>
              <p:nvPr/>
            </p:nvSpPr>
            <p:spPr>
              <a:xfrm>
                <a:off x="4275616" y="9614488"/>
                <a:ext cx="1517363" cy="19338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B4920B37-5679-B523-EC22-71078EC57E11}"/>
                  </a:ext>
                </a:extLst>
              </p:cNvPr>
              <p:cNvSpPr txBox="1"/>
              <p:nvPr/>
            </p:nvSpPr>
            <p:spPr>
              <a:xfrm>
                <a:off x="3921749" y="9576169"/>
                <a:ext cx="2235200" cy="254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Augmentaion</a:t>
                </a:r>
                <a:endPara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736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553</TotalTime>
  <Words>256</Words>
  <Application>Microsoft Office PowerPoint</Application>
  <PresentationFormat>Custom</PresentationFormat>
  <Paragraphs>78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9</cp:revision>
  <dcterms:created xsi:type="dcterms:W3CDTF">2025-11-28T14:50:48Z</dcterms:created>
  <dcterms:modified xsi:type="dcterms:W3CDTF">2025-12-14T14:54:20Z</dcterms:modified>
</cp:coreProperties>
</file>