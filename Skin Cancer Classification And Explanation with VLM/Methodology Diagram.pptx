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</p:sldIdLst>
  <p:sldSz cx="22860000" cy="2286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AF7"/>
    <a:srgbClr val="C9A6E4"/>
    <a:srgbClr val="99D4EF"/>
    <a:srgbClr val="1A759E"/>
    <a:srgbClr val="2FA6FF"/>
    <a:srgbClr val="D8BEEC"/>
    <a:srgbClr val="BAF0E7"/>
    <a:srgbClr val="B5EDBD"/>
    <a:srgbClr val="ABEB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" d="100"/>
          <a:sy n="19" d="100"/>
        </p:scale>
        <p:origin x="2046" y="102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95EE6C-09E9-41B5-B696-8982CCA33653}" type="doc">
      <dgm:prSet loTypeId="urn:microsoft.com/office/officeart/2005/8/layout/bProcess3" loCatId="process" qsTypeId="urn:microsoft.com/office/officeart/2005/8/quickstyle/3d1" qsCatId="3D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82E87175-8EAA-434D-A447-81683C298201}">
      <dgm:prSet phldrT="[Text]" phldr="0" custT="1"/>
      <dgm:spPr/>
      <dgm:t>
        <a:bodyPr/>
        <a:lstStyle/>
        <a:p>
          <a:r>
            <a:rPr lang="en-US" sz="2600" b="0" i="0" dirty="0" err="1"/>
            <a:t>Dermatoscopic</a:t>
          </a:r>
          <a:r>
            <a:rPr lang="en-US" sz="2600" b="0" dirty="0"/>
            <a:t> </a:t>
          </a:r>
          <a:r>
            <a:rPr lang="en-US" sz="2600" dirty="0"/>
            <a:t>Image </a:t>
          </a:r>
        </a:p>
      </dgm:t>
    </dgm:pt>
    <dgm:pt modelId="{A4B3A4E8-62F9-4F48-BE20-C6B8959BF269}" type="parTrans" cxnId="{58DB6E37-0941-4E4E-AE0D-81FED1757434}">
      <dgm:prSet/>
      <dgm:spPr/>
      <dgm:t>
        <a:bodyPr/>
        <a:lstStyle/>
        <a:p>
          <a:endParaRPr lang="en-US" sz="2600"/>
        </a:p>
      </dgm:t>
    </dgm:pt>
    <dgm:pt modelId="{E2FFC7B9-3477-4389-9A80-0B25590C4CFB}" type="sibTrans" cxnId="{58DB6E37-0941-4E4E-AE0D-81FED1757434}">
      <dgm:prSet custT="1"/>
      <dgm:spPr/>
      <dgm:t>
        <a:bodyPr/>
        <a:lstStyle/>
        <a:p>
          <a:endParaRPr lang="en-US" sz="2600"/>
        </a:p>
      </dgm:t>
    </dgm:pt>
    <dgm:pt modelId="{59D592AC-292E-452E-9890-72576A299925}">
      <dgm:prSet phldrT="[Text]" phldr="0" custT="1"/>
      <dgm:spPr/>
      <dgm:t>
        <a:bodyPr/>
        <a:lstStyle/>
        <a:p>
          <a:r>
            <a:rPr lang="en-US" sz="2600"/>
            <a:t>Resize (224*224*3)</a:t>
          </a:r>
          <a:endParaRPr lang="en-US" sz="2600" dirty="0"/>
        </a:p>
      </dgm:t>
    </dgm:pt>
    <dgm:pt modelId="{6DB21633-E1B2-44C4-B63B-FCB6CBBCC5FD}" type="parTrans" cxnId="{B74D5DE8-6341-4661-B78A-02C0F7AAAA5F}">
      <dgm:prSet/>
      <dgm:spPr/>
      <dgm:t>
        <a:bodyPr/>
        <a:lstStyle/>
        <a:p>
          <a:endParaRPr lang="en-US" sz="2600"/>
        </a:p>
      </dgm:t>
    </dgm:pt>
    <dgm:pt modelId="{8444DB7E-14D7-46A1-B6A9-AC2649DE3140}" type="sibTrans" cxnId="{B74D5DE8-6341-4661-B78A-02C0F7AAAA5F}">
      <dgm:prSet custT="1"/>
      <dgm:spPr/>
      <dgm:t>
        <a:bodyPr/>
        <a:lstStyle/>
        <a:p>
          <a:endParaRPr lang="en-US" sz="2600"/>
        </a:p>
      </dgm:t>
    </dgm:pt>
    <dgm:pt modelId="{984E354A-4334-49D1-AD9F-F2ABB25827BB}">
      <dgm:prSet phldrT="[Text]" phldr="0" custT="1"/>
      <dgm:spPr/>
      <dgm:t>
        <a:bodyPr/>
        <a:lstStyle/>
        <a:p>
          <a:r>
            <a:rPr lang="en-US" sz="2600" dirty="0"/>
            <a:t>CLAHE &amp; Min-Max Normalization</a:t>
          </a:r>
        </a:p>
      </dgm:t>
    </dgm:pt>
    <dgm:pt modelId="{99C56894-378C-4AE3-8507-E7F1D1CE7B8E}" type="parTrans" cxnId="{80DC61A0-C26C-47D0-899C-67CCEFAA4B6F}">
      <dgm:prSet/>
      <dgm:spPr/>
      <dgm:t>
        <a:bodyPr/>
        <a:lstStyle/>
        <a:p>
          <a:endParaRPr lang="en-US" sz="2600"/>
        </a:p>
      </dgm:t>
    </dgm:pt>
    <dgm:pt modelId="{2C5E8C53-19B7-4D4B-80A1-863BDA7D1BA3}" type="sibTrans" cxnId="{80DC61A0-C26C-47D0-899C-67CCEFAA4B6F}">
      <dgm:prSet custT="1"/>
      <dgm:spPr/>
      <dgm:t>
        <a:bodyPr/>
        <a:lstStyle/>
        <a:p>
          <a:endParaRPr lang="en-US" sz="2600"/>
        </a:p>
      </dgm:t>
    </dgm:pt>
    <dgm:pt modelId="{0A2BAB6D-4A7B-489D-85F1-A1B06E8FA66A}">
      <dgm:prSet phldrT="[Text]" phldr="0" custT="1"/>
      <dgm:spPr/>
      <dgm:t>
        <a:bodyPr/>
        <a:lstStyle/>
        <a:p>
          <a:r>
            <a:rPr lang="en-US" sz="2600" dirty="0"/>
            <a:t>Classifier</a:t>
          </a:r>
        </a:p>
      </dgm:t>
    </dgm:pt>
    <dgm:pt modelId="{84A88BBB-D4E2-4F7E-B2B5-D1EF8E6FB77E}" type="parTrans" cxnId="{7E7DAD49-74F1-42A9-89B1-0CB316BB2380}">
      <dgm:prSet/>
      <dgm:spPr/>
      <dgm:t>
        <a:bodyPr/>
        <a:lstStyle/>
        <a:p>
          <a:endParaRPr lang="en-US" sz="2600"/>
        </a:p>
      </dgm:t>
    </dgm:pt>
    <dgm:pt modelId="{67BBB386-FCD8-4236-BE62-54A4D1E0075E}" type="sibTrans" cxnId="{7E7DAD49-74F1-42A9-89B1-0CB316BB2380}">
      <dgm:prSet custT="1"/>
      <dgm:spPr/>
      <dgm:t>
        <a:bodyPr/>
        <a:lstStyle/>
        <a:p>
          <a:endParaRPr lang="en-US" sz="2600"/>
        </a:p>
      </dgm:t>
    </dgm:pt>
    <dgm:pt modelId="{6F07EA24-82D0-4CB0-9DF4-6187A279B338}">
      <dgm:prSet phldrT="[Text]" phldr="0" custT="1"/>
      <dgm:spPr/>
      <dgm:t>
        <a:bodyPr/>
        <a:lstStyle/>
        <a:p>
          <a:r>
            <a:rPr lang="en-US" sz="2600"/>
            <a:t>Predicted Class and Confidence Score</a:t>
          </a:r>
          <a:endParaRPr lang="en-US" sz="2600" dirty="0"/>
        </a:p>
      </dgm:t>
    </dgm:pt>
    <dgm:pt modelId="{3F0040F0-8037-4E9F-BFE5-3F8A00F153D8}" type="parTrans" cxnId="{A1104B4E-266A-4142-B2A5-84E1909B02F9}">
      <dgm:prSet/>
      <dgm:spPr/>
      <dgm:t>
        <a:bodyPr/>
        <a:lstStyle/>
        <a:p>
          <a:endParaRPr lang="en-US" sz="2600"/>
        </a:p>
      </dgm:t>
    </dgm:pt>
    <dgm:pt modelId="{9522E98E-B148-4DA7-833A-C4C29F89F1B9}" type="sibTrans" cxnId="{A1104B4E-266A-4142-B2A5-84E1909B02F9}">
      <dgm:prSet custT="1"/>
      <dgm:spPr/>
      <dgm:t>
        <a:bodyPr/>
        <a:lstStyle/>
        <a:p>
          <a:endParaRPr lang="en-US" sz="2600"/>
        </a:p>
      </dgm:t>
    </dgm:pt>
    <dgm:pt modelId="{BB2D4150-4B20-42F2-92C7-708FCEC7281C}">
      <dgm:prSet phldrT="[Text]" phldr="0" custT="1"/>
      <dgm:spPr/>
      <dgm:t>
        <a:bodyPr/>
        <a:lstStyle/>
        <a:p>
          <a:r>
            <a:rPr lang="en-US" sz="2600" dirty="0" err="1"/>
            <a:t>Gradcam</a:t>
          </a:r>
          <a:r>
            <a:rPr lang="en-US" sz="2600" dirty="0"/>
            <a:t>++ Attention Map</a:t>
          </a:r>
        </a:p>
      </dgm:t>
    </dgm:pt>
    <dgm:pt modelId="{B923D1A6-1ED3-4CFA-8331-97CF55621177}" type="parTrans" cxnId="{77F4B5FA-442A-40B5-9866-852FF6BD970A}">
      <dgm:prSet/>
      <dgm:spPr/>
      <dgm:t>
        <a:bodyPr/>
        <a:lstStyle/>
        <a:p>
          <a:endParaRPr lang="en-US" sz="2600"/>
        </a:p>
      </dgm:t>
    </dgm:pt>
    <dgm:pt modelId="{E4230E59-AB89-435C-B6BB-2AC68D2D20C5}" type="sibTrans" cxnId="{77F4B5FA-442A-40B5-9866-852FF6BD970A}">
      <dgm:prSet custT="1"/>
      <dgm:spPr/>
      <dgm:t>
        <a:bodyPr/>
        <a:lstStyle/>
        <a:p>
          <a:endParaRPr lang="en-US" sz="2600"/>
        </a:p>
      </dgm:t>
    </dgm:pt>
    <dgm:pt modelId="{CA0F0D01-34ED-44E8-8405-8CEB27A1E023}">
      <dgm:prSet phldrT="[Text]" phldr="0" custT="1"/>
      <dgm:spPr/>
      <dgm:t>
        <a:bodyPr/>
        <a:lstStyle/>
        <a:p>
          <a:r>
            <a:rPr lang="en-US" sz="2600"/>
            <a:t>Fine Tuned VLM model</a:t>
          </a:r>
          <a:endParaRPr lang="en-US" sz="2600" dirty="0"/>
        </a:p>
      </dgm:t>
    </dgm:pt>
    <dgm:pt modelId="{B43A673B-EC02-4DA0-BE14-5396D7D2B249}" type="parTrans" cxnId="{6A72DE82-751E-47D4-BBA0-BF95A339EF9F}">
      <dgm:prSet/>
      <dgm:spPr/>
      <dgm:t>
        <a:bodyPr/>
        <a:lstStyle/>
        <a:p>
          <a:endParaRPr lang="en-US" sz="2600"/>
        </a:p>
      </dgm:t>
    </dgm:pt>
    <dgm:pt modelId="{222D2AF7-015F-475E-96C8-E504CB1DBEB7}" type="sibTrans" cxnId="{6A72DE82-751E-47D4-BBA0-BF95A339EF9F}">
      <dgm:prSet custT="1"/>
      <dgm:spPr/>
      <dgm:t>
        <a:bodyPr/>
        <a:lstStyle/>
        <a:p>
          <a:endParaRPr lang="en-US" sz="2600"/>
        </a:p>
      </dgm:t>
    </dgm:pt>
    <dgm:pt modelId="{E6681F46-2952-40C6-810D-731DB5F516C8}">
      <dgm:prSet phldrT="[Text]" phldr="0" custT="1"/>
      <dgm:spPr/>
      <dgm:t>
        <a:bodyPr/>
        <a:lstStyle/>
        <a:p>
          <a:r>
            <a:rPr lang="en-US" sz="2600"/>
            <a:t>Explanantion of Classifier Decision </a:t>
          </a:r>
          <a:endParaRPr lang="en-US" sz="2600" dirty="0"/>
        </a:p>
      </dgm:t>
    </dgm:pt>
    <dgm:pt modelId="{8C092BDF-D537-449E-BD0A-96C28B26534A}" type="parTrans" cxnId="{5FEEFF28-2FF6-4A55-BED9-CFA425642B69}">
      <dgm:prSet/>
      <dgm:spPr/>
      <dgm:t>
        <a:bodyPr/>
        <a:lstStyle/>
        <a:p>
          <a:endParaRPr lang="en-US" sz="2600"/>
        </a:p>
      </dgm:t>
    </dgm:pt>
    <dgm:pt modelId="{443B357D-A6CA-4E4C-A7AC-6A1803C82F05}" type="sibTrans" cxnId="{5FEEFF28-2FF6-4A55-BED9-CFA425642B69}">
      <dgm:prSet/>
      <dgm:spPr/>
      <dgm:t>
        <a:bodyPr/>
        <a:lstStyle/>
        <a:p>
          <a:endParaRPr lang="en-US" sz="2600"/>
        </a:p>
      </dgm:t>
    </dgm:pt>
    <dgm:pt modelId="{40640A8B-C61B-47F6-86B7-FDC11FD7BAC8}" type="pres">
      <dgm:prSet presAssocID="{7C95EE6C-09E9-41B5-B696-8982CCA33653}" presName="Name0" presStyleCnt="0">
        <dgm:presLayoutVars>
          <dgm:dir/>
          <dgm:resizeHandles val="exact"/>
        </dgm:presLayoutVars>
      </dgm:prSet>
      <dgm:spPr/>
    </dgm:pt>
    <dgm:pt modelId="{1439F912-986E-40B9-BE95-F686EB42DF30}" type="pres">
      <dgm:prSet presAssocID="{82E87175-8EAA-434D-A447-81683C298201}" presName="node" presStyleLbl="node1" presStyleIdx="0" presStyleCnt="8">
        <dgm:presLayoutVars>
          <dgm:bulletEnabled val="1"/>
        </dgm:presLayoutVars>
      </dgm:prSet>
      <dgm:spPr/>
    </dgm:pt>
    <dgm:pt modelId="{25D15271-F1C1-4959-9B9E-47A9C6D24393}" type="pres">
      <dgm:prSet presAssocID="{E2FFC7B9-3477-4389-9A80-0B25590C4CFB}" presName="sibTrans" presStyleLbl="sibTrans1D1" presStyleIdx="0" presStyleCnt="7"/>
      <dgm:spPr/>
    </dgm:pt>
    <dgm:pt modelId="{0C5DE102-F167-4CE5-B5D0-E2F7829390C4}" type="pres">
      <dgm:prSet presAssocID="{E2FFC7B9-3477-4389-9A80-0B25590C4CFB}" presName="connectorText" presStyleLbl="sibTrans1D1" presStyleIdx="0" presStyleCnt="7"/>
      <dgm:spPr/>
    </dgm:pt>
    <dgm:pt modelId="{DD1D61BE-2A0F-4E0B-B547-304D91255959}" type="pres">
      <dgm:prSet presAssocID="{59D592AC-292E-452E-9890-72576A299925}" presName="node" presStyleLbl="node1" presStyleIdx="1" presStyleCnt="8">
        <dgm:presLayoutVars>
          <dgm:bulletEnabled val="1"/>
        </dgm:presLayoutVars>
      </dgm:prSet>
      <dgm:spPr/>
    </dgm:pt>
    <dgm:pt modelId="{EAD2296D-850A-4049-8A3D-A30E9743EE5B}" type="pres">
      <dgm:prSet presAssocID="{8444DB7E-14D7-46A1-B6A9-AC2649DE3140}" presName="sibTrans" presStyleLbl="sibTrans1D1" presStyleIdx="1" presStyleCnt="7"/>
      <dgm:spPr/>
    </dgm:pt>
    <dgm:pt modelId="{FADBF52F-9DD6-4C83-8702-0069D74E1D62}" type="pres">
      <dgm:prSet presAssocID="{8444DB7E-14D7-46A1-B6A9-AC2649DE3140}" presName="connectorText" presStyleLbl="sibTrans1D1" presStyleIdx="1" presStyleCnt="7"/>
      <dgm:spPr/>
    </dgm:pt>
    <dgm:pt modelId="{15D84EA3-F265-47AB-8AA6-51BB34001DF8}" type="pres">
      <dgm:prSet presAssocID="{984E354A-4334-49D1-AD9F-F2ABB25827BB}" presName="node" presStyleLbl="node1" presStyleIdx="2" presStyleCnt="8">
        <dgm:presLayoutVars>
          <dgm:bulletEnabled val="1"/>
        </dgm:presLayoutVars>
      </dgm:prSet>
      <dgm:spPr/>
    </dgm:pt>
    <dgm:pt modelId="{0412FA88-BD91-4CA0-BA58-343505BE143F}" type="pres">
      <dgm:prSet presAssocID="{2C5E8C53-19B7-4D4B-80A1-863BDA7D1BA3}" presName="sibTrans" presStyleLbl="sibTrans1D1" presStyleIdx="2" presStyleCnt="7"/>
      <dgm:spPr/>
    </dgm:pt>
    <dgm:pt modelId="{892A0B1A-D4B9-4360-B8E8-37CF2AC6AB27}" type="pres">
      <dgm:prSet presAssocID="{2C5E8C53-19B7-4D4B-80A1-863BDA7D1BA3}" presName="connectorText" presStyleLbl="sibTrans1D1" presStyleIdx="2" presStyleCnt="7"/>
      <dgm:spPr/>
    </dgm:pt>
    <dgm:pt modelId="{841560F9-A233-46B7-9713-D4EE82D84778}" type="pres">
      <dgm:prSet presAssocID="{0A2BAB6D-4A7B-489D-85F1-A1B06E8FA66A}" presName="node" presStyleLbl="node1" presStyleIdx="3" presStyleCnt="8">
        <dgm:presLayoutVars>
          <dgm:bulletEnabled val="1"/>
        </dgm:presLayoutVars>
      </dgm:prSet>
      <dgm:spPr/>
    </dgm:pt>
    <dgm:pt modelId="{7FF5B9A3-116E-4996-97A1-84ABC3679784}" type="pres">
      <dgm:prSet presAssocID="{67BBB386-FCD8-4236-BE62-54A4D1E0075E}" presName="sibTrans" presStyleLbl="sibTrans1D1" presStyleIdx="3" presStyleCnt="7"/>
      <dgm:spPr/>
    </dgm:pt>
    <dgm:pt modelId="{D2C7021C-AC28-4CD0-85BD-4193B9DB9703}" type="pres">
      <dgm:prSet presAssocID="{67BBB386-FCD8-4236-BE62-54A4D1E0075E}" presName="connectorText" presStyleLbl="sibTrans1D1" presStyleIdx="3" presStyleCnt="7"/>
      <dgm:spPr/>
    </dgm:pt>
    <dgm:pt modelId="{D8D7EC0C-0AD6-4FD3-BF08-96E85AE6D5D4}" type="pres">
      <dgm:prSet presAssocID="{6F07EA24-82D0-4CB0-9DF4-6187A279B338}" presName="node" presStyleLbl="node1" presStyleIdx="4" presStyleCnt="8">
        <dgm:presLayoutVars>
          <dgm:bulletEnabled val="1"/>
        </dgm:presLayoutVars>
      </dgm:prSet>
      <dgm:spPr/>
    </dgm:pt>
    <dgm:pt modelId="{4D34861D-6B28-4EEF-AF34-98DDB1A31775}" type="pres">
      <dgm:prSet presAssocID="{9522E98E-B148-4DA7-833A-C4C29F89F1B9}" presName="sibTrans" presStyleLbl="sibTrans1D1" presStyleIdx="4" presStyleCnt="7"/>
      <dgm:spPr/>
    </dgm:pt>
    <dgm:pt modelId="{3005F1B7-2313-4E6D-88B7-81957B6FBE76}" type="pres">
      <dgm:prSet presAssocID="{9522E98E-B148-4DA7-833A-C4C29F89F1B9}" presName="connectorText" presStyleLbl="sibTrans1D1" presStyleIdx="4" presStyleCnt="7"/>
      <dgm:spPr/>
    </dgm:pt>
    <dgm:pt modelId="{59791193-501A-4637-993F-675FAF463345}" type="pres">
      <dgm:prSet presAssocID="{BB2D4150-4B20-42F2-92C7-708FCEC7281C}" presName="node" presStyleLbl="node1" presStyleIdx="5" presStyleCnt="8">
        <dgm:presLayoutVars>
          <dgm:bulletEnabled val="1"/>
        </dgm:presLayoutVars>
      </dgm:prSet>
      <dgm:spPr/>
    </dgm:pt>
    <dgm:pt modelId="{A4B5023D-93C4-43CB-A3AD-6AB27CA04E7F}" type="pres">
      <dgm:prSet presAssocID="{E4230E59-AB89-435C-B6BB-2AC68D2D20C5}" presName="sibTrans" presStyleLbl="sibTrans1D1" presStyleIdx="5" presStyleCnt="7"/>
      <dgm:spPr/>
    </dgm:pt>
    <dgm:pt modelId="{15B04C80-7A37-44D6-885F-4651CD08A69C}" type="pres">
      <dgm:prSet presAssocID="{E4230E59-AB89-435C-B6BB-2AC68D2D20C5}" presName="connectorText" presStyleLbl="sibTrans1D1" presStyleIdx="5" presStyleCnt="7"/>
      <dgm:spPr/>
    </dgm:pt>
    <dgm:pt modelId="{CCBB58E0-7A78-49E0-8838-F88910B2A377}" type="pres">
      <dgm:prSet presAssocID="{CA0F0D01-34ED-44E8-8405-8CEB27A1E023}" presName="node" presStyleLbl="node1" presStyleIdx="6" presStyleCnt="8">
        <dgm:presLayoutVars>
          <dgm:bulletEnabled val="1"/>
        </dgm:presLayoutVars>
      </dgm:prSet>
      <dgm:spPr/>
    </dgm:pt>
    <dgm:pt modelId="{010F9CCA-589D-4653-95B7-E5821AA0590A}" type="pres">
      <dgm:prSet presAssocID="{222D2AF7-015F-475E-96C8-E504CB1DBEB7}" presName="sibTrans" presStyleLbl="sibTrans1D1" presStyleIdx="6" presStyleCnt="7"/>
      <dgm:spPr/>
    </dgm:pt>
    <dgm:pt modelId="{1D27D6D7-8AE7-408E-9B36-FB7A2090B353}" type="pres">
      <dgm:prSet presAssocID="{222D2AF7-015F-475E-96C8-E504CB1DBEB7}" presName="connectorText" presStyleLbl="sibTrans1D1" presStyleIdx="6" presStyleCnt="7"/>
      <dgm:spPr/>
    </dgm:pt>
    <dgm:pt modelId="{23509AD0-7D41-4809-B7D0-4E98F9CCCEF4}" type="pres">
      <dgm:prSet presAssocID="{E6681F46-2952-40C6-810D-731DB5F516C8}" presName="node" presStyleLbl="node1" presStyleIdx="7" presStyleCnt="8">
        <dgm:presLayoutVars>
          <dgm:bulletEnabled val="1"/>
        </dgm:presLayoutVars>
      </dgm:prSet>
      <dgm:spPr/>
    </dgm:pt>
  </dgm:ptLst>
  <dgm:cxnLst>
    <dgm:cxn modelId="{EF249D10-2561-440C-8641-9C11252C4808}" type="presOf" srcId="{67BBB386-FCD8-4236-BE62-54A4D1E0075E}" destId="{D2C7021C-AC28-4CD0-85BD-4193B9DB9703}" srcOrd="1" destOrd="0" presId="urn:microsoft.com/office/officeart/2005/8/layout/bProcess3"/>
    <dgm:cxn modelId="{1DD81D17-BE63-4326-9DFF-64623E64E87F}" type="presOf" srcId="{E2FFC7B9-3477-4389-9A80-0B25590C4CFB}" destId="{25D15271-F1C1-4959-9B9E-47A9C6D24393}" srcOrd="0" destOrd="0" presId="urn:microsoft.com/office/officeart/2005/8/layout/bProcess3"/>
    <dgm:cxn modelId="{817C4C1C-4CE1-45CA-9809-C303637B852E}" type="presOf" srcId="{E4230E59-AB89-435C-B6BB-2AC68D2D20C5}" destId="{A4B5023D-93C4-43CB-A3AD-6AB27CA04E7F}" srcOrd="0" destOrd="0" presId="urn:microsoft.com/office/officeart/2005/8/layout/bProcess3"/>
    <dgm:cxn modelId="{A2BBF71E-E975-4DEB-BCC1-F18D6FE31D61}" type="presOf" srcId="{E4230E59-AB89-435C-B6BB-2AC68D2D20C5}" destId="{15B04C80-7A37-44D6-885F-4651CD08A69C}" srcOrd="1" destOrd="0" presId="urn:microsoft.com/office/officeart/2005/8/layout/bProcess3"/>
    <dgm:cxn modelId="{5FEEFF28-2FF6-4A55-BED9-CFA425642B69}" srcId="{7C95EE6C-09E9-41B5-B696-8982CCA33653}" destId="{E6681F46-2952-40C6-810D-731DB5F516C8}" srcOrd="7" destOrd="0" parTransId="{8C092BDF-D537-449E-BD0A-96C28B26534A}" sibTransId="{443B357D-A6CA-4E4C-A7AC-6A1803C82F05}"/>
    <dgm:cxn modelId="{C39B5034-F05E-40BB-A239-432D0937915A}" type="presOf" srcId="{984E354A-4334-49D1-AD9F-F2ABB25827BB}" destId="{15D84EA3-F265-47AB-8AA6-51BB34001DF8}" srcOrd="0" destOrd="0" presId="urn:microsoft.com/office/officeart/2005/8/layout/bProcess3"/>
    <dgm:cxn modelId="{57478436-3BDC-40D1-801F-E046F328075B}" type="presOf" srcId="{8444DB7E-14D7-46A1-B6A9-AC2649DE3140}" destId="{FADBF52F-9DD6-4C83-8702-0069D74E1D62}" srcOrd="1" destOrd="0" presId="urn:microsoft.com/office/officeart/2005/8/layout/bProcess3"/>
    <dgm:cxn modelId="{58DB6E37-0941-4E4E-AE0D-81FED1757434}" srcId="{7C95EE6C-09E9-41B5-B696-8982CCA33653}" destId="{82E87175-8EAA-434D-A447-81683C298201}" srcOrd="0" destOrd="0" parTransId="{A4B3A4E8-62F9-4F48-BE20-C6B8959BF269}" sibTransId="{E2FFC7B9-3477-4389-9A80-0B25590C4CFB}"/>
    <dgm:cxn modelId="{78BA5263-7F55-4B05-96A0-F38FBEF76027}" type="presOf" srcId="{59D592AC-292E-452E-9890-72576A299925}" destId="{DD1D61BE-2A0F-4E0B-B547-304D91255959}" srcOrd="0" destOrd="0" presId="urn:microsoft.com/office/officeart/2005/8/layout/bProcess3"/>
    <dgm:cxn modelId="{7E7DAD49-74F1-42A9-89B1-0CB316BB2380}" srcId="{7C95EE6C-09E9-41B5-B696-8982CCA33653}" destId="{0A2BAB6D-4A7B-489D-85F1-A1B06E8FA66A}" srcOrd="3" destOrd="0" parTransId="{84A88BBB-D4E2-4F7E-B2B5-D1EF8E6FB77E}" sibTransId="{67BBB386-FCD8-4236-BE62-54A4D1E0075E}"/>
    <dgm:cxn modelId="{3D12B24A-CD8D-48E4-A308-1B2A4609C0A5}" type="presOf" srcId="{222D2AF7-015F-475E-96C8-E504CB1DBEB7}" destId="{1D27D6D7-8AE7-408E-9B36-FB7A2090B353}" srcOrd="1" destOrd="0" presId="urn:microsoft.com/office/officeart/2005/8/layout/bProcess3"/>
    <dgm:cxn modelId="{1476514C-E44A-491D-96D3-8AAC90605EE5}" type="presOf" srcId="{CA0F0D01-34ED-44E8-8405-8CEB27A1E023}" destId="{CCBB58E0-7A78-49E0-8838-F88910B2A377}" srcOrd="0" destOrd="0" presId="urn:microsoft.com/office/officeart/2005/8/layout/bProcess3"/>
    <dgm:cxn modelId="{A1104B4E-266A-4142-B2A5-84E1909B02F9}" srcId="{7C95EE6C-09E9-41B5-B696-8982CCA33653}" destId="{6F07EA24-82D0-4CB0-9DF4-6187A279B338}" srcOrd="4" destOrd="0" parTransId="{3F0040F0-8037-4E9F-BFE5-3F8A00F153D8}" sibTransId="{9522E98E-B148-4DA7-833A-C4C29F89F1B9}"/>
    <dgm:cxn modelId="{34F91373-2BE6-4DC6-B6C9-2F74C67C1DDB}" type="presOf" srcId="{E2FFC7B9-3477-4389-9A80-0B25590C4CFB}" destId="{0C5DE102-F167-4CE5-B5D0-E2F7829390C4}" srcOrd="1" destOrd="0" presId="urn:microsoft.com/office/officeart/2005/8/layout/bProcess3"/>
    <dgm:cxn modelId="{68EE137F-CED0-4AD0-B58B-992FB2C77652}" type="presOf" srcId="{67BBB386-FCD8-4236-BE62-54A4D1E0075E}" destId="{7FF5B9A3-116E-4996-97A1-84ABC3679784}" srcOrd="0" destOrd="0" presId="urn:microsoft.com/office/officeart/2005/8/layout/bProcess3"/>
    <dgm:cxn modelId="{6A72DE82-751E-47D4-BBA0-BF95A339EF9F}" srcId="{7C95EE6C-09E9-41B5-B696-8982CCA33653}" destId="{CA0F0D01-34ED-44E8-8405-8CEB27A1E023}" srcOrd="6" destOrd="0" parTransId="{B43A673B-EC02-4DA0-BE14-5396D7D2B249}" sibTransId="{222D2AF7-015F-475E-96C8-E504CB1DBEB7}"/>
    <dgm:cxn modelId="{22DD2099-F0BF-4ABB-8891-FDFC0F4258CC}" type="presOf" srcId="{E6681F46-2952-40C6-810D-731DB5F516C8}" destId="{23509AD0-7D41-4809-B7D0-4E98F9CCCEF4}" srcOrd="0" destOrd="0" presId="urn:microsoft.com/office/officeart/2005/8/layout/bProcess3"/>
    <dgm:cxn modelId="{C28DF899-61E3-45D5-91F5-3B26048157AA}" type="presOf" srcId="{222D2AF7-015F-475E-96C8-E504CB1DBEB7}" destId="{010F9CCA-589D-4653-95B7-E5821AA0590A}" srcOrd="0" destOrd="0" presId="urn:microsoft.com/office/officeart/2005/8/layout/bProcess3"/>
    <dgm:cxn modelId="{80DC61A0-C26C-47D0-899C-67CCEFAA4B6F}" srcId="{7C95EE6C-09E9-41B5-B696-8982CCA33653}" destId="{984E354A-4334-49D1-AD9F-F2ABB25827BB}" srcOrd="2" destOrd="0" parTransId="{99C56894-378C-4AE3-8507-E7F1D1CE7B8E}" sibTransId="{2C5E8C53-19B7-4D4B-80A1-863BDA7D1BA3}"/>
    <dgm:cxn modelId="{959BE0A0-25D1-442E-8856-0183BC72216E}" type="presOf" srcId="{82E87175-8EAA-434D-A447-81683C298201}" destId="{1439F912-986E-40B9-BE95-F686EB42DF30}" srcOrd="0" destOrd="0" presId="urn:microsoft.com/office/officeart/2005/8/layout/bProcess3"/>
    <dgm:cxn modelId="{6B9022B7-2A57-4566-922F-ACEF035D314C}" type="presOf" srcId="{7C95EE6C-09E9-41B5-B696-8982CCA33653}" destId="{40640A8B-C61B-47F6-86B7-FDC11FD7BAC8}" srcOrd="0" destOrd="0" presId="urn:microsoft.com/office/officeart/2005/8/layout/bProcess3"/>
    <dgm:cxn modelId="{18D2D6B7-B3B7-4CF3-BD9F-BC90EAD957CB}" type="presOf" srcId="{2C5E8C53-19B7-4D4B-80A1-863BDA7D1BA3}" destId="{892A0B1A-D4B9-4360-B8E8-37CF2AC6AB27}" srcOrd="1" destOrd="0" presId="urn:microsoft.com/office/officeart/2005/8/layout/bProcess3"/>
    <dgm:cxn modelId="{50F551C2-C6DD-4791-AC4E-3C4128D2A548}" type="presOf" srcId="{BB2D4150-4B20-42F2-92C7-708FCEC7281C}" destId="{59791193-501A-4637-993F-675FAF463345}" srcOrd="0" destOrd="0" presId="urn:microsoft.com/office/officeart/2005/8/layout/bProcess3"/>
    <dgm:cxn modelId="{8FAAF9CC-BED2-4650-92B7-FAB29395B358}" type="presOf" srcId="{9522E98E-B148-4DA7-833A-C4C29F89F1B9}" destId="{4D34861D-6B28-4EEF-AF34-98DDB1A31775}" srcOrd="0" destOrd="0" presId="urn:microsoft.com/office/officeart/2005/8/layout/bProcess3"/>
    <dgm:cxn modelId="{D1658AD7-90C6-4B9F-B90E-E16A481D59BF}" type="presOf" srcId="{9522E98E-B148-4DA7-833A-C4C29F89F1B9}" destId="{3005F1B7-2313-4E6D-88B7-81957B6FBE76}" srcOrd="1" destOrd="0" presId="urn:microsoft.com/office/officeart/2005/8/layout/bProcess3"/>
    <dgm:cxn modelId="{CC3308DB-4B63-4BCA-9E54-8C4EEC5DC7ED}" type="presOf" srcId="{2C5E8C53-19B7-4D4B-80A1-863BDA7D1BA3}" destId="{0412FA88-BD91-4CA0-BA58-343505BE143F}" srcOrd="0" destOrd="0" presId="urn:microsoft.com/office/officeart/2005/8/layout/bProcess3"/>
    <dgm:cxn modelId="{ED9E7BE4-8241-4FED-AEB0-89CB3402BE64}" type="presOf" srcId="{6F07EA24-82D0-4CB0-9DF4-6187A279B338}" destId="{D8D7EC0C-0AD6-4FD3-BF08-96E85AE6D5D4}" srcOrd="0" destOrd="0" presId="urn:microsoft.com/office/officeart/2005/8/layout/bProcess3"/>
    <dgm:cxn modelId="{B74D5DE8-6341-4661-B78A-02C0F7AAAA5F}" srcId="{7C95EE6C-09E9-41B5-B696-8982CCA33653}" destId="{59D592AC-292E-452E-9890-72576A299925}" srcOrd="1" destOrd="0" parTransId="{6DB21633-E1B2-44C4-B63B-FCB6CBBCC5FD}" sibTransId="{8444DB7E-14D7-46A1-B6A9-AC2649DE3140}"/>
    <dgm:cxn modelId="{CBC5B6EE-77ED-47D1-83C9-A77D9C6A4D81}" type="presOf" srcId="{8444DB7E-14D7-46A1-B6A9-AC2649DE3140}" destId="{EAD2296D-850A-4049-8A3D-A30E9743EE5B}" srcOrd="0" destOrd="0" presId="urn:microsoft.com/office/officeart/2005/8/layout/bProcess3"/>
    <dgm:cxn modelId="{77F4B5FA-442A-40B5-9866-852FF6BD970A}" srcId="{7C95EE6C-09E9-41B5-B696-8982CCA33653}" destId="{BB2D4150-4B20-42F2-92C7-708FCEC7281C}" srcOrd="5" destOrd="0" parTransId="{B923D1A6-1ED3-4CFA-8331-97CF55621177}" sibTransId="{E4230E59-AB89-435C-B6BB-2AC68D2D20C5}"/>
    <dgm:cxn modelId="{F727E4FF-2FBF-4C65-BA01-EA8A53285876}" type="presOf" srcId="{0A2BAB6D-4A7B-489D-85F1-A1B06E8FA66A}" destId="{841560F9-A233-46B7-9713-D4EE82D84778}" srcOrd="0" destOrd="0" presId="urn:microsoft.com/office/officeart/2005/8/layout/bProcess3"/>
    <dgm:cxn modelId="{65069869-7530-436F-8C20-1B0030B2F4E6}" type="presParOf" srcId="{40640A8B-C61B-47F6-86B7-FDC11FD7BAC8}" destId="{1439F912-986E-40B9-BE95-F686EB42DF30}" srcOrd="0" destOrd="0" presId="urn:microsoft.com/office/officeart/2005/8/layout/bProcess3"/>
    <dgm:cxn modelId="{AEBF3C17-51C9-41E3-887E-C1F169A2EF22}" type="presParOf" srcId="{40640A8B-C61B-47F6-86B7-FDC11FD7BAC8}" destId="{25D15271-F1C1-4959-9B9E-47A9C6D24393}" srcOrd="1" destOrd="0" presId="urn:microsoft.com/office/officeart/2005/8/layout/bProcess3"/>
    <dgm:cxn modelId="{E72D9AE8-3BB4-433D-BE84-1884958FA7A3}" type="presParOf" srcId="{25D15271-F1C1-4959-9B9E-47A9C6D24393}" destId="{0C5DE102-F167-4CE5-B5D0-E2F7829390C4}" srcOrd="0" destOrd="0" presId="urn:microsoft.com/office/officeart/2005/8/layout/bProcess3"/>
    <dgm:cxn modelId="{EEDD4A29-B36A-4FFA-8D6B-91C52121AEA7}" type="presParOf" srcId="{40640A8B-C61B-47F6-86B7-FDC11FD7BAC8}" destId="{DD1D61BE-2A0F-4E0B-B547-304D91255959}" srcOrd="2" destOrd="0" presId="urn:microsoft.com/office/officeart/2005/8/layout/bProcess3"/>
    <dgm:cxn modelId="{D965D958-0B46-4D5C-A0D9-DD0DF7C6C4C0}" type="presParOf" srcId="{40640A8B-C61B-47F6-86B7-FDC11FD7BAC8}" destId="{EAD2296D-850A-4049-8A3D-A30E9743EE5B}" srcOrd="3" destOrd="0" presId="urn:microsoft.com/office/officeart/2005/8/layout/bProcess3"/>
    <dgm:cxn modelId="{615D9DAC-C8F0-4893-9495-0F11D900AB64}" type="presParOf" srcId="{EAD2296D-850A-4049-8A3D-A30E9743EE5B}" destId="{FADBF52F-9DD6-4C83-8702-0069D74E1D62}" srcOrd="0" destOrd="0" presId="urn:microsoft.com/office/officeart/2005/8/layout/bProcess3"/>
    <dgm:cxn modelId="{9AB71092-1193-4DEF-BD8F-0EC38C61E880}" type="presParOf" srcId="{40640A8B-C61B-47F6-86B7-FDC11FD7BAC8}" destId="{15D84EA3-F265-47AB-8AA6-51BB34001DF8}" srcOrd="4" destOrd="0" presId="urn:microsoft.com/office/officeart/2005/8/layout/bProcess3"/>
    <dgm:cxn modelId="{7510E7AD-2B22-4E2A-81E6-BF37CB8BFF5A}" type="presParOf" srcId="{40640A8B-C61B-47F6-86B7-FDC11FD7BAC8}" destId="{0412FA88-BD91-4CA0-BA58-343505BE143F}" srcOrd="5" destOrd="0" presId="urn:microsoft.com/office/officeart/2005/8/layout/bProcess3"/>
    <dgm:cxn modelId="{504953F5-9A40-4B5D-A73D-D0A003EBF2C4}" type="presParOf" srcId="{0412FA88-BD91-4CA0-BA58-343505BE143F}" destId="{892A0B1A-D4B9-4360-B8E8-37CF2AC6AB27}" srcOrd="0" destOrd="0" presId="urn:microsoft.com/office/officeart/2005/8/layout/bProcess3"/>
    <dgm:cxn modelId="{D7BB729C-E652-4024-8D71-BDF193EAE459}" type="presParOf" srcId="{40640A8B-C61B-47F6-86B7-FDC11FD7BAC8}" destId="{841560F9-A233-46B7-9713-D4EE82D84778}" srcOrd="6" destOrd="0" presId="urn:microsoft.com/office/officeart/2005/8/layout/bProcess3"/>
    <dgm:cxn modelId="{6A5FFDD2-E649-42DA-B5D3-00F98B5ACD7A}" type="presParOf" srcId="{40640A8B-C61B-47F6-86B7-FDC11FD7BAC8}" destId="{7FF5B9A3-116E-4996-97A1-84ABC3679784}" srcOrd="7" destOrd="0" presId="urn:microsoft.com/office/officeart/2005/8/layout/bProcess3"/>
    <dgm:cxn modelId="{909ACFFB-84FF-46E4-A649-C9E241D51649}" type="presParOf" srcId="{7FF5B9A3-116E-4996-97A1-84ABC3679784}" destId="{D2C7021C-AC28-4CD0-85BD-4193B9DB9703}" srcOrd="0" destOrd="0" presId="urn:microsoft.com/office/officeart/2005/8/layout/bProcess3"/>
    <dgm:cxn modelId="{FD0637FF-A4F7-4BB1-B7ED-B05527521DD1}" type="presParOf" srcId="{40640A8B-C61B-47F6-86B7-FDC11FD7BAC8}" destId="{D8D7EC0C-0AD6-4FD3-BF08-96E85AE6D5D4}" srcOrd="8" destOrd="0" presId="urn:microsoft.com/office/officeart/2005/8/layout/bProcess3"/>
    <dgm:cxn modelId="{BF263F6D-BE14-4C4E-8DC3-FEF7332048A0}" type="presParOf" srcId="{40640A8B-C61B-47F6-86B7-FDC11FD7BAC8}" destId="{4D34861D-6B28-4EEF-AF34-98DDB1A31775}" srcOrd="9" destOrd="0" presId="urn:microsoft.com/office/officeart/2005/8/layout/bProcess3"/>
    <dgm:cxn modelId="{2A5DB300-1893-4C36-A8C8-139E1C8C6FBF}" type="presParOf" srcId="{4D34861D-6B28-4EEF-AF34-98DDB1A31775}" destId="{3005F1B7-2313-4E6D-88B7-81957B6FBE76}" srcOrd="0" destOrd="0" presId="urn:microsoft.com/office/officeart/2005/8/layout/bProcess3"/>
    <dgm:cxn modelId="{EABFC942-3FFD-4D81-AC3D-0CA21F6BE83C}" type="presParOf" srcId="{40640A8B-C61B-47F6-86B7-FDC11FD7BAC8}" destId="{59791193-501A-4637-993F-675FAF463345}" srcOrd="10" destOrd="0" presId="urn:microsoft.com/office/officeart/2005/8/layout/bProcess3"/>
    <dgm:cxn modelId="{216765A8-E897-4A17-9F51-0A8B0DA22F69}" type="presParOf" srcId="{40640A8B-C61B-47F6-86B7-FDC11FD7BAC8}" destId="{A4B5023D-93C4-43CB-A3AD-6AB27CA04E7F}" srcOrd="11" destOrd="0" presId="urn:microsoft.com/office/officeart/2005/8/layout/bProcess3"/>
    <dgm:cxn modelId="{FC504718-3E4D-4ED1-A3D3-F40B29CCA704}" type="presParOf" srcId="{A4B5023D-93C4-43CB-A3AD-6AB27CA04E7F}" destId="{15B04C80-7A37-44D6-885F-4651CD08A69C}" srcOrd="0" destOrd="0" presId="urn:microsoft.com/office/officeart/2005/8/layout/bProcess3"/>
    <dgm:cxn modelId="{8C7713F6-1B31-48DE-B01E-9A6C1B7C3592}" type="presParOf" srcId="{40640A8B-C61B-47F6-86B7-FDC11FD7BAC8}" destId="{CCBB58E0-7A78-49E0-8838-F88910B2A377}" srcOrd="12" destOrd="0" presId="urn:microsoft.com/office/officeart/2005/8/layout/bProcess3"/>
    <dgm:cxn modelId="{5169EA40-6628-40AB-826E-D3C254A25B67}" type="presParOf" srcId="{40640A8B-C61B-47F6-86B7-FDC11FD7BAC8}" destId="{010F9CCA-589D-4653-95B7-E5821AA0590A}" srcOrd="13" destOrd="0" presId="urn:microsoft.com/office/officeart/2005/8/layout/bProcess3"/>
    <dgm:cxn modelId="{4AAFB58D-3067-49EE-AE64-04C534EF4641}" type="presParOf" srcId="{010F9CCA-589D-4653-95B7-E5821AA0590A}" destId="{1D27D6D7-8AE7-408E-9B36-FB7A2090B353}" srcOrd="0" destOrd="0" presId="urn:microsoft.com/office/officeart/2005/8/layout/bProcess3"/>
    <dgm:cxn modelId="{C77B18BD-FB65-45E2-B55E-E6FB5B56CF91}" type="presParOf" srcId="{40640A8B-C61B-47F6-86B7-FDC11FD7BAC8}" destId="{23509AD0-7D41-4809-B7D0-4E98F9CCCEF4}" srcOrd="14" destOrd="0" presId="urn:microsoft.com/office/officeart/2005/8/layout/bProcess3"/>
  </dgm:cxnLst>
  <dgm:bg>
    <a:noFill/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15271-F1C1-4959-9B9E-47A9C6D24393}">
      <dsp:nvSpPr>
        <dsp:cNvPr id="0" name=""/>
        <dsp:cNvSpPr/>
      </dsp:nvSpPr>
      <dsp:spPr>
        <a:xfrm>
          <a:off x="3293734" y="841894"/>
          <a:ext cx="6482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825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600892" y="884219"/>
        <a:ext cx="33942" cy="6788"/>
      </dsp:txXfrm>
    </dsp:sp>
    <dsp:sp modelId="{1439F912-986E-40B9-BE95-F686EB42DF30}">
      <dsp:nvSpPr>
        <dsp:cNvPr id="0" name=""/>
        <dsp:cNvSpPr/>
      </dsp:nvSpPr>
      <dsp:spPr>
        <a:xfrm>
          <a:off x="343970" y="2145"/>
          <a:ext cx="2951563" cy="177093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 err="1"/>
            <a:t>Dermatoscopic</a:t>
          </a:r>
          <a:r>
            <a:rPr lang="en-US" sz="2600" b="0" kern="1200" dirty="0"/>
            <a:t> </a:t>
          </a:r>
          <a:r>
            <a:rPr lang="en-US" sz="2600" kern="1200" dirty="0"/>
            <a:t>Image </a:t>
          </a:r>
        </a:p>
      </dsp:txBody>
      <dsp:txXfrm>
        <a:off x="343970" y="2145"/>
        <a:ext cx="2951563" cy="1770938"/>
      </dsp:txXfrm>
    </dsp:sp>
    <dsp:sp modelId="{EAD2296D-850A-4049-8A3D-A30E9743EE5B}">
      <dsp:nvSpPr>
        <dsp:cNvPr id="0" name=""/>
        <dsp:cNvSpPr/>
      </dsp:nvSpPr>
      <dsp:spPr>
        <a:xfrm>
          <a:off x="6924157" y="841894"/>
          <a:ext cx="6482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825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231315" y="884219"/>
        <a:ext cx="33942" cy="6788"/>
      </dsp:txXfrm>
    </dsp:sp>
    <dsp:sp modelId="{DD1D61BE-2A0F-4E0B-B547-304D91255959}">
      <dsp:nvSpPr>
        <dsp:cNvPr id="0" name=""/>
        <dsp:cNvSpPr/>
      </dsp:nvSpPr>
      <dsp:spPr>
        <a:xfrm>
          <a:off x="3974393" y="2145"/>
          <a:ext cx="2951563" cy="177093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Resize (224*224*3)</a:t>
          </a:r>
          <a:endParaRPr lang="en-US" sz="2600" kern="1200" dirty="0"/>
        </a:p>
      </dsp:txBody>
      <dsp:txXfrm>
        <a:off x="3974393" y="2145"/>
        <a:ext cx="2951563" cy="1770938"/>
      </dsp:txXfrm>
    </dsp:sp>
    <dsp:sp modelId="{0412FA88-BD91-4CA0-BA58-343505BE143F}">
      <dsp:nvSpPr>
        <dsp:cNvPr id="0" name=""/>
        <dsp:cNvSpPr/>
      </dsp:nvSpPr>
      <dsp:spPr>
        <a:xfrm>
          <a:off x="10554580" y="841894"/>
          <a:ext cx="6482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825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10861738" y="884219"/>
        <a:ext cx="33942" cy="6788"/>
      </dsp:txXfrm>
    </dsp:sp>
    <dsp:sp modelId="{15D84EA3-F265-47AB-8AA6-51BB34001DF8}">
      <dsp:nvSpPr>
        <dsp:cNvPr id="0" name=""/>
        <dsp:cNvSpPr/>
      </dsp:nvSpPr>
      <dsp:spPr>
        <a:xfrm>
          <a:off x="7604816" y="2145"/>
          <a:ext cx="2951563" cy="177093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CLAHE &amp; Min-Max Normalization</a:t>
          </a:r>
        </a:p>
      </dsp:txBody>
      <dsp:txXfrm>
        <a:off x="7604816" y="2145"/>
        <a:ext cx="2951563" cy="1770938"/>
      </dsp:txXfrm>
    </dsp:sp>
    <dsp:sp modelId="{7FF5B9A3-116E-4996-97A1-84ABC3679784}">
      <dsp:nvSpPr>
        <dsp:cNvPr id="0" name=""/>
        <dsp:cNvSpPr/>
      </dsp:nvSpPr>
      <dsp:spPr>
        <a:xfrm>
          <a:off x="1819752" y="1771283"/>
          <a:ext cx="10891269" cy="648259"/>
        </a:xfrm>
        <a:custGeom>
          <a:avLst/>
          <a:gdLst/>
          <a:ahLst/>
          <a:cxnLst/>
          <a:rect l="0" t="0" r="0" b="0"/>
          <a:pathLst>
            <a:path>
              <a:moveTo>
                <a:pt x="10891269" y="0"/>
              </a:moveTo>
              <a:lnTo>
                <a:pt x="10891269" y="341229"/>
              </a:lnTo>
              <a:lnTo>
                <a:pt x="0" y="341229"/>
              </a:lnTo>
              <a:lnTo>
                <a:pt x="0" y="648259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992576" y="2092018"/>
        <a:ext cx="545620" cy="6788"/>
      </dsp:txXfrm>
    </dsp:sp>
    <dsp:sp modelId="{841560F9-A233-46B7-9713-D4EE82D84778}">
      <dsp:nvSpPr>
        <dsp:cNvPr id="0" name=""/>
        <dsp:cNvSpPr/>
      </dsp:nvSpPr>
      <dsp:spPr>
        <a:xfrm>
          <a:off x="11235239" y="2145"/>
          <a:ext cx="2951563" cy="177093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Classifier</a:t>
          </a:r>
        </a:p>
      </dsp:txBody>
      <dsp:txXfrm>
        <a:off x="11235239" y="2145"/>
        <a:ext cx="2951563" cy="1770938"/>
      </dsp:txXfrm>
    </dsp:sp>
    <dsp:sp modelId="{4D34861D-6B28-4EEF-AF34-98DDB1A31775}">
      <dsp:nvSpPr>
        <dsp:cNvPr id="0" name=""/>
        <dsp:cNvSpPr/>
      </dsp:nvSpPr>
      <dsp:spPr>
        <a:xfrm>
          <a:off x="3293734" y="3291691"/>
          <a:ext cx="6482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825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600892" y="3334017"/>
        <a:ext cx="33942" cy="6788"/>
      </dsp:txXfrm>
    </dsp:sp>
    <dsp:sp modelId="{D8D7EC0C-0AD6-4FD3-BF08-96E85AE6D5D4}">
      <dsp:nvSpPr>
        <dsp:cNvPr id="0" name=""/>
        <dsp:cNvSpPr/>
      </dsp:nvSpPr>
      <dsp:spPr>
        <a:xfrm>
          <a:off x="343970" y="2451942"/>
          <a:ext cx="2951563" cy="177093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Predicted Class and Confidence Score</a:t>
          </a:r>
          <a:endParaRPr lang="en-US" sz="2600" kern="1200" dirty="0"/>
        </a:p>
      </dsp:txBody>
      <dsp:txXfrm>
        <a:off x="343970" y="2451942"/>
        <a:ext cx="2951563" cy="1770938"/>
      </dsp:txXfrm>
    </dsp:sp>
    <dsp:sp modelId="{A4B5023D-93C4-43CB-A3AD-6AB27CA04E7F}">
      <dsp:nvSpPr>
        <dsp:cNvPr id="0" name=""/>
        <dsp:cNvSpPr/>
      </dsp:nvSpPr>
      <dsp:spPr>
        <a:xfrm>
          <a:off x="6924157" y="3291691"/>
          <a:ext cx="6482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825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231315" y="3334017"/>
        <a:ext cx="33942" cy="6788"/>
      </dsp:txXfrm>
    </dsp:sp>
    <dsp:sp modelId="{59791193-501A-4637-993F-675FAF463345}">
      <dsp:nvSpPr>
        <dsp:cNvPr id="0" name=""/>
        <dsp:cNvSpPr/>
      </dsp:nvSpPr>
      <dsp:spPr>
        <a:xfrm>
          <a:off x="3974393" y="2451942"/>
          <a:ext cx="2951563" cy="177093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Gradcam</a:t>
          </a:r>
          <a:r>
            <a:rPr lang="en-US" sz="2600" kern="1200" dirty="0"/>
            <a:t>++ Attention Map</a:t>
          </a:r>
        </a:p>
      </dsp:txBody>
      <dsp:txXfrm>
        <a:off x="3974393" y="2451942"/>
        <a:ext cx="2951563" cy="1770938"/>
      </dsp:txXfrm>
    </dsp:sp>
    <dsp:sp modelId="{010F9CCA-589D-4653-95B7-E5821AA0590A}">
      <dsp:nvSpPr>
        <dsp:cNvPr id="0" name=""/>
        <dsp:cNvSpPr/>
      </dsp:nvSpPr>
      <dsp:spPr>
        <a:xfrm>
          <a:off x="10554580" y="3291691"/>
          <a:ext cx="6482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825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10861738" y="3334017"/>
        <a:ext cx="33942" cy="6788"/>
      </dsp:txXfrm>
    </dsp:sp>
    <dsp:sp modelId="{CCBB58E0-7A78-49E0-8838-F88910B2A377}">
      <dsp:nvSpPr>
        <dsp:cNvPr id="0" name=""/>
        <dsp:cNvSpPr/>
      </dsp:nvSpPr>
      <dsp:spPr>
        <a:xfrm>
          <a:off x="7604816" y="2451942"/>
          <a:ext cx="2951563" cy="177093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Fine Tuned VLM model</a:t>
          </a:r>
          <a:endParaRPr lang="en-US" sz="2600" kern="1200" dirty="0"/>
        </a:p>
      </dsp:txBody>
      <dsp:txXfrm>
        <a:off x="7604816" y="2451942"/>
        <a:ext cx="2951563" cy="1770938"/>
      </dsp:txXfrm>
    </dsp:sp>
    <dsp:sp modelId="{23509AD0-7D41-4809-B7D0-4E98F9CCCEF4}">
      <dsp:nvSpPr>
        <dsp:cNvPr id="0" name=""/>
        <dsp:cNvSpPr/>
      </dsp:nvSpPr>
      <dsp:spPr>
        <a:xfrm>
          <a:off x="11235239" y="2451942"/>
          <a:ext cx="2951563" cy="177093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Explanantion of Classifier Decision </a:t>
          </a:r>
          <a:endParaRPr lang="en-US" sz="2600" kern="1200" dirty="0"/>
        </a:p>
      </dsp:txBody>
      <dsp:txXfrm>
        <a:off x="11235239" y="2451942"/>
        <a:ext cx="2951563" cy="17709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3741210"/>
            <a:ext cx="19431000" cy="7958667"/>
          </a:xfrm>
        </p:spPr>
        <p:txBody>
          <a:bodyPr anchor="b"/>
          <a:lstStyle>
            <a:lvl1pPr algn="ctr"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0" y="12006793"/>
            <a:ext cx="17145000" cy="5519207"/>
          </a:xfrm>
        </p:spPr>
        <p:txBody>
          <a:bodyPr/>
          <a:lstStyle>
            <a:lvl1pPr marL="0" indent="0" algn="ctr">
              <a:buNone/>
              <a:defRPr sz="6000"/>
            </a:lvl1pPr>
            <a:lvl2pPr marL="1143000" indent="0" algn="ctr">
              <a:buNone/>
              <a:defRPr sz="5000"/>
            </a:lvl2pPr>
            <a:lvl3pPr marL="2286000" indent="0" algn="ctr">
              <a:buNone/>
              <a:defRPr sz="4500"/>
            </a:lvl3pPr>
            <a:lvl4pPr marL="3429000" indent="0" algn="ctr">
              <a:buNone/>
              <a:defRPr sz="4000"/>
            </a:lvl4pPr>
            <a:lvl5pPr marL="4572000" indent="0" algn="ctr">
              <a:buNone/>
              <a:defRPr sz="4000"/>
            </a:lvl5pPr>
            <a:lvl6pPr marL="5715000" indent="0" algn="ctr">
              <a:buNone/>
              <a:defRPr sz="4000"/>
            </a:lvl6pPr>
            <a:lvl7pPr marL="6858000" indent="0" algn="ctr">
              <a:buNone/>
              <a:defRPr sz="4000"/>
            </a:lvl7pPr>
            <a:lvl8pPr marL="8001000" indent="0" algn="ctr">
              <a:buNone/>
              <a:defRPr sz="4000"/>
            </a:lvl8pPr>
            <a:lvl9pPr marL="9144000" indent="0" algn="ctr"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50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9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0" y="5699132"/>
            <a:ext cx="19716750" cy="9509123"/>
          </a:xfrm>
        </p:spPr>
        <p:txBody>
          <a:bodyPr anchor="b"/>
          <a:lstStyle>
            <a:lvl1pPr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0" y="15298215"/>
            <a:ext cx="19716750" cy="5000623"/>
          </a:xfr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1pPr>
            <a:lvl2pPr marL="1143000" indent="0">
              <a:buNone/>
              <a:defRPr sz="5000">
                <a:solidFill>
                  <a:schemeClr val="tx1">
                    <a:tint val="82000"/>
                  </a:schemeClr>
                </a:solidFill>
              </a:defRPr>
            </a:lvl2pPr>
            <a:lvl3pPr marL="2286000" indent="0">
              <a:buNone/>
              <a:defRPr sz="4500">
                <a:solidFill>
                  <a:schemeClr val="tx1">
                    <a:tint val="82000"/>
                  </a:schemeClr>
                </a:solidFill>
              </a:defRPr>
            </a:lvl3pPr>
            <a:lvl4pPr marL="3429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4pPr>
            <a:lvl5pPr marL="4572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5pPr>
            <a:lvl6pPr marL="5715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6pPr>
            <a:lvl7pPr marL="6858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7pPr>
            <a:lvl8pPr marL="8001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8pPr>
            <a:lvl9pPr marL="9144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02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25" y="6085417"/>
            <a:ext cx="97155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75" y="6085417"/>
            <a:ext cx="97155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217089"/>
            <a:ext cx="19716750" cy="44185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5" y="5603877"/>
            <a:ext cx="9670850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5" y="8350250"/>
            <a:ext cx="9670850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76" y="5603877"/>
            <a:ext cx="9718478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76" y="8350250"/>
            <a:ext cx="9718478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8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3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1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524000"/>
            <a:ext cx="7372945" cy="53340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7" y="3291422"/>
            <a:ext cx="11572875" cy="16245417"/>
          </a:xfrm>
        </p:spPr>
        <p:txBody>
          <a:bodyPr/>
          <a:lstStyle>
            <a:lvl1pPr>
              <a:defRPr sz="8000"/>
            </a:lvl1pPr>
            <a:lvl2pPr>
              <a:defRPr sz="7000"/>
            </a:lvl2pPr>
            <a:lvl3pPr>
              <a:defRPr sz="60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6858000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2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524000"/>
            <a:ext cx="7372945" cy="53340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7" y="3291422"/>
            <a:ext cx="11572875" cy="16245417"/>
          </a:xfrm>
        </p:spPr>
        <p:txBody>
          <a:bodyPr anchor="t"/>
          <a:lstStyle>
            <a:lvl1pPr marL="0" indent="0">
              <a:buNone/>
              <a:defRPr sz="8000"/>
            </a:lvl1pPr>
            <a:lvl2pPr marL="1143000" indent="0">
              <a:buNone/>
              <a:defRPr sz="7000"/>
            </a:lvl2pPr>
            <a:lvl3pPr marL="2286000" indent="0">
              <a:buNone/>
              <a:defRPr sz="6000"/>
            </a:lvl3pPr>
            <a:lvl4pPr marL="3429000" indent="0">
              <a:buNone/>
              <a:defRPr sz="5000"/>
            </a:lvl4pPr>
            <a:lvl5pPr marL="4572000" indent="0">
              <a:buNone/>
              <a:defRPr sz="5000"/>
            </a:lvl5pPr>
            <a:lvl6pPr marL="5715000" indent="0">
              <a:buNone/>
              <a:defRPr sz="5000"/>
            </a:lvl6pPr>
            <a:lvl7pPr marL="6858000" indent="0">
              <a:buNone/>
              <a:defRPr sz="5000"/>
            </a:lvl7pPr>
            <a:lvl8pPr marL="8001000" indent="0">
              <a:buNone/>
              <a:defRPr sz="5000"/>
            </a:lvl8pPr>
            <a:lvl9pPr marL="9144000" indent="0">
              <a:buNone/>
              <a:defRPr sz="5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6858000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7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47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89" y="1217084"/>
            <a:ext cx="4929188" cy="193727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26" y="1217084"/>
            <a:ext cx="14501813" cy="1937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5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25" y="1217089"/>
            <a:ext cx="19716750" cy="441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25" y="6085417"/>
            <a:ext cx="19716750" cy="14504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25" y="21187839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899EA1-C3E9-4374-BA4D-3DAC1C3DB20C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75" y="21187839"/>
            <a:ext cx="771525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75" y="21187839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7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286000" rtl="0" eaLnBrk="1" latinLnBrk="0" hangingPunct="1">
        <a:lnSpc>
          <a:spcPct val="90000"/>
        </a:lnSpc>
        <a:spcBef>
          <a:spcPct val="0"/>
        </a:spcBef>
        <a:buNone/>
        <a:defRPr sz="11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0" indent="-571500" algn="l" defTabSz="2286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11" Type="http://schemas.openxmlformats.org/officeDocument/2006/relationships/image" Target="../media/image10.sv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microsoft.com/office/2007/relationships/diagramDrawing" Target="../diagrams/drawing1.xml"/><Relationship Id="rId4" Type="http://schemas.openxmlformats.org/officeDocument/2006/relationships/image" Target="../media/image12.png"/><Relationship Id="rId9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roup 126">
            <a:extLst>
              <a:ext uri="{FF2B5EF4-FFF2-40B4-BE49-F238E27FC236}">
                <a16:creationId xmlns:a16="http://schemas.microsoft.com/office/drawing/2014/main" id="{8785ED24-9B98-C5F9-9350-E0C782C0FC9F}"/>
              </a:ext>
            </a:extLst>
          </p:cNvPr>
          <p:cNvGrpSpPr/>
          <p:nvPr/>
        </p:nvGrpSpPr>
        <p:grpSpPr>
          <a:xfrm>
            <a:off x="2271325" y="5045836"/>
            <a:ext cx="10139706" cy="14102683"/>
            <a:chOff x="2271325" y="5045836"/>
            <a:chExt cx="10139706" cy="14102683"/>
          </a:xfrm>
        </p:grpSpPr>
        <p:sp>
          <p:nvSpPr>
            <p:cNvPr id="63" name="Cylinder 62">
              <a:extLst>
                <a:ext uri="{FF2B5EF4-FFF2-40B4-BE49-F238E27FC236}">
                  <a16:creationId xmlns:a16="http://schemas.microsoft.com/office/drawing/2014/main" id="{C7B3C2BC-07C3-A25F-713C-0D320385A281}"/>
                </a:ext>
              </a:extLst>
            </p:cNvPr>
            <p:cNvSpPr/>
            <p:nvPr/>
          </p:nvSpPr>
          <p:spPr>
            <a:xfrm>
              <a:off x="2381427" y="11225834"/>
              <a:ext cx="2601290" cy="3135994"/>
            </a:xfrm>
            <a:prstGeom prst="can">
              <a:avLst>
                <a:gd name="adj" fmla="val 24165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6254AE3-C46C-9777-369D-D4F529BE21E5}"/>
                </a:ext>
              </a:extLst>
            </p:cNvPr>
            <p:cNvGrpSpPr/>
            <p:nvPr/>
          </p:nvGrpSpPr>
          <p:grpSpPr>
            <a:xfrm>
              <a:off x="2465003" y="5115082"/>
              <a:ext cx="2601290" cy="3135994"/>
              <a:chOff x="2331653" y="4731657"/>
              <a:chExt cx="2601290" cy="3135994"/>
            </a:xfrm>
          </p:grpSpPr>
          <p:sp>
            <p:nvSpPr>
              <p:cNvPr id="15" name="Cylinder 14">
                <a:extLst>
                  <a:ext uri="{FF2B5EF4-FFF2-40B4-BE49-F238E27FC236}">
                    <a16:creationId xmlns:a16="http://schemas.microsoft.com/office/drawing/2014/main" id="{4D0B9671-66CA-9830-5505-628A76B2F102}"/>
                  </a:ext>
                </a:extLst>
              </p:cNvPr>
              <p:cNvSpPr/>
              <p:nvPr/>
            </p:nvSpPr>
            <p:spPr>
              <a:xfrm>
                <a:off x="2331653" y="4731657"/>
                <a:ext cx="2601290" cy="3135994"/>
              </a:xfrm>
              <a:prstGeom prst="can">
                <a:avLst>
                  <a:gd name="adj" fmla="val 19771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" name="Picture 5" descr="A close-up of a red circle&#10;&#10;AI-generated content may be incorrect.">
                <a:extLst>
                  <a:ext uri="{FF2B5EF4-FFF2-40B4-BE49-F238E27FC236}">
                    <a16:creationId xmlns:a16="http://schemas.microsoft.com/office/drawing/2014/main" id="{AE0D2AD0-46FE-C72C-CAD8-9133E6C726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47399" y="6546345"/>
                <a:ext cx="1088922" cy="1088922"/>
              </a:xfrm>
              <a:prstGeom prst="roundRect">
                <a:avLst/>
              </a:prstGeom>
            </p:spPr>
          </p:pic>
          <p:pic>
            <p:nvPicPr>
              <p:cNvPr id="8" name="Picture 7" descr="A close-up of a pink blister&#10;&#10;AI-generated content may be incorrect.">
                <a:extLst>
                  <a:ext uri="{FF2B5EF4-FFF2-40B4-BE49-F238E27FC236}">
                    <a16:creationId xmlns:a16="http://schemas.microsoft.com/office/drawing/2014/main" id="{CF3F0594-DFC9-16DD-EA78-E766BAD46D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6001" y="5301954"/>
                <a:ext cx="1088922" cy="1088922"/>
              </a:xfrm>
              <a:prstGeom prst="roundRect">
                <a:avLst/>
              </a:prstGeom>
            </p:spPr>
          </p:pic>
          <p:pic>
            <p:nvPicPr>
              <p:cNvPr id="10" name="Picture 9" descr="A red blister on a skin&#10;&#10;AI-generated content may be incorrect.">
                <a:extLst>
                  <a:ext uri="{FF2B5EF4-FFF2-40B4-BE49-F238E27FC236}">
                    <a16:creationId xmlns:a16="http://schemas.microsoft.com/office/drawing/2014/main" id="{5E72971A-4989-7D20-C154-E2F025A32E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56316" y="6547131"/>
                <a:ext cx="1088136" cy="1088136"/>
              </a:xfrm>
              <a:prstGeom prst="roundRect">
                <a:avLst/>
              </a:prstGeom>
            </p:spPr>
          </p:pic>
          <p:pic>
            <p:nvPicPr>
              <p:cNvPr id="13" name="Picture 12" descr="A close up of a red and pink background&#10;&#10;AI-generated content may be incorrect.">
                <a:extLst>
                  <a:ext uri="{FF2B5EF4-FFF2-40B4-BE49-F238E27FC236}">
                    <a16:creationId xmlns:a16="http://schemas.microsoft.com/office/drawing/2014/main" id="{98EC456A-A596-D1F9-29EE-4F014C44EF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56316" y="5331768"/>
                <a:ext cx="1088136" cy="1088136"/>
              </a:xfrm>
              <a:prstGeom prst="roundRect">
                <a:avLst/>
              </a:prstGeom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1716F3-54FA-2FFE-7D1D-3E4EFC7F3C15}"/>
                </a:ext>
              </a:extLst>
            </p:cNvPr>
            <p:cNvSpPr txBox="1"/>
            <p:nvPr/>
          </p:nvSpPr>
          <p:spPr>
            <a:xfrm>
              <a:off x="2751588" y="5215565"/>
              <a:ext cx="20281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ptos Display" panose="020B0004020202020204" pitchFamily="34" charset="0"/>
                </a:rPr>
                <a:t>HAM10000 Dataset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C080A0A-D7CA-D22D-7347-0A11F6CB8441}"/>
                </a:ext>
              </a:extLst>
            </p:cNvPr>
            <p:cNvSpPr/>
            <p:nvPr/>
          </p:nvSpPr>
          <p:spPr>
            <a:xfrm>
              <a:off x="9752679" y="6418874"/>
              <a:ext cx="2601290" cy="9316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Contrast Limited Adaptive Histogram Equalization (CLAHE)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69ACB5F5-3F8D-A8EC-166C-CDD606332889}"/>
                </a:ext>
              </a:extLst>
            </p:cNvPr>
            <p:cNvSpPr/>
            <p:nvPr/>
          </p:nvSpPr>
          <p:spPr>
            <a:xfrm>
              <a:off x="9776202" y="5422203"/>
              <a:ext cx="2601289" cy="61664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Resize Image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6583EBC2-5E7B-423D-67ED-5B458BDB8609}"/>
                </a:ext>
              </a:extLst>
            </p:cNvPr>
            <p:cNvSpPr/>
            <p:nvPr/>
          </p:nvSpPr>
          <p:spPr>
            <a:xfrm>
              <a:off x="9804776" y="7628392"/>
              <a:ext cx="2544140" cy="51504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Min-Max Scaling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33F5418-8D13-63B6-DA73-64DED614317F}"/>
                </a:ext>
              </a:extLst>
            </p:cNvPr>
            <p:cNvSpPr/>
            <p:nvPr/>
          </p:nvSpPr>
          <p:spPr>
            <a:xfrm>
              <a:off x="9742663" y="5422203"/>
              <a:ext cx="2668368" cy="2740279"/>
            </a:xfrm>
            <a:prstGeom prst="roundRect">
              <a:avLst>
                <a:gd name="adj" fmla="val 3938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A18A084-3A92-A6B7-C82A-2977871D2087}"/>
                </a:ext>
              </a:extLst>
            </p:cNvPr>
            <p:cNvGrpSpPr/>
            <p:nvPr/>
          </p:nvGrpSpPr>
          <p:grpSpPr>
            <a:xfrm>
              <a:off x="5569705" y="5045836"/>
              <a:ext cx="3650495" cy="3116646"/>
              <a:chOff x="5493505" y="5045836"/>
              <a:chExt cx="3650495" cy="3116646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C32ACDBC-59E3-E6EC-E595-18B2722DE353}"/>
                  </a:ext>
                </a:extLst>
              </p:cNvPr>
              <p:cNvSpPr/>
              <p:nvPr/>
            </p:nvSpPr>
            <p:spPr>
              <a:xfrm>
                <a:off x="5493505" y="5215565"/>
                <a:ext cx="3650495" cy="2946917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Horizontal and vertical flips</a:t>
                </a:r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Rotation, scaling, translation, shear</a:t>
                </a:r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Elastic deformation</a:t>
                </a:r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Gaussian blur</a:t>
                </a:r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Contrast and brightness adjustment</a:t>
                </a:r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Hue and saturation shift</a:t>
                </a:r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Coarse dropout occlusion</a:t>
                </a:r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EC71F76-CBD0-12DE-C8FE-08EB19D8DE4C}"/>
                  </a:ext>
                </a:extLst>
              </p:cNvPr>
              <p:cNvSpPr/>
              <p:nvPr/>
            </p:nvSpPr>
            <p:spPr>
              <a:xfrm>
                <a:off x="6470180" y="5045836"/>
                <a:ext cx="1697143" cy="33945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ptos Display" panose="020B0004020202020204" pitchFamily="34" charset="0"/>
                  </a:rPr>
                  <a:t>Augmentation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7C362E0-003A-6FAD-2535-814D5AE775DB}"/>
                </a:ext>
              </a:extLst>
            </p:cNvPr>
            <p:cNvCxnSpPr>
              <a:stCxn id="24" idx="2"/>
              <a:endCxn id="23" idx="0"/>
            </p:cNvCxnSpPr>
            <p:nvPr/>
          </p:nvCxnSpPr>
          <p:spPr>
            <a:xfrm flipH="1">
              <a:off x="11053324" y="6038850"/>
              <a:ext cx="0" cy="380024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3A4B3E7-9D4A-8D59-69BA-CAF20DFBEC49}"/>
                </a:ext>
              </a:extLst>
            </p:cNvPr>
            <p:cNvCxnSpPr>
              <a:stCxn id="23" idx="2"/>
              <a:endCxn id="25" idx="0"/>
            </p:cNvCxnSpPr>
            <p:nvPr/>
          </p:nvCxnSpPr>
          <p:spPr>
            <a:xfrm>
              <a:off x="11053324" y="7350539"/>
              <a:ext cx="0" cy="277853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D1E5E40-5F08-4A3E-64DA-C348AEB7009B}"/>
                </a:ext>
              </a:extLst>
            </p:cNvPr>
            <p:cNvCxnSpPr>
              <a:stCxn id="15" idx="4"/>
              <a:endCxn id="17" idx="1"/>
            </p:cNvCxnSpPr>
            <p:nvPr/>
          </p:nvCxnSpPr>
          <p:spPr>
            <a:xfrm>
              <a:off x="5066293" y="6683079"/>
              <a:ext cx="503412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38853AF-D0A5-8719-19B9-06C0C916BDCC}"/>
                </a:ext>
              </a:extLst>
            </p:cNvPr>
            <p:cNvCxnSpPr>
              <a:stCxn id="17" idx="3"/>
            </p:cNvCxnSpPr>
            <p:nvPr/>
          </p:nvCxnSpPr>
          <p:spPr>
            <a:xfrm flipV="1">
              <a:off x="9220200" y="6683079"/>
              <a:ext cx="522463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CC205C7B-DA02-4B17-FBEA-104AB0CA911D}"/>
                </a:ext>
              </a:extLst>
            </p:cNvPr>
            <p:cNvSpPr/>
            <p:nvPr/>
          </p:nvSpPr>
          <p:spPr>
            <a:xfrm>
              <a:off x="10782300" y="9159153"/>
              <a:ext cx="1615088" cy="1565997"/>
            </a:xfrm>
            <a:prstGeom prst="cub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Xception</a:t>
              </a:r>
              <a:r>
                <a:rPr lang="en-US" dirty="0">
                  <a:solidFill>
                    <a:schemeClr val="tx1"/>
                  </a:solidFill>
                </a:rPr>
                <a:t> Model Block</a:t>
              </a:r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7BE24839-23F9-2FDA-CE22-3A77CD517EFA}"/>
                </a:ext>
              </a:extLst>
            </p:cNvPr>
            <p:cNvSpPr/>
            <p:nvPr/>
          </p:nvSpPr>
          <p:spPr>
            <a:xfrm>
              <a:off x="8788187" y="9159152"/>
              <a:ext cx="1615088" cy="1565997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CBAM </a:t>
              </a:r>
            </a:p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BLock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3DF6395E-A483-7114-2FDC-EE1BAB4CD1E7}"/>
                </a:ext>
              </a:extLst>
            </p:cNvPr>
            <p:cNvSpPr/>
            <p:nvPr/>
          </p:nvSpPr>
          <p:spPr>
            <a:xfrm>
              <a:off x="5452675" y="9196208"/>
              <a:ext cx="2965612" cy="156599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Global Max Pooling</a:t>
              </a: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Dense Layer</a:t>
              </a: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Dropout</a:t>
              </a: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L1 &amp; L2 Regularization</a:t>
              </a: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SoftMax 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78CE44ED-E71A-1179-1F5A-EB6D401FE18C}"/>
                </a:ext>
              </a:extLst>
            </p:cNvPr>
            <p:cNvSpPr/>
            <p:nvPr/>
          </p:nvSpPr>
          <p:spPr>
            <a:xfrm>
              <a:off x="2271325" y="9196208"/>
              <a:ext cx="2965612" cy="156599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akiec</a:t>
              </a:r>
              <a:endParaRPr lang="en-US" altLang="en-US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bcc</a:t>
              </a: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bkl</a:t>
              </a:r>
              <a:endParaRPr lang="en-US" altLang="en-US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df</a:t>
              </a:r>
              <a:endParaRPr lang="en-US" altLang="en-US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85682A33-6B2B-F9D1-422C-7AA20D52E8FA}"/>
                </a:ext>
              </a:extLst>
            </p:cNvPr>
            <p:cNvSpPr/>
            <p:nvPr/>
          </p:nvSpPr>
          <p:spPr>
            <a:xfrm>
              <a:off x="2702580" y="8984977"/>
              <a:ext cx="2126133" cy="30245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Classified Output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60B141B-5D7A-6C95-9868-3D5515154148}"/>
                </a:ext>
              </a:extLst>
            </p:cNvPr>
            <p:cNvSpPr txBox="1"/>
            <p:nvPr/>
          </p:nvSpPr>
          <p:spPr>
            <a:xfrm>
              <a:off x="3880011" y="9054492"/>
              <a:ext cx="947695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mel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nv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vasc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endParaRPr lang="en-US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C52647B6-57D7-4B42-4867-E35F644CABF4}"/>
                </a:ext>
              </a:extLst>
            </p:cNvPr>
            <p:cNvSpPr/>
            <p:nvPr/>
          </p:nvSpPr>
          <p:spPr>
            <a:xfrm>
              <a:off x="5902980" y="8984977"/>
              <a:ext cx="2126133" cy="30245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Classification Head</a:t>
              </a:r>
            </a:p>
          </p:txBody>
        </p:sp>
        <p:pic>
          <p:nvPicPr>
            <p:cNvPr id="55" name="Picture 54" descr="A close-up of a cell&#10;&#10;AI-generated content may be incorrect.">
              <a:extLst>
                <a:ext uri="{FF2B5EF4-FFF2-40B4-BE49-F238E27FC236}">
                  <a16:creationId xmlns:a16="http://schemas.microsoft.com/office/drawing/2014/main" id="{59635540-FC08-51BD-F0F2-246FDAA73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4131" y="11897806"/>
              <a:ext cx="1088136" cy="1088136"/>
            </a:xfrm>
            <a:prstGeom prst="roundRect">
              <a:avLst/>
            </a:prstGeom>
          </p:spPr>
        </p:pic>
        <p:pic>
          <p:nvPicPr>
            <p:cNvPr id="57" name="Picture 56" descr="A close-up of a colorful object&#10;&#10;AI-generated content may be incorrect.">
              <a:extLst>
                <a:ext uri="{FF2B5EF4-FFF2-40B4-BE49-F238E27FC236}">
                  <a16:creationId xmlns:a16="http://schemas.microsoft.com/office/drawing/2014/main" id="{2CE7E297-0711-ED5B-CCC4-D606F355E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51" y="11897806"/>
              <a:ext cx="1088136" cy="1088136"/>
            </a:xfrm>
            <a:prstGeom prst="roundRect">
              <a:avLst/>
            </a:prstGeom>
          </p:spPr>
        </p:pic>
        <p:pic>
          <p:nvPicPr>
            <p:cNvPr id="59" name="Picture 58" descr="A close-up of a pink and orange spot&#10;&#10;AI-generated content may be incorrect.">
              <a:extLst>
                <a:ext uri="{FF2B5EF4-FFF2-40B4-BE49-F238E27FC236}">
                  <a16:creationId xmlns:a16="http://schemas.microsoft.com/office/drawing/2014/main" id="{3DEA61F6-039C-F9FF-FAA3-6B302FE88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0137" y="13081192"/>
              <a:ext cx="1088136" cy="1088136"/>
            </a:xfrm>
            <a:prstGeom prst="roundRect">
              <a:avLst/>
            </a:prstGeom>
          </p:spPr>
        </p:pic>
        <p:pic>
          <p:nvPicPr>
            <p:cNvPr id="61" name="Picture 60" descr="A close-up of a pink and yellow spot&#10;&#10;AI-generated content may be incorrect.">
              <a:extLst>
                <a:ext uri="{FF2B5EF4-FFF2-40B4-BE49-F238E27FC236}">
                  <a16:creationId xmlns:a16="http://schemas.microsoft.com/office/drawing/2014/main" id="{BA6C985D-656C-D0EC-3D4F-AB5F3059D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9570" y="13081192"/>
              <a:ext cx="1088136" cy="1088136"/>
            </a:xfrm>
            <a:prstGeom prst="round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6244F95-077F-EE7F-4EEA-400394352C36}"/>
                </a:ext>
              </a:extLst>
            </p:cNvPr>
            <p:cNvSpPr txBox="1"/>
            <p:nvPr/>
          </p:nvSpPr>
          <p:spPr>
            <a:xfrm>
              <a:off x="2757110" y="11235365"/>
              <a:ext cx="198086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Aptos Display" panose="020B0004020202020204" pitchFamily="34" charset="0"/>
                </a:rPr>
                <a:t>GradCam</a:t>
              </a:r>
              <a:r>
                <a:rPr lang="en-US" dirty="0">
                  <a:latin typeface="Aptos Display" panose="020B0004020202020204" pitchFamily="34" charset="0"/>
                </a:rPr>
                <a:t>++ Image </a:t>
              </a:r>
            </a:p>
            <a:p>
              <a:pPr algn="ctr"/>
              <a:r>
                <a:rPr lang="en-US" dirty="0">
                  <a:latin typeface="Aptos Display" panose="020B0004020202020204" pitchFamily="34" charset="0"/>
                </a:rPr>
                <a:t>Dataset (347 IMG)</a:t>
              </a:r>
            </a:p>
          </p:txBody>
        </p:sp>
        <p:pic>
          <p:nvPicPr>
            <p:cNvPr id="70" name="Graphic 69" descr="Doctor male outline">
              <a:extLst>
                <a:ext uri="{FF2B5EF4-FFF2-40B4-BE49-F238E27FC236}">
                  <a16:creationId xmlns:a16="http://schemas.microsoft.com/office/drawing/2014/main" id="{A2BB5AEE-0D2C-1B44-0956-0A44C8BD0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23052" y="11628572"/>
              <a:ext cx="1281170" cy="128117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ADD3E11-3414-92A0-1933-577457716DE8}"/>
                </a:ext>
              </a:extLst>
            </p:cNvPr>
            <p:cNvSpPr txBox="1"/>
            <p:nvPr/>
          </p:nvSpPr>
          <p:spPr>
            <a:xfrm>
              <a:off x="5706642" y="12909742"/>
              <a:ext cx="277512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Expert’s Annotation</a:t>
              </a:r>
            </a:p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with textual descriptions </a:t>
              </a:r>
            </a:p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of morphological features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253B9572-3EC2-B048-6E2E-FA4A2A7DEA93}"/>
                </a:ext>
              </a:extLst>
            </p:cNvPr>
            <p:cNvGrpSpPr/>
            <p:nvPr/>
          </p:nvGrpSpPr>
          <p:grpSpPr>
            <a:xfrm>
              <a:off x="9228076" y="11626849"/>
              <a:ext cx="3182955" cy="2184140"/>
              <a:chOff x="5493505" y="4991876"/>
              <a:chExt cx="3650495" cy="3170606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116A6010-D123-F343-5154-EBD11133EE84}"/>
                  </a:ext>
                </a:extLst>
              </p:cNvPr>
              <p:cNvSpPr/>
              <p:nvPr/>
            </p:nvSpPr>
            <p:spPr>
              <a:xfrm>
                <a:off x="5493505" y="5215565"/>
                <a:ext cx="3650495" cy="2946917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Original image</a:t>
                </a:r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Grad-CAM++ heatmap image</a:t>
                </a:r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Predicted class</a:t>
                </a:r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Morphological description of the image</a:t>
                </a:r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B0716B3E-6D33-813D-3B35-EE533BCA0289}"/>
                  </a:ext>
                </a:extLst>
              </p:cNvPr>
              <p:cNvSpPr/>
              <p:nvPr/>
            </p:nvSpPr>
            <p:spPr>
              <a:xfrm>
                <a:off x="6177286" y="4991876"/>
                <a:ext cx="2268690" cy="39883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ptos Display" panose="020B0004020202020204" pitchFamily="34" charset="0"/>
                  </a:rPr>
                  <a:t>Proposed Dataset</a:t>
                </a:r>
              </a:p>
            </p:txBody>
          </p:sp>
        </p:grp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8CEAFCE1-1976-5CDC-3D6D-DA46CF3BB779}"/>
                </a:ext>
              </a:extLst>
            </p:cNvPr>
            <p:cNvSpPr/>
            <p:nvPr/>
          </p:nvSpPr>
          <p:spPr>
            <a:xfrm>
              <a:off x="4353858" y="14808181"/>
              <a:ext cx="6049417" cy="404608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Features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09715318-E57A-D0BE-A8D2-3055FE42F8B4}"/>
                    </a:ext>
                  </a:extLst>
                </p:cNvPr>
                <p:cNvSpPr/>
                <p:nvPr/>
              </p:nvSpPr>
              <p:spPr>
                <a:xfrm>
                  <a:off x="4311902" y="15742676"/>
                  <a:ext cx="3576020" cy="1788352"/>
                </a:xfrm>
                <a:prstGeom prst="round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Pre-trained weights of Linear Layer,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09715318-E57A-D0BE-A8D2-3055FE42F8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1902" y="15742676"/>
                  <a:ext cx="3576020" cy="1788352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5A6EF9ED-513A-037C-0C93-87EA1B76DD8C}"/>
                </a:ext>
              </a:extLst>
            </p:cNvPr>
            <p:cNvSpPr/>
            <p:nvPr/>
          </p:nvSpPr>
          <p:spPr>
            <a:xfrm>
              <a:off x="8176319" y="15739924"/>
              <a:ext cx="2226956" cy="178835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lowchart: Manual Operation 79">
              <a:extLst>
                <a:ext uri="{FF2B5EF4-FFF2-40B4-BE49-F238E27FC236}">
                  <a16:creationId xmlns:a16="http://schemas.microsoft.com/office/drawing/2014/main" id="{CB19EB5A-5855-891B-0971-1C1F79227154}"/>
                </a:ext>
              </a:extLst>
            </p:cNvPr>
            <p:cNvSpPr/>
            <p:nvPr/>
          </p:nvSpPr>
          <p:spPr>
            <a:xfrm>
              <a:off x="8387419" y="15880778"/>
              <a:ext cx="1804756" cy="642424"/>
            </a:xfrm>
            <a:prstGeom prst="flowChartManualOperation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1" name="Flowchart: Manual Operation 80">
              <a:extLst>
                <a:ext uri="{FF2B5EF4-FFF2-40B4-BE49-F238E27FC236}">
                  <a16:creationId xmlns:a16="http://schemas.microsoft.com/office/drawing/2014/main" id="{F8912FFF-6DCD-D138-A3A6-A087BA2AD0C1}"/>
                </a:ext>
              </a:extLst>
            </p:cNvPr>
            <p:cNvSpPr/>
            <p:nvPr/>
          </p:nvSpPr>
          <p:spPr>
            <a:xfrm rot="10800000">
              <a:off x="8430217" y="16769841"/>
              <a:ext cx="1804756" cy="642424"/>
            </a:xfrm>
            <a:prstGeom prst="flowChartManualOperation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E0E74E0-55BB-832A-D180-370C44CC624B}"/>
                </a:ext>
              </a:extLst>
            </p:cNvPr>
            <p:cNvSpPr txBox="1"/>
            <p:nvPr/>
          </p:nvSpPr>
          <p:spPr>
            <a:xfrm>
              <a:off x="9120520" y="16906387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BE546FD-236A-78E8-946E-810AF7342FFC}"/>
                </a:ext>
              </a:extLst>
            </p:cNvPr>
            <p:cNvSpPr txBox="1"/>
            <p:nvPr/>
          </p:nvSpPr>
          <p:spPr>
            <a:xfrm>
              <a:off x="9151736" y="16463701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02C8FF26-3FC7-40D6-22B5-ED9E11B7335D}"/>
                </a:ext>
              </a:extLst>
            </p:cNvPr>
            <p:cNvSpPr/>
            <p:nvPr/>
          </p:nvSpPr>
          <p:spPr>
            <a:xfrm>
              <a:off x="4941435" y="15540002"/>
              <a:ext cx="2226956" cy="329320"/>
            </a:xfrm>
            <a:prstGeom prst="roundRect">
              <a:avLst/>
            </a:prstGeom>
            <a:solidFill>
              <a:srgbClr val="DCEA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Med-Gemma-4B Model </a:t>
              </a:r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83DAF459-1A15-EEF2-9F25-BBB7A01C67F6}"/>
                </a:ext>
              </a:extLst>
            </p:cNvPr>
            <p:cNvSpPr/>
            <p:nvPr/>
          </p:nvSpPr>
          <p:spPr>
            <a:xfrm>
              <a:off x="8597957" y="15540002"/>
              <a:ext cx="1352301" cy="228961"/>
            </a:xfrm>
            <a:prstGeom prst="roundRect">
              <a:avLst/>
            </a:prstGeom>
            <a:solidFill>
              <a:srgbClr val="DCEA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Aptos Display" panose="020B0004020202020204" pitchFamily="34" charset="0"/>
                </a:rPr>
                <a:t>LoRA</a:t>
              </a:r>
              <a:r>
                <a:rPr lang="en-US" sz="1600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 Adapter</a:t>
              </a: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8D35470-4373-3AE0-A32D-0FD7C569FDD5}"/>
                </a:ext>
              </a:extLst>
            </p:cNvPr>
            <p:cNvGrpSpPr/>
            <p:nvPr/>
          </p:nvGrpSpPr>
          <p:grpSpPr>
            <a:xfrm>
              <a:off x="7302366" y="17844628"/>
              <a:ext cx="457200" cy="457200"/>
              <a:chOff x="7247022" y="18060915"/>
              <a:chExt cx="457200" cy="457200"/>
            </a:xfrm>
          </p:grpSpPr>
          <p:sp>
            <p:nvSpPr>
              <p:cNvPr id="86" name="Flowchart: Connector 85">
                <a:extLst>
                  <a:ext uri="{FF2B5EF4-FFF2-40B4-BE49-F238E27FC236}">
                    <a16:creationId xmlns:a16="http://schemas.microsoft.com/office/drawing/2014/main" id="{DDA10B54-9A51-7191-0136-19089BD19AC3}"/>
                  </a:ext>
                </a:extLst>
              </p:cNvPr>
              <p:cNvSpPr/>
              <p:nvPr/>
            </p:nvSpPr>
            <p:spPr>
              <a:xfrm>
                <a:off x="7247022" y="18060915"/>
                <a:ext cx="457200" cy="457200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Cross 86">
                <a:extLst>
                  <a:ext uri="{FF2B5EF4-FFF2-40B4-BE49-F238E27FC236}">
                    <a16:creationId xmlns:a16="http://schemas.microsoft.com/office/drawing/2014/main" id="{2CA103FC-8BD4-E325-91C5-A68CE1F7880E}"/>
                  </a:ext>
                </a:extLst>
              </p:cNvPr>
              <p:cNvSpPr/>
              <p:nvPr/>
            </p:nvSpPr>
            <p:spPr>
              <a:xfrm>
                <a:off x="7360571" y="18177719"/>
                <a:ext cx="239628" cy="223592"/>
              </a:xfrm>
              <a:prstGeom prst="plus">
                <a:avLst>
                  <a:gd name="adj" fmla="val 41040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D5030B70-9612-8079-E4B3-E41E855ACCAA}"/>
                </a:ext>
              </a:extLst>
            </p:cNvPr>
            <p:cNvSpPr/>
            <p:nvPr/>
          </p:nvSpPr>
          <p:spPr>
            <a:xfrm>
              <a:off x="4506258" y="18618178"/>
              <a:ext cx="6049417" cy="53034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Output Features/ Explanation of the Classifier Decision</a:t>
              </a:r>
            </a:p>
          </p:txBody>
        </p:sp>
        <p:cxnSp>
          <p:nvCxnSpPr>
            <p:cNvPr id="93" name="Connector: Elbow 92">
              <a:extLst>
                <a:ext uri="{FF2B5EF4-FFF2-40B4-BE49-F238E27FC236}">
                  <a16:creationId xmlns:a16="http://schemas.microsoft.com/office/drawing/2014/main" id="{FD59CC2F-B0B9-180A-8267-E70FDD1EAE82}"/>
                </a:ext>
              </a:extLst>
            </p:cNvPr>
            <p:cNvCxnSpPr>
              <a:stCxn id="26" idx="2"/>
              <a:endCxn id="42" idx="0"/>
            </p:cNvCxnSpPr>
            <p:nvPr/>
          </p:nvCxnSpPr>
          <p:spPr>
            <a:xfrm rot="16200000" flipH="1">
              <a:off x="10932885" y="8306443"/>
              <a:ext cx="996671" cy="708747"/>
            </a:xfrm>
            <a:prstGeom prst="bentConnector3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2BC094B6-0935-262C-CD03-84B1D7E47F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03275" y="9860701"/>
              <a:ext cx="410069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899E5A43-F832-1C83-0DA8-3733D32530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8287" y="9967550"/>
              <a:ext cx="369900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714F399B-24E2-7B54-644F-5D79FFAE037B}"/>
                </a:ext>
              </a:extLst>
            </p:cNvPr>
            <p:cNvCxnSpPr>
              <a:stCxn id="45" idx="1"/>
              <a:endCxn id="47" idx="3"/>
            </p:cNvCxnSpPr>
            <p:nvPr/>
          </p:nvCxnSpPr>
          <p:spPr>
            <a:xfrm flipH="1">
              <a:off x="5236937" y="9979206"/>
              <a:ext cx="215738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16E5DB5F-CF81-DD26-69C2-BCC7B946F5E5}"/>
                </a:ext>
              </a:extLst>
            </p:cNvPr>
            <p:cNvCxnSpPr>
              <a:stCxn id="47" idx="2"/>
              <a:endCxn id="68" idx="0"/>
            </p:cNvCxnSpPr>
            <p:nvPr/>
          </p:nvCxnSpPr>
          <p:spPr>
            <a:xfrm flipH="1">
              <a:off x="3747542" y="10762203"/>
              <a:ext cx="6589" cy="473162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9" name="Connector: Elbow 108">
              <a:extLst>
                <a:ext uri="{FF2B5EF4-FFF2-40B4-BE49-F238E27FC236}">
                  <a16:creationId xmlns:a16="http://schemas.microsoft.com/office/drawing/2014/main" id="{574286DC-C7CE-3C95-4409-8E40A35EEF18}"/>
                </a:ext>
              </a:extLst>
            </p:cNvPr>
            <p:cNvCxnSpPr>
              <a:stCxn id="42" idx="3"/>
              <a:endCxn id="68" idx="0"/>
            </p:cNvCxnSpPr>
            <p:nvPr/>
          </p:nvCxnSpPr>
          <p:spPr>
            <a:xfrm rot="5400000">
              <a:off x="7315711" y="7156981"/>
              <a:ext cx="510215" cy="7646552"/>
            </a:xfrm>
            <a:prstGeom prst="bentConnector3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BCDF1056-1DF7-751D-1111-A48B81168446}"/>
                </a:ext>
              </a:extLst>
            </p:cNvPr>
            <p:cNvCxnSpPr>
              <a:stCxn id="63" idx="4"/>
            </p:cNvCxnSpPr>
            <p:nvPr/>
          </p:nvCxnSpPr>
          <p:spPr>
            <a:xfrm>
              <a:off x="4982717" y="12793831"/>
              <a:ext cx="723925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27D57D17-943B-8C8B-2EA3-E85A91A9DC93}"/>
                </a:ext>
              </a:extLst>
            </p:cNvPr>
            <p:cNvCxnSpPr>
              <a:endCxn id="75" idx="1"/>
            </p:cNvCxnSpPr>
            <p:nvPr/>
          </p:nvCxnSpPr>
          <p:spPr>
            <a:xfrm>
              <a:off x="8418287" y="12793831"/>
              <a:ext cx="809789" cy="2135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5" name="Connector: Elbow 114">
              <a:extLst>
                <a:ext uri="{FF2B5EF4-FFF2-40B4-BE49-F238E27FC236}">
                  <a16:creationId xmlns:a16="http://schemas.microsoft.com/office/drawing/2014/main" id="{40F77284-9769-FE7E-CB52-28FD6B5BA537}"/>
                </a:ext>
              </a:extLst>
            </p:cNvPr>
            <p:cNvCxnSpPr>
              <a:stCxn id="75" idx="2"/>
              <a:endCxn id="77" idx="0"/>
            </p:cNvCxnSpPr>
            <p:nvPr/>
          </p:nvCxnSpPr>
          <p:spPr>
            <a:xfrm rot="5400000">
              <a:off x="8600465" y="12589092"/>
              <a:ext cx="997192" cy="3440987"/>
            </a:xfrm>
            <a:prstGeom prst="bentConnector3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596CF5F5-A10B-3B50-4D99-CC2F6AAB6FF1}"/>
                </a:ext>
              </a:extLst>
            </p:cNvPr>
            <p:cNvCxnSpPr>
              <a:endCxn id="84" idx="0"/>
            </p:cNvCxnSpPr>
            <p:nvPr/>
          </p:nvCxnSpPr>
          <p:spPr>
            <a:xfrm>
              <a:off x="6054913" y="15212789"/>
              <a:ext cx="0" cy="327213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C77883CC-B216-6DEB-95D3-413ACEA0DB81}"/>
                </a:ext>
              </a:extLst>
            </p:cNvPr>
            <p:cNvCxnSpPr>
              <a:endCxn id="85" idx="0"/>
            </p:cNvCxnSpPr>
            <p:nvPr/>
          </p:nvCxnSpPr>
          <p:spPr>
            <a:xfrm>
              <a:off x="9220200" y="15212789"/>
              <a:ext cx="0" cy="327213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1" name="Connector: Elbow 120">
              <a:extLst>
                <a:ext uri="{FF2B5EF4-FFF2-40B4-BE49-F238E27FC236}">
                  <a16:creationId xmlns:a16="http://schemas.microsoft.com/office/drawing/2014/main" id="{22C6B82B-F4BF-FD79-0D3C-BD38886E86C0}"/>
                </a:ext>
              </a:extLst>
            </p:cNvPr>
            <p:cNvCxnSpPr>
              <a:stCxn id="79" idx="2"/>
            </p:cNvCxnSpPr>
            <p:nvPr/>
          </p:nvCxnSpPr>
          <p:spPr>
            <a:xfrm rot="5400000">
              <a:off x="8252206" y="17035637"/>
              <a:ext cx="544952" cy="1530231"/>
            </a:xfrm>
            <a:prstGeom prst="bentConnector2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3" name="Connector: Elbow 122">
              <a:extLst>
                <a:ext uri="{FF2B5EF4-FFF2-40B4-BE49-F238E27FC236}">
                  <a16:creationId xmlns:a16="http://schemas.microsoft.com/office/drawing/2014/main" id="{A7245009-4ED8-A64F-B311-E47E95D3DC7B}"/>
                </a:ext>
              </a:extLst>
            </p:cNvPr>
            <p:cNvCxnSpPr>
              <a:stCxn id="78" idx="2"/>
              <a:endCxn id="86" idx="2"/>
            </p:cNvCxnSpPr>
            <p:nvPr/>
          </p:nvCxnSpPr>
          <p:spPr>
            <a:xfrm rot="16200000" flipH="1">
              <a:off x="6430039" y="17200901"/>
              <a:ext cx="542200" cy="1202454"/>
            </a:xfrm>
            <a:prstGeom prst="bentConnector2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0220973B-D13B-051E-4287-FB494C352D9C}"/>
                </a:ext>
              </a:extLst>
            </p:cNvPr>
            <p:cNvCxnSpPr>
              <a:cxnSpLocks/>
              <a:endCxn id="89" idx="0"/>
            </p:cNvCxnSpPr>
            <p:nvPr/>
          </p:nvCxnSpPr>
          <p:spPr>
            <a:xfrm>
              <a:off x="7530966" y="18301828"/>
              <a:ext cx="1" cy="31635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6358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roup 327">
            <a:extLst>
              <a:ext uri="{FF2B5EF4-FFF2-40B4-BE49-F238E27FC236}">
                <a16:creationId xmlns:a16="http://schemas.microsoft.com/office/drawing/2014/main" id="{BE4DB794-D538-13B5-1CBD-D43F7464EBDD}"/>
              </a:ext>
            </a:extLst>
          </p:cNvPr>
          <p:cNvGrpSpPr/>
          <p:nvPr/>
        </p:nvGrpSpPr>
        <p:grpSpPr>
          <a:xfrm>
            <a:off x="798128" y="810074"/>
            <a:ext cx="10631872" cy="12808494"/>
            <a:chOff x="4184681" y="962474"/>
            <a:chExt cx="10631872" cy="12808494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0856768-70AC-8B13-92DE-60A601FF4C3B}"/>
                </a:ext>
              </a:extLst>
            </p:cNvPr>
            <p:cNvGrpSpPr/>
            <p:nvPr/>
          </p:nvGrpSpPr>
          <p:grpSpPr>
            <a:xfrm>
              <a:off x="5126814" y="1263191"/>
              <a:ext cx="492130" cy="2054548"/>
              <a:chOff x="8134350" y="3208673"/>
              <a:chExt cx="492130" cy="1711763"/>
            </a:xfrm>
            <a:solidFill>
              <a:schemeClr val="accent6">
                <a:lumMod val="20000"/>
                <a:lumOff val="80000"/>
              </a:schemeClr>
            </a:solidFill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282" name="Rectangle: Rounded Corners 281">
                <a:extLst>
                  <a:ext uri="{FF2B5EF4-FFF2-40B4-BE49-F238E27FC236}">
                    <a16:creationId xmlns:a16="http://schemas.microsoft.com/office/drawing/2014/main" id="{16A43846-5DEF-7527-8F20-8B62438528F4}"/>
                  </a:ext>
                </a:extLst>
              </p:cNvPr>
              <p:cNvSpPr/>
              <p:nvPr/>
            </p:nvSpPr>
            <p:spPr>
              <a:xfrm>
                <a:off x="8134350" y="3208673"/>
                <a:ext cx="492130" cy="1711763"/>
              </a:xfrm>
              <a:prstGeom prst="roundRect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33376623-24DB-8A95-D6E0-FE8FCA072703}"/>
                  </a:ext>
                </a:extLst>
              </p:cNvPr>
              <p:cNvSpPr txBox="1"/>
              <p:nvPr/>
            </p:nvSpPr>
            <p:spPr>
              <a:xfrm rot="16200000">
                <a:off x="7665774" y="3880281"/>
                <a:ext cx="1421300" cy="338258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 224×224×3</a:t>
                </a: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3F21D8B-29D7-A291-7D40-A1F864F30155}"/>
                </a:ext>
              </a:extLst>
            </p:cNvPr>
            <p:cNvSpPr txBox="1"/>
            <p:nvPr/>
          </p:nvSpPr>
          <p:spPr>
            <a:xfrm>
              <a:off x="9070773" y="962474"/>
              <a:ext cx="1201212" cy="338554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Entry Flow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12A472C-31DA-FCFC-ADAA-A303E1EAF425}"/>
                </a:ext>
              </a:extLst>
            </p:cNvPr>
            <p:cNvGrpSpPr/>
            <p:nvPr/>
          </p:nvGrpSpPr>
          <p:grpSpPr>
            <a:xfrm>
              <a:off x="6033853" y="1254078"/>
              <a:ext cx="7673720" cy="2070248"/>
              <a:chOff x="9056861" y="3135960"/>
              <a:chExt cx="7673720" cy="2070248"/>
            </a:xfrm>
          </p:grpSpPr>
          <p:sp>
            <p:nvSpPr>
              <p:cNvPr id="227" name="Rectangle: Rounded Corners 226">
                <a:extLst>
                  <a:ext uri="{FF2B5EF4-FFF2-40B4-BE49-F238E27FC236}">
                    <a16:creationId xmlns:a16="http://schemas.microsoft.com/office/drawing/2014/main" id="{9DEE5FB5-BC3C-4B32-4C16-606F62EF69EB}"/>
                  </a:ext>
                </a:extLst>
              </p:cNvPr>
              <p:cNvSpPr/>
              <p:nvPr/>
            </p:nvSpPr>
            <p:spPr>
              <a:xfrm>
                <a:off x="9056861" y="3184105"/>
                <a:ext cx="7673720" cy="2022103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Rectangle: Rounded Corners 227">
                <a:extLst>
                  <a:ext uri="{FF2B5EF4-FFF2-40B4-BE49-F238E27FC236}">
                    <a16:creationId xmlns:a16="http://schemas.microsoft.com/office/drawing/2014/main" id="{EA3155A4-6C36-BA83-E811-06C543E25962}"/>
                  </a:ext>
                </a:extLst>
              </p:cNvPr>
              <p:cNvSpPr/>
              <p:nvPr/>
            </p:nvSpPr>
            <p:spPr>
              <a:xfrm rot="16200000">
                <a:off x="10535051" y="3604241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BB2F9261-37DC-8642-B62A-E551176EFAC2}"/>
                  </a:ext>
                </a:extLst>
              </p:cNvPr>
              <p:cNvGrpSpPr/>
              <p:nvPr/>
            </p:nvGrpSpPr>
            <p:grpSpPr>
              <a:xfrm>
                <a:off x="9386488" y="3157725"/>
                <a:ext cx="597081" cy="1201212"/>
                <a:chOff x="9386488" y="3157725"/>
                <a:chExt cx="597081" cy="1201212"/>
              </a:xfrm>
            </p:grpSpPr>
            <p:grpSp>
              <p:nvGrpSpPr>
                <p:cNvPr id="278" name="Group 277">
                  <a:extLst>
                    <a:ext uri="{FF2B5EF4-FFF2-40B4-BE49-F238E27FC236}">
                      <a16:creationId xmlns:a16="http://schemas.microsoft.com/office/drawing/2014/main" id="{7A7B6E8B-87D2-467E-D851-17F285A7258F}"/>
                    </a:ext>
                  </a:extLst>
                </p:cNvPr>
                <p:cNvGrpSpPr/>
                <p:nvPr/>
              </p:nvGrpSpPr>
              <p:grpSpPr>
                <a:xfrm rot="16200000">
                  <a:off x="8939771" y="3604442"/>
                  <a:ext cx="1201212" cy="307777"/>
                  <a:chOff x="8359423" y="5781091"/>
                  <a:chExt cx="1201212" cy="307777"/>
                </a:xfrm>
              </p:grpSpPr>
              <p:sp>
                <p:nvSpPr>
                  <p:cNvPr id="280" name="TextBox 279">
                    <a:extLst>
                      <a:ext uri="{FF2B5EF4-FFF2-40B4-BE49-F238E27FC236}">
                        <a16:creationId xmlns:a16="http://schemas.microsoft.com/office/drawing/2014/main" id="{D6BEB90A-5B70-E77C-C73D-76FAC0F625FE}"/>
                      </a:ext>
                    </a:extLst>
                  </p:cNvPr>
                  <p:cNvSpPr txBox="1"/>
                  <p:nvPr/>
                </p:nvSpPr>
                <p:spPr>
                  <a:xfrm>
                    <a:off x="8359423" y="5781091"/>
                    <a:ext cx="120121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scene3d>
                    <a:camera prst="orthographicFront">
                      <a:rot lat="0" lon="0" rev="0"/>
                    </a:camera>
                    <a:lightRig rig="contrasting" dir="t">
                      <a:rot lat="0" lon="0" rev="7800000"/>
                    </a:lightRig>
                  </a:scene3d>
                  <a:sp3d>
                    <a:bevelT w="139700" h="139700"/>
                  </a:sp3d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3×3 CONV</a:t>
                    </a:r>
                  </a:p>
                </p:txBody>
              </p:sp>
              <p:sp>
                <p:nvSpPr>
                  <p:cNvPr id="281" name="Rectangle: Rounded Corners 280">
                    <a:extLst>
                      <a:ext uri="{FF2B5EF4-FFF2-40B4-BE49-F238E27FC236}">
                        <a16:creationId xmlns:a16="http://schemas.microsoft.com/office/drawing/2014/main" id="{CB0B3EF2-CAAF-C476-88DE-D7DC1024E1FA}"/>
                      </a:ext>
                    </a:extLst>
                  </p:cNvPr>
                  <p:cNvSpPr/>
                  <p:nvPr/>
                </p:nvSpPr>
                <p:spPr>
                  <a:xfrm>
                    <a:off x="8453665" y="5803656"/>
                    <a:ext cx="1014916" cy="276972"/>
                  </a:xfrm>
                  <a:prstGeom prst="roundRect">
                    <a:avLst/>
                  </a:prstGeom>
                  <a:ln>
                    <a:noFill/>
                  </a:ln>
                  <a:effectLst/>
                  <a:scene3d>
                    <a:camera prst="orthographicFront">
                      <a:rot lat="0" lon="0" rev="0"/>
                    </a:camera>
                    <a:lightRig rig="chilly" dir="t">
                      <a:rot lat="0" lon="0" rev="18480000"/>
                    </a:lightRig>
                  </a:scene3d>
                  <a:sp3d prstMaterial="clear">
                    <a:bevelT h="635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</p:grpSp>
            <p:sp>
              <p:nvSpPr>
                <p:cNvPr id="279" name="Rectangle: Rounded Corners 278">
                  <a:extLst>
                    <a:ext uri="{FF2B5EF4-FFF2-40B4-BE49-F238E27FC236}">
                      <a16:creationId xmlns:a16="http://schemas.microsoft.com/office/drawing/2014/main" id="{3C1A0EB9-C171-3A39-9242-B578AF3E2BEC}"/>
                    </a:ext>
                  </a:extLst>
                </p:cNvPr>
                <p:cNvSpPr/>
                <p:nvPr/>
              </p:nvSpPr>
              <p:spPr>
                <a:xfrm rot="16200000">
                  <a:off x="9337625" y="3611496"/>
                  <a:ext cx="1014916" cy="276972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</a:p>
              </p:txBody>
            </p:sp>
          </p:grpSp>
          <p:grpSp>
            <p:nvGrpSpPr>
              <p:cNvPr id="230" name="Group 229">
                <a:extLst>
                  <a:ext uri="{FF2B5EF4-FFF2-40B4-BE49-F238E27FC236}">
                    <a16:creationId xmlns:a16="http://schemas.microsoft.com/office/drawing/2014/main" id="{7927FE0F-CB81-E776-8CB5-30C2E9005C84}"/>
                  </a:ext>
                </a:extLst>
              </p:cNvPr>
              <p:cNvGrpSpPr/>
              <p:nvPr/>
            </p:nvGrpSpPr>
            <p:grpSpPr>
              <a:xfrm>
                <a:off x="10032374" y="3150469"/>
                <a:ext cx="582567" cy="1201212"/>
                <a:chOff x="9386488" y="3157725"/>
                <a:chExt cx="582567" cy="1201212"/>
              </a:xfrm>
            </p:grpSpPr>
            <p:grpSp>
              <p:nvGrpSpPr>
                <p:cNvPr id="274" name="Group 273">
                  <a:extLst>
                    <a:ext uri="{FF2B5EF4-FFF2-40B4-BE49-F238E27FC236}">
                      <a16:creationId xmlns:a16="http://schemas.microsoft.com/office/drawing/2014/main" id="{47DB2AB0-5A60-296A-C5F7-DB3F4D84A1BD}"/>
                    </a:ext>
                  </a:extLst>
                </p:cNvPr>
                <p:cNvGrpSpPr/>
                <p:nvPr/>
              </p:nvGrpSpPr>
              <p:grpSpPr>
                <a:xfrm rot="16200000">
                  <a:off x="8939771" y="3604442"/>
                  <a:ext cx="1201212" cy="307777"/>
                  <a:chOff x="8359423" y="5781091"/>
                  <a:chExt cx="1201212" cy="307777"/>
                </a:xfrm>
              </p:grpSpPr>
              <p:sp>
                <p:nvSpPr>
                  <p:cNvPr id="276" name="TextBox 275">
                    <a:extLst>
                      <a:ext uri="{FF2B5EF4-FFF2-40B4-BE49-F238E27FC236}">
                        <a16:creationId xmlns:a16="http://schemas.microsoft.com/office/drawing/2014/main" id="{80CB1A3C-ECE9-2141-DF0D-9D9591C864A8}"/>
                      </a:ext>
                    </a:extLst>
                  </p:cNvPr>
                  <p:cNvSpPr txBox="1"/>
                  <p:nvPr/>
                </p:nvSpPr>
                <p:spPr>
                  <a:xfrm>
                    <a:off x="8359423" y="5781091"/>
                    <a:ext cx="120121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scene3d>
                    <a:camera prst="orthographicFront">
                      <a:rot lat="0" lon="0" rev="0"/>
                    </a:camera>
                    <a:lightRig rig="contrasting" dir="t">
                      <a:rot lat="0" lon="0" rev="7800000"/>
                    </a:lightRig>
                  </a:scene3d>
                  <a:sp3d>
                    <a:bevelT w="139700" h="139700"/>
                  </a:sp3d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3×3 CONV</a:t>
                    </a:r>
                  </a:p>
                </p:txBody>
              </p:sp>
              <p:sp>
                <p:nvSpPr>
                  <p:cNvPr id="277" name="Rectangle: Rounded Corners 276">
                    <a:extLst>
                      <a:ext uri="{FF2B5EF4-FFF2-40B4-BE49-F238E27FC236}">
                        <a16:creationId xmlns:a16="http://schemas.microsoft.com/office/drawing/2014/main" id="{62854989-BAC2-9F72-6D0C-9E3BC5302586}"/>
                      </a:ext>
                    </a:extLst>
                  </p:cNvPr>
                  <p:cNvSpPr/>
                  <p:nvPr/>
                </p:nvSpPr>
                <p:spPr>
                  <a:xfrm>
                    <a:off x="8453665" y="5803656"/>
                    <a:ext cx="1014916" cy="276972"/>
                  </a:xfrm>
                  <a:prstGeom prst="roundRect">
                    <a:avLst/>
                  </a:prstGeom>
                  <a:ln>
                    <a:noFill/>
                  </a:ln>
                  <a:effectLst/>
                  <a:scene3d>
                    <a:camera prst="orthographicFront">
                      <a:rot lat="0" lon="0" rev="0"/>
                    </a:camera>
                    <a:lightRig rig="chilly" dir="t">
                      <a:rot lat="0" lon="0" rev="18480000"/>
                    </a:lightRig>
                  </a:scene3d>
                  <a:sp3d prstMaterial="clear">
                    <a:bevelT h="635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</p:grpSp>
            <p:sp>
              <p:nvSpPr>
                <p:cNvPr id="275" name="Rectangle: Rounded Corners 274">
                  <a:extLst>
                    <a:ext uri="{FF2B5EF4-FFF2-40B4-BE49-F238E27FC236}">
                      <a16:creationId xmlns:a16="http://schemas.microsoft.com/office/drawing/2014/main" id="{C5B85C14-7F2F-7F9F-54E1-53F1577F1068}"/>
                    </a:ext>
                  </a:extLst>
                </p:cNvPr>
                <p:cNvSpPr/>
                <p:nvPr/>
              </p:nvSpPr>
              <p:spPr>
                <a:xfrm rot="16200000">
                  <a:off x="9323111" y="3626010"/>
                  <a:ext cx="1014916" cy="276972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</a:p>
              </p:txBody>
            </p:sp>
          </p:grpSp>
          <p:sp>
            <p:nvSpPr>
              <p:cNvPr id="231" name="Rectangle: Rounded Corners 230">
                <a:extLst>
                  <a:ext uri="{FF2B5EF4-FFF2-40B4-BE49-F238E27FC236}">
                    <a16:creationId xmlns:a16="http://schemas.microsoft.com/office/drawing/2014/main" id="{DED70EF3-3903-CE30-72E4-FB9CE8D40F65}"/>
                  </a:ext>
                </a:extLst>
              </p:cNvPr>
              <p:cNvSpPr/>
              <p:nvPr/>
            </p:nvSpPr>
            <p:spPr>
              <a:xfrm rot="16200000">
                <a:off x="11166424" y="3596986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EF7E062F-56EA-8194-7210-19B7FEA1AAB3}"/>
                  </a:ext>
                </a:extLst>
              </p:cNvPr>
              <p:cNvSpPr txBox="1"/>
              <p:nvPr/>
            </p:nvSpPr>
            <p:spPr>
              <a:xfrm rot="16200000">
                <a:off x="10434740" y="3589932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33" name="Rectangle: Rounded Corners 232">
                <a:extLst>
                  <a:ext uri="{FF2B5EF4-FFF2-40B4-BE49-F238E27FC236}">
                    <a16:creationId xmlns:a16="http://schemas.microsoft.com/office/drawing/2014/main" id="{B8FA0656-996A-E32C-62F0-E2091AEC81D3}"/>
                  </a:ext>
                </a:extLst>
              </p:cNvPr>
              <p:cNvSpPr/>
              <p:nvPr/>
            </p:nvSpPr>
            <p:spPr>
              <a:xfrm rot="16200000">
                <a:off x="10876136" y="3596986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A707F40C-9CE6-47F5-C529-AFC50B5D3011}"/>
                  </a:ext>
                </a:extLst>
              </p:cNvPr>
              <p:cNvSpPr txBox="1"/>
              <p:nvPr/>
            </p:nvSpPr>
            <p:spPr>
              <a:xfrm rot="16200000">
                <a:off x="11066113" y="3582677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35" name="Rectangle: Rounded Corners 234">
                <a:extLst>
                  <a:ext uri="{FF2B5EF4-FFF2-40B4-BE49-F238E27FC236}">
                    <a16:creationId xmlns:a16="http://schemas.microsoft.com/office/drawing/2014/main" id="{F9CDEE34-BA60-D9BF-4220-D08CAED4E6DE}"/>
                  </a:ext>
                </a:extLst>
              </p:cNvPr>
              <p:cNvSpPr/>
              <p:nvPr/>
            </p:nvSpPr>
            <p:spPr>
              <a:xfrm rot="16200000">
                <a:off x="13260585" y="3618957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6" name="Rectangle: Rounded Corners 235">
                <a:extLst>
                  <a:ext uri="{FF2B5EF4-FFF2-40B4-BE49-F238E27FC236}">
                    <a16:creationId xmlns:a16="http://schemas.microsoft.com/office/drawing/2014/main" id="{60E2D337-78D9-4596-816F-3C48FD45CEC1}"/>
                  </a:ext>
                </a:extLst>
              </p:cNvPr>
              <p:cNvSpPr/>
              <p:nvPr/>
            </p:nvSpPr>
            <p:spPr>
              <a:xfrm rot="16200000">
                <a:off x="11565565" y="3604245"/>
                <a:ext cx="1014916" cy="276972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MaxPool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7FBACF2F-81F3-C546-73D6-436E0B7BBA2C}"/>
                  </a:ext>
                </a:extLst>
              </p:cNvPr>
              <p:cNvSpPr txBox="1"/>
              <p:nvPr/>
            </p:nvSpPr>
            <p:spPr>
              <a:xfrm rot="16200000">
                <a:off x="11161355" y="4470028"/>
                <a:ext cx="696644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1×1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</a:p>
            </p:txBody>
          </p:sp>
          <p:sp>
            <p:nvSpPr>
              <p:cNvPr id="238" name="Rectangle: Rounded Corners 237">
                <a:extLst>
                  <a:ext uri="{FF2B5EF4-FFF2-40B4-BE49-F238E27FC236}">
                    <a16:creationId xmlns:a16="http://schemas.microsoft.com/office/drawing/2014/main" id="{E27C19EA-CADF-6361-BF75-F0AEE125F5AF}"/>
                  </a:ext>
                </a:extLst>
              </p:cNvPr>
              <p:cNvSpPr/>
              <p:nvPr/>
            </p:nvSpPr>
            <p:spPr>
              <a:xfrm rot="16200000">
                <a:off x="12629211" y="3611697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4C19E7BA-9368-DAF5-EFAA-1205F86D602C}"/>
                  </a:ext>
                </a:extLst>
              </p:cNvPr>
              <p:cNvSpPr txBox="1"/>
              <p:nvPr/>
            </p:nvSpPr>
            <p:spPr>
              <a:xfrm rot="16200000">
                <a:off x="13174786" y="3604648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grpSp>
            <p:nvGrpSpPr>
              <p:cNvPr id="240" name="Group 239">
                <a:extLst>
                  <a:ext uri="{FF2B5EF4-FFF2-40B4-BE49-F238E27FC236}">
                    <a16:creationId xmlns:a16="http://schemas.microsoft.com/office/drawing/2014/main" id="{F523AF5C-23E5-63AB-8BA8-718CCA10E178}"/>
                  </a:ext>
                </a:extLst>
              </p:cNvPr>
              <p:cNvGrpSpPr/>
              <p:nvPr/>
            </p:nvGrpSpPr>
            <p:grpSpPr>
              <a:xfrm>
                <a:off x="12332437" y="3601804"/>
                <a:ext cx="228600" cy="228600"/>
                <a:chOff x="12307037" y="3601804"/>
                <a:chExt cx="228600" cy="228600"/>
              </a:xfrm>
            </p:grpSpPr>
            <p:sp>
              <p:nvSpPr>
                <p:cNvPr id="272" name="Cross 271">
                  <a:extLst>
                    <a:ext uri="{FF2B5EF4-FFF2-40B4-BE49-F238E27FC236}">
                      <a16:creationId xmlns:a16="http://schemas.microsoft.com/office/drawing/2014/main" id="{C0A968C4-B4B3-B735-6252-EAC3A4D88BA9}"/>
                    </a:ext>
                  </a:extLst>
                </p:cNvPr>
                <p:cNvSpPr/>
                <p:nvPr/>
              </p:nvSpPr>
              <p:spPr>
                <a:xfrm>
                  <a:off x="12353076" y="3647844"/>
                  <a:ext cx="137160" cy="137160"/>
                </a:xfrm>
                <a:prstGeom prst="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4D51265C-2AA8-9263-5EFE-815CB108AB55}"/>
                    </a:ext>
                  </a:extLst>
                </p:cNvPr>
                <p:cNvSpPr/>
                <p:nvPr/>
              </p:nvSpPr>
              <p:spPr>
                <a:xfrm>
                  <a:off x="12307037" y="3601804"/>
                  <a:ext cx="228600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41" name="Rectangle: Rounded Corners 240">
                <a:extLst>
                  <a:ext uri="{FF2B5EF4-FFF2-40B4-BE49-F238E27FC236}">
                    <a16:creationId xmlns:a16="http://schemas.microsoft.com/office/drawing/2014/main" id="{307D21D1-E446-AAC4-DFEC-5EB12216D2AB}"/>
                  </a:ext>
                </a:extLst>
              </p:cNvPr>
              <p:cNvSpPr/>
              <p:nvPr/>
            </p:nvSpPr>
            <p:spPr>
              <a:xfrm rot="16200000">
                <a:off x="14579573" y="3620769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D8D99E09-1ED2-9B6A-35AD-6238AC607A96}"/>
                  </a:ext>
                </a:extLst>
              </p:cNvPr>
              <p:cNvSpPr txBox="1"/>
              <p:nvPr/>
            </p:nvSpPr>
            <p:spPr>
              <a:xfrm rot="16200000">
                <a:off x="12528900" y="3597388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43" name="Rectangle: Rounded Corners 242">
                <a:extLst>
                  <a:ext uri="{FF2B5EF4-FFF2-40B4-BE49-F238E27FC236}">
                    <a16:creationId xmlns:a16="http://schemas.microsoft.com/office/drawing/2014/main" id="{D376E1B6-E9AB-F48C-6CD8-DCAA92841A81}"/>
                  </a:ext>
                </a:extLst>
              </p:cNvPr>
              <p:cNvSpPr/>
              <p:nvPr/>
            </p:nvSpPr>
            <p:spPr>
              <a:xfrm rot="16200000">
                <a:off x="15223642" y="3626215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4" name="Rectangle: Rounded Corners 243">
                <a:extLst>
                  <a:ext uri="{FF2B5EF4-FFF2-40B4-BE49-F238E27FC236}">
                    <a16:creationId xmlns:a16="http://schemas.microsoft.com/office/drawing/2014/main" id="{4BF6436D-B7EC-2958-7B9B-C7E1C21CD891}"/>
                  </a:ext>
                </a:extLst>
              </p:cNvPr>
              <p:cNvSpPr/>
              <p:nvPr/>
            </p:nvSpPr>
            <p:spPr>
              <a:xfrm rot="16200000">
                <a:off x="12334826" y="3618760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077136BC-C881-CE96-7338-FB3A6198AAB9}"/>
                  </a:ext>
                </a:extLst>
              </p:cNvPr>
              <p:cNvSpPr txBox="1"/>
              <p:nvPr/>
            </p:nvSpPr>
            <p:spPr>
              <a:xfrm rot="16200000">
                <a:off x="14491957" y="3604646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1E7F4FBB-C878-BBFE-5B4F-870004A2AC0E}"/>
                  </a:ext>
                </a:extLst>
              </p:cNvPr>
              <p:cNvSpPr txBox="1"/>
              <p:nvPr/>
            </p:nvSpPr>
            <p:spPr>
              <a:xfrm rot="16200000">
                <a:off x="15137843" y="3611906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47" name="Rectangle: Rounded Corners 246">
                <a:extLst>
                  <a:ext uri="{FF2B5EF4-FFF2-40B4-BE49-F238E27FC236}">
                    <a16:creationId xmlns:a16="http://schemas.microsoft.com/office/drawing/2014/main" id="{ED4B3E07-5BD0-D4EF-1C76-31A0DA1CD3BC}"/>
                  </a:ext>
                </a:extLst>
              </p:cNvPr>
              <p:cNvSpPr/>
              <p:nvPr/>
            </p:nvSpPr>
            <p:spPr>
              <a:xfrm rot="16200000">
                <a:off x="12980712" y="3611506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248" name="Rectangle: Rounded Corners 247">
                <a:extLst>
                  <a:ext uri="{FF2B5EF4-FFF2-40B4-BE49-F238E27FC236}">
                    <a16:creationId xmlns:a16="http://schemas.microsoft.com/office/drawing/2014/main" id="{8719534B-731F-A9F6-36FD-082C121B2A0B}"/>
                  </a:ext>
                </a:extLst>
              </p:cNvPr>
              <p:cNvSpPr/>
              <p:nvPr/>
            </p:nvSpPr>
            <p:spPr>
              <a:xfrm rot="16200000">
                <a:off x="13619338" y="3626017"/>
                <a:ext cx="1014916" cy="276972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MaxPool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9" name="Group 248">
                <a:extLst>
                  <a:ext uri="{FF2B5EF4-FFF2-40B4-BE49-F238E27FC236}">
                    <a16:creationId xmlns:a16="http://schemas.microsoft.com/office/drawing/2014/main" id="{26A61ADC-094D-1394-2517-FCD964CD0E73}"/>
                  </a:ext>
                </a:extLst>
              </p:cNvPr>
              <p:cNvGrpSpPr/>
              <p:nvPr/>
            </p:nvGrpSpPr>
            <p:grpSpPr>
              <a:xfrm>
                <a:off x="14371697" y="3609064"/>
                <a:ext cx="228600" cy="228600"/>
                <a:chOff x="12307037" y="3601804"/>
                <a:chExt cx="228600" cy="228600"/>
              </a:xfrm>
            </p:grpSpPr>
            <p:sp>
              <p:nvSpPr>
                <p:cNvPr id="270" name="Cross 269">
                  <a:extLst>
                    <a:ext uri="{FF2B5EF4-FFF2-40B4-BE49-F238E27FC236}">
                      <a16:creationId xmlns:a16="http://schemas.microsoft.com/office/drawing/2014/main" id="{44A62294-3FF0-08F1-45C6-3712655E50DA}"/>
                    </a:ext>
                  </a:extLst>
                </p:cNvPr>
                <p:cNvSpPr/>
                <p:nvPr/>
              </p:nvSpPr>
              <p:spPr>
                <a:xfrm>
                  <a:off x="12353076" y="3647844"/>
                  <a:ext cx="137160" cy="137160"/>
                </a:xfrm>
                <a:prstGeom prst="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8EE1242B-1A22-C96F-D0E8-5AF2AE65AB06}"/>
                    </a:ext>
                  </a:extLst>
                </p:cNvPr>
                <p:cNvSpPr/>
                <p:nvPr/>
              </p:nvSpPr>
              <p:spPr>
                <a:xfrm>
                  <a:off x="12307037" y="3601804"/>
                  <a:ext cx="228600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8304D24C-3E93-3B04-9C32-B9CCAEED7480}"/>
                  </a:ext>
                </a:extLst>
              </p:cNvPr>
              <p:cNvSpPr txBox="1"/>
              <p:nvPr/>
            </p:nvSpPr>
            <p:spPr>
              <a:xfrm rot="16200000">
                <a:off x="13157068" y="4506316"/>
                <a:ext cx="696644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1×1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</a:p>
            </p:txBody>
          </p:sp>
          <p:sp>
            <p:nvSpPr>
              <p:cNvPr id="251" name="Rectangle: Rounded Corners 250">
                <a:extLst>
                  <a:ext uri="{FF2B5EF4-FFF2-40B4-BE49-F238E27FC236}">
                    <a16:creationId xmlns:a16="http://schemas.microsoft.com/office/drawing/2014/main" id="{E0C49803-EC33-D27F-B886-2D86B2C84450}"/>
                  </a:ext>
                </a:extLst>
              </p:cNvPr>
              <p:cNvSpPr/>
              <p:nvPr/>
            </p:nvSpPr>
            <p:spPr>
              <a:xfrm rot="16200000">
                <a:off x="14297883" y="3626018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252" name="Rectangle: Rounded Corners 251">
                <a:extLst>
                  <a:ext uri="{FF2B5EF4-FFF2-40B4-BE49-F238E27FC236}">
                    <a16:creationId xmlns:a16="http://schemas.microsoft.com/office/drawing/2014/main" id="{154B072A-612C-0723-E1DD-7B3ED4E0DF60}"/>
                  </a:ext>
                </a:extLst>
              </p:cNvPr>
              <p:cNvSpPr/>
              <p:nvPr/>
            </p:nvSpPr>
            <p:spPr>
              <a:xfrm rot="16200000">
                <a:off x="14943769" y="3633278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253" name="Rectangle: Rounded Corners 252">
                <a:extLst>
                  <a:ext uri="{FF2B5EF4-FFF2-40B4-BE49-F238E27FC236}">
                    <a16:creationId xmlns:a16="http://schemas.microsoft.com/office/drawing/2014/main" id="{A7193D69-D6A4-8F07-E13B-9E06B51B1E7F}"/>
                  </a:ext>
                </a:extLst>
              </p:cNvPr>
              <p:cNvSpPr/>
              <p:nvPr/>
            </p:nvSpPr>
            <p:spPr>
              <a:xfrm rot="16200000">
                <a:off x="15582395" y="3633275"/>
                <a:ext cx="1014916" cy="276972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MaxPool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54" name="Group 253">
                <a:extLst>
                  <a:ext uri="{FF2B5EF4-FFF2-40B4-BE49-F238E27FC236}">
                    <a16:creationId xmlns:a16="http://schemas.microsoft.com/office/drawing/2014/main" id="{6D51FC41-D9AF-0543-EC7F-98BCC344DCE7}"/>
                  </a:ext>
                </a:extLst>
              </p:cNvPr>
              <p:cNvGrpSpPr/>
              <p:nvPr/>
            </p:nvGrpSpPr>
            <p:grpSpPr>
              <a:xfrm>
                <a:off x="16347454" y="3616322"/>
                <a:ext cx="228600" cy="228600"/>
                <a:chOff x="12307037" y="3601804"/>
                <a:chExt cx="228600" cy="228600"/>
              </a:xfrm>
            </p:grpSpPr>
            <p:sp>
              <p:nvSpPr>
                <p:cNvPr id="268" name="Cross 267">
                  <a:extLst>
                    <a:ext uri="{FF2B5EF4-FFF2-40B4-BE49-F238E27FC236}">
                      <a16:creationId xmlns:a16="http://schemas.microsoft.com/office/drawing/2014/main" id="{718B2E10-56F0-637D-398A-1D85122C315D}"/>
                    </a:ext>
                  </a:extLst>
                </p:cNvPr>
                <p:cNvSpPr/>
                <p:nvPr/>
              </p:nvSpPr>
              <p:spPr>
                <a:xfrm>
                  <a:off x="12353076" y="3647844"/>
                  <a:ext cx="137160" cy="137160"/>
                </a:xfrm>
                <a:prstGeom prst="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994EB7E4-1755-8E57-C2CA-6926FC4BACBF}"/>
                    </a:ext>
                  </a:extLst>
                </p:cNvPr>
                <p:cNvSpPr/>
                <p:nvPr/>
              </p:nvSpPr>
              <p:spPr>
                <a:xfrm>
                  <a:off x="12307037" y="3601804"/>
                  <a:ext cx="228600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81F813C0-2655-1679-3A38-C3B15C6B81F2}"/>
                  </a:ext>
                </a:extLst>
              </p:cNvPr>
              <p:cNvSpPr txBox="1"/>
              <p:nvPr/>
            </p:nvSpPr>
            <p:spPr>
              <a:xfrm rot="16200000">
                <a:off x="15094725" y="4513574"/>
                <a:ext cx="696644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1×1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</a:p>
            </p:txBody>
          </p: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951B188B-F637-0AA6-4DCD-3E3BCD37C5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14941" y="3751262"/>
                <a:ext cx="27432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Connector: Elbow 256">
                <a:extLst>
                  <a:ext uri="{FF2B5EF4-FFF2-40B4-BE49-F238E27FC236}">
                    <a16:creationId xmlns:a16="http://schemas.microsoft.com/office/drawing/2014/main" id="{8BB65EF7-3902-D5F2-DF04-66CBB9D86FA4}"/>
                  </a:ext>
                </a:extLst>
              </p:cNvPr>
              <p:cNvCxnSpPr>
                <a:endCxn id="237" idx="0"/>
              </p:cNvCxnSpPr>
              <p:nvPr/>
            </p:nvCxnSpPr>
            <p:spPr>
              <a:xfrm rot="16200000" flipH="1">
                <a:off x="10509256" y="3992826"/>
                <a:ext cx="981657" cy="495966"/>
              </a:xfrm>
              <a:prstGeom prst="bentConnector2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B97272AD-374D-E49E-02E6-6C62C8A819D5}"/>
                  </a:ext>
                </a:extLst>
              </p:cNvPr>
              <p:cNvCxnSpPr>
                <a:stCxn id="237" idx="2"/>
                <a:endCxn id="250" idx="0"/>
              </p:cNvCxnSpPr>
              <p:nvPr/>
            </p:nvCxnSpPr>
            <p:spPr>
              <a:xfrm>
                <a:off x="11771287" y="4731638"/>
                <a:ext cx="147249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517F3E15-3669-510F-FA5F-0A8A50A44872}"/>
                  </a:ext>
                </a:extLst>
              </p:cNvPr>
              <p:cNvCxnSpPr>
                <a:stCxn id="250" idx="2"/>
                <a:endCxn id="255" idx="0"/>
              </p:cNvCxnSpPr>
              <p:nvPr/>
            </p:nvCxnSpPr>
            <p:spPr>
              <a:xfrm>
                <a:off x="13767000" y="4767926"/>
                <a:ext cx="1414437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Connector: Elbow 259">
                <a:extLst>
                  <a:ext uri="{FF2B5EF4-FFF2-40B4-BE49-F238E27FC236}">
                    <a16:creationId xmlns:a16="http://schemas.microsoft.com/office/drawing/2014/main" id="{B96665C7-5DC7-57B1-04E5-DC22E0943561}"/>
                  </a:ext>
                </a:extLst>
              </p:cNvPr>
              <p:cNvCxnSpPr>
                <a:stCxn id="269" idx="4"/>
                <a:endCxn id="255" idx="2"/>
              </p:cNvCxnSpPr>
              <p:nvPr/>
            </p:nvCxnSpPr>
            <p:spPr>
              <a:xfrm rot="5400000">
                <a:off x="15618075" y="3931505"/>
                <a:ext cx="930262" cy="757097"/>
              </a:xfrm>
              <a:prstGeom prst="bentConnector2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1AFEE870-FDA1-6107-D4AC-6548FF2B7A9B}"/>
                  </a:ext>
                </a:extLst>
              </p:cNvPr>
              <p:cNvCxnSpPr>
                <a:stCxn id="236" idx="2"/>
                <a:endCxn id="273" idx="2"/>
              </p:cNvCxnSpPr>
              <p:nvPr/>
            </p:nvCxnSpPr>
            <p:spPr>
              <a:xfrm flipV="1">
                <a:off x="12211509" y="3716104"/>
                <a:ext cx="12092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AC732BCA-7B19-E418-AA86-10CE510FE2F1}"/>
                  </a:ext>
                </a:extLst>
              </p:cNvPr>
              <p:cNvCxnSpPr>
                <a:stCxn id="273" idx="6"/>
                <a:endCxn id="244" idx="0"/>
              </p:cNvCxnSpPr>
              <p:nvPr/>
            </p:nvCxnSpPr>
            <p:spPr>
              <a:xfrm>
                <a:off x="12561037" y="3716104"/>
                <a:ext cx="14276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5F604922-54E3-0BAF-B2B2-D83C6654979F}"/>
                  </a:ext>
                </a:extLst>
              </p:cNvPr>
              <p:cNvCxnSpPr>
                <a:cxnSpLocks/>
                <a:stCxn id="273" idx="4"/>
              </p:cNvCxnSpPr>
              <p:nvPr/>
            </p:nvCxnSpPr>
            <p:spPr>
              <a:xfrm>
                <a:off x="12446737" y="3830404"/>
                <a:ext cx="0" cy="90123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BF7F12D1-2167-E631-001F-2D013B667AEA}"/>
                  </a:ext>
                </a:extLst>
              </p:cNvPr>
              <p:cNvCxnSpPr>
                <a:cxnSpLocks/>
                <a:stCxn id="271" idx="4"/>
              </p:cNvCxnSpPr>
              <p:nvPr/>
            </p:nvCxnSpPr>
            <p:spPr>
              <a:xfrm>
                <a:off x="14485997" y="3837664"/>
                <a:ext cx="0" cy="93752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E8A67FBA-C763-9207-763C-090EE9B9A8AA}"/>
                  </a:ext>
                </a:extLst>
              </p:cNvPr>
              <p:cNvCxnSpPr>
                <a:stCxn id="271" idx="2"/>
                <a:endCxn id="248" idx="2"/>
              </p:cNvCxnSpPr>
              <p:nvPr/>
            </p:nvCxnSpPr>
            <p:spPr>
              <a:xfrm flipH="1">
                <a:off x="14265282" y="3723364"/>
                <a:ext cx="106415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95031AFE-2824-BE6B-416A-3A10122EFB23}"/>
                  </a:ext>
                </a:extLst>
              </p:cNvPr>
              <p:cNvCxnSpPr>
                <a:stCxn id="271" idx="6"/>
                <a:endCxn id="251" idx="0"/>
              </p:cNvCxnSpPr>
              <p:nvPr/>
            </p:nvCxnSpPr>
            <p:spPr>
              <a:xfrm>
                <a:off x="14600297" y="3723364"/>
                <a:ext cx="6655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48239F08-9B70-A53A-6173-D2FFA1B536C8}"/>
                  </a:ext>
                </a:extLst>
              </p:cNvPr>
              <p:cNvCxnSpPr>
                <a:stCxn id="253" idx="2"/>
                <a:endCxn id="269" idx="2"/>
              </p:cNvCxnSpPr>
              <p:nvPr/>
            </p:nvCxnSpPr>
            <p:spPr>
              <a:xfrm flipV="1">
                <a:off x="16228339" y="3730622"/>
                <a:ext cx="119115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FD5E350-0C0F-2718-6824-3A3C56B9EB32}"/>
                </a:ext>
              </a:extLst>
            </p:cNvPr>
            <p:cNvGrpSpPr/>
            <p:nvPr/>
          </p:nvGrpSpPr>
          <p:grpSpPr>
            <a:xfrm>
              <a:off x="12069097" y="3706520"/>
              <a:ext cx="1708284" cy="2885850"/>
              <a:chOff x="12126247" y="3706520"/>
              <a:chExt cx="1591982" cy="2885850"/>
            </a:xfrm>
          </p:grpSpPr>
          <p:sp>
            <p:nvSpPr>
              <p:cNvPr id="210" name="Rectangle: Rounded Corners 209">
                <a:extLst>
                  <a:ext uri="{FF2B5EF4-FFF2-40B4-BE49-F238E27FC236}">
                    <a16:creationId xmlns:a16="http://schemas.microsoft.com/office/drawing/2014/main" id="{69E08308-C21E-4DA8-54A0-3C35C0F61815}"/>
                  </a:ext>
                </a:extLst>
              </p:cNvPr>
              <p:cNvSpPr/>
              <p:nvPr/>
            </p:nvSpPr>
            <p:spPr>
              <a:xfrm>
                <a:off x="12447493" y="4255579"/>
                <a:ext cx="1125715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11" name="Rectangle: Rounded Corners 210">
                <a:extLst>
                  <a:ext uri="{FF2B5EF4-FFF2-40B4-BE49-F238E27FC236}">
                    <a16:creationId xmlns:a16="http://schemas.microsoft.com/office/drawing/2014/main" id="{8D862574-308E-7E24-888A-813B84ADDD0F}"/>
                  </a:ext>
                </a:extLst>
              </p:cNvPr>
              <p:cNvSpPr/>
              <p:nvPr/>
            </p:nvSpPr>
            <p:spPr>
              <a:xfrm>
                <a:off x="12442030" y="3946911"/>
                <a:ext cx="1131179" cy="308667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212" name="Rectangle: Rounded Corners 211">
                <a:extLst>
                  <a:ext uri="{FF2B5EF4-FFF2-40B4-BE49-F238E27FC236}">
                    <a16:creationId xmlns:a16="http://schemas.microsoft.com/office/drawing/2014/main" id="{B5DA524F-7FCC-B6C4-BDD2-59001ECB8782}"/>
                  </a:ext>
                </a:extLst>
              </p:cNvPr>
              <p:cNvSpPr/>
              <p:nvPr/>
            </p:nvSpPr>
            <p:spPr>
              <a:xfrm rot="16200000">
                <a:off x="11479313" y="4353454"/>
                <a:ext cx="2885850" cy="1591982"/>
              </a:xfrm>
              <a:prstGeom prst="roundRect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029DC2BD-499D-1E75-F0E4-01CE9D69BA15}"/>
                  </a:ext>
                </a:extLst>
              </p:cNvPr>
              <p:cNvGrpSpPr/>
              <p:nvPr/>
            </p:nvGrpSpPr>
            <p:grpSpPr>
              <a:xfrm>
                <a:off x="12455278" y="4708911"/>
                <a:ext cx="1136983" cy="617334"/>
                <a:chOff x="6502140" y="4105298"/>
                <a:chExt cx="1250681" cy="617334"/>
              </a:xfrm>
            </p:grpSpPr>
            <p:sp>
              <p:nvSpPr>
                <p:cNvPr id="225" name="Rectangle: Rounded Corners 224">
                  <a:extLst>
                    <a:ext uri="{FF2B5EF4-FFF2-40B4-BE49-F238E27FC236}">
                      <a16:creationId xmlns:a16="http://schemas.microsoft.com/office/drawing/2014/main" id="{9A82D53D-DEDB-176B-1945-5F14C01BDD5B}"/>
                    </a:ext>
                  </a:extLst>
                </p:cNvPr>
                <p:cNvSpPr/>
                <p:nvPr/>
              </p:nvSpPr>
              <p:spPr>
                <a:xfrm>
                  <a:off x="6514533" y="4413966"/>
                  <a:ext cx="1238287" cy="308666"/>
                </a:xfrm>
                <a:prstGeom prst="roundRect">
                  <a:avLst/>
                </a:prstGeom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3×3 SCONV</a:t>
                  </a:r>
                </a:p>
              </p:txBody>
            </p:sp>
            <p:sp>
              <p:nvSpPr>
                <p:cNvPr id="226" name="Rectangle: Rounded Corners 225">
                  <a:extLst>
                    <a:ext uri="{FF2B5EF4-FFF2-40B4-BE49-F238E27FC236}">
                      <a16:creationId xmlns:a16="http://schemas.microsoft.com/office/drawing/2014/main" id="{273308DC-6677-6B40-A1BA-10847CA04E93}"/>
                    </a:ext>
                  </a:extLst>
                </p:cNvPr>
                <p:cNvSpPr/>
                <p:nvPr/>
              </p:nvSpPr>
              <p:spPr>
                <a:xfrm>
                  <a:off x="6502140" y="4105298"/>
                  <a:ext cx="1250681" cy="308667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</a:p>
              </p:txBody>
            </p:sp>
          </p:grpSp>
          <p:grpSp>
            <p:nvGrpSpPr>
              <p:cNvPr id="214" name="Group 213">
                <a:extLst>
                  <a:ext uri="{FF2B5EF4-FFF2-40B4-BE49-F238E27FC236}">
                    <a16:creationId xmlns:a16="http://schemas.microsoft.com/office/drawing/2014/main" id="{A1EC8690-B531-41B8-D9A0-F6F1A4C2AA29}"/>
                  </a:ext>
                </a:extLst>
              </p:cNvPr>
              <p:cNvGrpSpPr/>
              <p:nvPr/>
            </p:nvGrpSpPr>
            <p:grpSpPr>
              <a:xfrm>
                <a:off x="12474329" y="5489961"/>
                <a:ext cx="1136983" cy="617334"/>
                <a:chOff x="6502141" y="4105298"/>
                <a:chExt cx="1250681" cy="617334"/>
              </a:xfrm>
            </p:grpSpPr>
            <p:sp>
              <p:nvSpPr>
                <p:cNvPr id="223" name="Rectangle: Rounded Corners 222">
                  <a:extLst>
                    <a:ext uri="{FF2B5EF4-FFF2-40B4-BE49-F238E27FC236}">
                      <a16:creationId xmlns:a16="http://schemas.microsoft.com/office/drawing/2014/main" id="{7F87DECA-A729-A377-CA26-EC3419255F49}"/>
                    </a:ext>
                  </a:extLst>
                </p:cNvPr>
                <p:cNvSpPr/>
                <p:nvPr/>
              </p:nvSpPr>
              <p:spPr>
                <a:xfrm>
                  <a:off x="6514533" y="4413966"/>
                  <a:ext cx="1238287" cy="308666"/>
                </a:xfrm>
                <a:prstGeom prst="roundRect">
                  <a:avLst/>
                </a:prstGeom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3×3 SCONV</a:t>
                  </a:r>
                </a:p>
              </p:txBody>
            </p:sp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15389726-D459-17B7-B161-E4948DF116F3}"/>
                    </a:ext>
                  </a:extLst>
                </p:cNvPr>
                <p:cNvSpPr/>
                <p:nvPr/>
              </p:nvSpPr>
              <p:spPr>
                <a:xfrm>
                  <a:off x="6502141" y="4105298"/>
                  <a:ext cx="1250681" cy="308667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</a:p>
              </p:txBody>
            </p:sp>
          </p:grpSp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2C1AF7D7-B650-4F87-CED8-1F98C44A43B2}"/>
                  </a:ext>
                </a:extLst>
              </p:cNvPr>
              <p:cNvGrpSpPr/>
              <p:nvPr/>
            </p:nvGrpSpPr>
            <p:grpSpPr>
              <a:xfrm>
                <a:off x="12856103" y="6223491"/>
                <a:ext cx="228600" cy="228600"/>
                <a:chOff x="14707731" y="1877887"/>
                <a:chExt cx="228600" cy="228600"/>
              </a:xfrm>
            </p:grpSpPr>
            <p:sp>
              <p:nvSpPr>
                <p:cNvPr id="221" name="Cross 220">
                  <a:extLst>
                    <a:ext uri="{FF2B5EF4-FFF2-40B4-BE49-F238E27FC236}">
                      <a16:creationId xmlns:a16="http://schemas.microsoft.com/office/drawing/2014/main" id="{4D2BFEA5-40D0-2CE3-1EA2-4D42C6EA40EB}"/>
                    </a:ext>
                  </a:extLst>
                </p:cNvPr>
                <p:cNvSpPr/>
                <p:nvPr/>
              </p:nvSpPr>
              <p:spPr>
                <a:xfrm>
                  <a:off x="14753770" y="1923927"/>
                  <a:ext cx="137160" cy="137160"/>
                </a:xfrm>
                <a:prstGeom prst="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52D6B68D-866D-6490-166A-7F22C8219E8E}"/>
                    </a:ext>
                  </a:extLst>
                </p:cNvPr>
                <p:cNvSpPr/>
                <p:nvPr/>
              </p:nvSpPr>
              <p:spPr>
                <a:xfrm>
                  <a:off x="14707731" y="1877887"/>
                  <a:ext cx="228600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B523B15B-4AE0-9020-698A-2415B3A8B47C}"/>
                  </a:ext>
                </a:extLst>
              </p:cNvPr>
              <p:cNvCxnSpPr>
                <a:cxnSpLocks/>
                <a:stCxn id="211" idx="0"/>
              </p:cNvCxnSpPr>
              <p:nvPr/>
            </p:nvCxnSpPr>
            <p:spPr>
              <a:xfrm flipH="1" flipV="1">
                <a:off x="13004720" y="3808051"/>
                <a:ext cx="2900" cy="1388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F1A39EFB-55F3-3ACC-6C03-EAF6C153EC74}"/>
                  </a:ext>
                </a:extLst>
              </p:cNvPr>
              <p:cNvCxnSpPr>
                <a:cxnSpLocks/>
                <a:stCxn id="222" idx="2"/>
              </p:cNvCxnSpPr>
              <p:nvPr/>
            </p:nvCxnSpPr>
            <p:spPr>
              <a:xfrm flipH="1" flipV="1">
                <a:off x="12264333" y="6333031"/>
                <a:ext cx="59177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184FD2D1-93DD-C0BF-018B-CDAB5CC394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264333" y="3870189"/>
                <a:ext cx="74157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48378165-4EE0-546D-5E2A-8699AACC8A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264333" y="3870189"/>
                <a:ext cx="0" cy="246284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BCDAAB84-45A0-6A48-C3A6-CC0C33C1F70F}"/>
                  </a:ext>
                </a:extLst>
              </p:cNvPr>
              <p:cNvCxnSpPr>
                <a:stCxn id="222" idx="0"/>
                <a:endCxn id="223" idx="2"/>
              </p:cNvCxnSpPr>
              <p:nvPr/>
            </p:nvCxnSpPr>
            <p:spPr>
              <a:xfrm flipV="1">
                <a:off x="12970403" y="6107295"/>
                <a:ext cx="0" cy="11619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ECC8908D-5B86-E2EE-306F-980B3ADDA99F}"/>
                </a:ext>
              </a:extLst>
            </p:cNvPr>
            <p:cNvSpPr/>
            <p:nvPr/>
          </p:nvSpPr>
          <p:spPr>
            <a:xfrm>
              <a:off x="6093841" y="3719179"/>
              <a:ext cx="5600738" cy="2885850"/>
            </a:xfrm>
            <a:prstGeom prst="round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9F606FE0-6A32-7ADE-6557-2D2E709529E3}"/>
                </a:ext>
              </a:extLst>
            </p:cNvPr>
            <p:cNvGrpSpPr/>
            <p:nvPr/>
          </p:nvGrpSpPr>
          <p:grpSpPr>
            <a:xfrm rot="5400000">
              <a:off x="10319112" y="4431085"/>
              <a:ext cx="1451432" cy="588221"/>
              <a:chOff x="6511808" y="4134411"/>
              <a:chExt cx="1241013" cy="588221"/>
            </a:xfrm>
          </p:grpSpPr>
          <p:sp>
            <p:nvSpPr>
              <p:cNvPr id="208" name="Rectangle: Rounded Corners 207">
                <a:extLst>
                  <a:ext uri="{FF2B5EF4-FFF2-40B4-BE49-F238E27FC236}">
                    <a16:creationId xmlns:a16="http://schemas.microsoft.com/office/drawing/2014/main" id="{D17AEC1F-FC01-3888-9ECB-81696FA8F1F7}"/>
                  </a:ext>
                </a:extLst>
              </p:cNvPr>
              <p:cNvSpPr/>
              <p:nvPr/>
            </p:nvSpPr>
            <p:spPr>
              <a:xfrm>
                <a:off x="6514533" y="4413966"/>
                <a:ext cx="1238287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09" name="Rectangle: Rounded Corners 208">
                <a:extLst>
                  <a:ext uri="{FF2B5EF4-FFF2-40B4-BE49-F238E27FC236}">
                    <a16:creationId xmlns:a16="http://schemas.microsoft.com/office/drawing/2014/main" id="{4F3123DE-8427-2E8D-10CE-08F896ADB9A7}"/>
                  </a:ext>
                </a:extLst>
              </p:cNvPr>
              <p:cNvSpPr/>
              <p:nvPr/>
            </p:nvSpPr>
            <p:spPr>
              <a:xfrm>
                <a:off x="6511808" y="4134411"/>
                <a:ext cx="1241013" cy="26504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FD9E86E9-BD02-3398-D55C-E949EF66C030}"/>
                </a:ext>
              </a:extLst>
            </p:cNvPr>
            <p:cNvGrpSpPr/>
            <p:nvPr/>
          </p:nvGrpSpPr>
          <p:grpSpPr>
            <a:xfrm rot="5400000">
              <a:off x="9320348" y="4408855"/>
              <a:ext cx="1451432" cy="588221"/>
              <a:chOff x="6511808" y="4134411"/>
              <a:chExt cx="1241013" cy="588221"/>
            </a:xfrm>
          </p:grpSpPr>
          <p:sp>
            <p:nvSpPr>
              <p:cNvPr id="206" name="Rectangle: Rounded Corners 205">
                <a:extLst>
                  <a:ext uri="{FF2B5EF4-FFF2-40B4-BE49-F238E27FC236}">
                    <a16:creationId xmlns:a16="http://schemas.microsoft.com/office/drawing/2014/main" id="{D9191FB2-A195-F8B4-E58C-B3CFABCDD166}"/>
                  </a:ext>
                </a:extLst>
              </p:cNvPr>
              <p:cNvSpPr/>
              <p:nvPr/>
            </p:nvSpPr>
            <p:spPr>
              <a:xfrm>
                <a:off x="6514533" y="4413966"/>
                <a:ext cx="1238287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07" name="Rectangle: Rounded Corners 206">
                <a:extLst>
                  <a:ext uri="{FF2B5EF4-FFF2-40B4-BE49-F238E27FC236}">
                    <a16:creationId xmlns:a16="http://schemas.microsoft.com/office/drawing/2014/main" id="{4ACE913E-020B-84C3-A14A-12F10CA273BC}"/>
                  </a:ext>
                </a:extLst>
              </p:cNvPr>
              <p:cNvSpPr/>
              <p:nvPr/>
            </p:nvSpPr>
            <p:spPr>
              <a:xfrm>
                <a:off x="6511808" y="4134411"/>
                <a:ext cx="1241013" cy="26504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</p:grp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E89CAA9F-91BC-5D91-BA82-19DCEDB9624A}"/>
                </a:ext>
              </a:extLst>
            </p:cNvPr>
            <p:cNvSpPr/>
            <p:nvPr/>
          </p:nvSpPr>
          <p:spPr>
            <a:xfrm rot="5400000">
              <a:off x="8481476" y="4580615"/>
              <a:ext cx="1452550" cy="27395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MaxPool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163BCE94-FAE9-68E2-95D0-35C9AF8F0F12}"/>
                </a:ext>
              </a:extLst>
            </p:cNvPr>
            <p:cNvGrpSpPr/>
            <p:nvPr/>
          </p:nvGrpSpPr>
          <p:grpSpPr>
            <a:xfrm>
              <a:off x="8410504" y="4602080"/>
              <a:ext cx="228600" cy="228600"/>
              <a:chOff x="14707731" y="1877887"/>
              <a:chExt cx="228600" cy="228600"/>
            </a:xfrm>
          </p:grpSpPr>
          <p:sp>
            <p:nvSpPr>
              <p:cNvPr id="204" name="Cross 203">
                <a:extLst>
                  <a:ext uri="{FF2B5EF4-FFF2-40B4-BE49-F238E27FC236}">
                    <a16:creationId xmlns:a16="http://schemas.microsoft.com/office/drawing/2014/main" id="{510B1851-A658-9D4A-08B7-7304DADC8D9C}"/>
                  </a:ext>
                </a:extLst>
              </p:cNvPr>
              <p:cNvSpPr/>
              <p:nvPr/>
            </p:nvSpPr>
            <p:spPr>
              <a:xfrm>
                <a:off x="14753770" y="1923927"/>
                <a:ext cx="137160" cy="137160"/>
              </a:xfrm>
              <a:prstGeom prst="plus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4E12A581-72A8-BBDC-0B39-E953320AAE96}"/>
                  </a:ext>
                </a:extLst>
              </p:cNvPr>
              <p:cNvSpPr/>
              <p:nvPr/>
            </p:nvSpPr>
            <p:spPr>
              <a:xfrm>
                <a:off x="14707731" y="1877887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AB1580C-EA71-D6CE-44F2-AEB2E46E829B}"/>
                </a:ext>
              </a:extLst>
            </p:cNvPr>
            <p:cNvGrpSpPr/>
            <p:nvPr/>
          </p:nvGrpSpPr>
          <p:grpSpPr>
            <a:xfrm>
              <a:off x="7459032" y="3991318"/>
              <a:ext cx="576510" cy="1453218"/>
              <a:chOff x="7460215" y="3900521"/>
              <a:chExt cx="576510" cy="1453218"/>
            </a:xfrm>
          </p:grpSpPr>
          <p:sp>
            <p:nvSpPr>
              <p:cNvPr id="202" name="Rectangle: Rounded Corners 201">
                <a:extLst>
                  <a:ext uri="{FF2B5EF4-FFF2-40B4-BE49-F238E27FC236}">
                    <a16:creationId xmlns:a16="http://schemas.microsoft.com/office/drawing/2014/main" id="{A8C21034-F63E-F95B-037F-D946D52ACA7F}"/>
                  </a:ext>
                </a:extLst>
              </p:cNvPr>
              <p:cNvSpPr/>
              <p:nvPr/>
            </p:nvSpPr>
            <p:spPr>
              <a:xfrm rot="5400000">
                <a:off x="7158270" y="4470310"/>
                <a:ext cx="1448244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03" name="Rectangle: Rounded Corners 202">
                <a:extLst>
                  <a:ext uri="{FF2B5EF4-FFF2-40B4-BE49-F238E27FC236}">
                    <a16:creationId xmlns:a16="http://schemas.microsoft.com/office/drawing/2014/main" id="{92F5408E-913A-3502-BF50-0EDFF8AD830B}"/>
                  </a:ext>
                </a:extLst>
              </p:cNvPr>
              <p:cNvSpPr/>
              <p:nvPr/>
            </p:nvSpPr>
            <p:spPr>
              <a:xfrm rot="5400000">
                <a:off x="6867019" y="4495503"/>
                <a:ext cx="1451432" cy="26504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FF638100-5E6F-3E67-B340-949927DC4D39}"/>
                </a:ext>
              </a:extLst>
            </p:cNvPr>
            <p:cNvGrpSpPr/>
            <p:nvPr/>
          </p:nvGrpSpPr>
          <p:grpSpPr>
            <a:xfrm>
              <a:off x="6432668" y="3991318"/>
              <a:ext cx="576510" cy="1453218"/>
              <a:chOff x="7460215" y="3900521"/>
              <a:chExt cx="576510" cy="1453218"/>
            </a:xfrm>
          </p:grpSpPr>
          <p:sp>
            <p:nvSpPr>
              <p:cNvPr id="200" name="Rectangle: Rounded Corners 199">
                <a:extLst>
                  <a:ext uri="{FF2B5EF4-FFF2-40B4-BE49-F238E27FC236}">
                    <a16:creationId xmlns:a16="http://schemas.microsoft.com/office/drawing/2014/main" id="{A0E27540-1849-A358-6838-F3D4EEEF4FF0}"/>
                  </a:ext>
                </a:extLst>
              </p:cNvPr>
              <p:cNvSpPr/>
              <p:nvPr/>
            </p:nvSpPr>
            <p:spPr>
              <a:xfrm rot="5400000">
                <a:off x="7158270" y="4470310"/>
                <a:ext cx="1448244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01" name="Rectangle: Rounded Corners 200">
                <a:extLst>
                  <a:ext uri="{FF2B5EF4-FFF2-40B4-BE49-F238E27FC236}">
                    <a16:creationId xmlns:a16="http://schemas.microsoft.com/office/drawing/2014/main" id="{914B8411-AD6A-988C-2CE2-9988D8557946}"/>
                  </a:ext>
                </a:extLst>
              </p:cNvPr>
              <p:cNvSpPr/>
              <p:nvPr/>
            </p:nvSpPr>
            <p:spPr>
              <a:xfrm rot="5400000">
                <a:off x="6867019" y="4495503"/>
                <a:ext cx="1451432" cy="26504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B8002F6-5B49-38E2-8795-707092760A26}"/>
                </a:ext>
              </a:extLst>
            </p:cNvPr>
            <p:cNvSpPr txBox="1"/>
            <p:nvPr/>
          </p:nvSpPr>
          <p:spPr>
            <a:xfrm>
              <a:off x="9531670" y="5956038"/>
              <a:ext cx="1480629" cy="30777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1×1 CONV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A8DCF9E-1E8B-60E6-DD03-60FD01EE7CF7}"/>
                </a:ext>
              </a:extLst>
            </p:cNvPr>
            <p:cNvCxnSpPr>
              <a:cxnSpLocks/>
              <a:endCxn id="283" idx="0"/>
            </p:cNvCxnSpPr>
            <p:nvPr/>
          </p:nvCxnSpPr>
          <p:spPr>
            <a:xfrm flipV="1">
              <a:off x="4512954" y="2290465"/>
              <a:ext cx="6138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6468F869-FF91-56CC-D733-5953851044AE}"/>
                </a:ext>
              </a:extLst>
            </p:cNvPr>
            <p:cNvCxnSpPr>
              <a:cxnSpLocks/>
              <a:stCxn id="282" idx="3"/>
              <a:endCxn id="227" idx="1"/>
            </p:cNvCxnSpPr>
            <p:nvPr/>
          </p:nvCxnSpPr>
          <p:spPr>
            <a:xfrm>
              <a:off x="5618944" y="2290465"/>
              <a:ext cx="4149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8CFAD30F-6440-579B-A8D9-51AAAC05A545}"/>
                </a:ext>
              </a:extLst>
            </p:cNvPr>
            <p:cNvCxnSpPr>
              <a:stCxn id="208" idx="2"/>
              <a:endCxn id="207" idx="0"/>
            </p:cNvCxnSpPr>
            <p:nvPr/>
          </p:nvCxnSpPr>
          <p:spPr>
            <a:xfrm flipH="1" flipV="1">
              <a:off x="10340175" y="4702966"/>
              <a:ext cx="4105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C52F29BC-1938-8DE9-FDB5-29DD666FACEF}"/>
                </a:ext>
              </a:extLst>
            </p:cNvPr>
            <p:cNvCxnSpPr>
              <a:stCxn id="206" idx="2"/>
              <a:endCxn id="72" idx="0"/>
            </p:cNvCxnSpPr>
            <p:nvPr/>
          </p:nvCxnSpPr>
          <p:spPr>
            <a:xfrm flipH="1">
              <a:off x="9344730" y="4704558"/>
              <a:ext cx="4072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21879C7-C56E-7C1C-3A95-8769F2ECE88C}"/>
                </a:ext>
              </a:extLst>
            </p:cNvPr>
            <p:cNvCxnSpPr>
              <a:stCxn id="72" idx="2"/>
              <a:endCxn id="205" idx="6"/>
            </p:cNvCxnSpPr>
            <p:nvPr/>
          </p:nvCxnSpPr>
          <p:spPr>
            <a:xfrm flipH="1" flipV="1">
              <a:off x="8639104" y="4716380"/>
              <a:ext cx="431669" cy="12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7271A7D-FD5B-CA4B-4119-338CE3E1527D}"/>
                </a:ext>
              </a:extLst>
            </p:cNvPr>
            <p:cNvCxnSpPr>
              <a:stCxn id="205" idx="2"/>
              <a:endCxn id="202" idx="0"/>
            </p:cNvCxnSpPr>
            <p:nvPr/>
          </p:nvCxnSpPr>
          <p:spPr>
            <a:xfrm flipH="1" flipV="1">
              <a:off x="8035542" y="4715440"/>
              <a:ext cx="374962" cy="9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4DAA56F9-6C9E-A1C3-EFAC-E79C61CCAB32}"/>
                </a:ext>
              </a:extLst>
            </p:cNvPr>
            <p:cNvCxnSpPr>
              <a:stCxn id="203" idx="2"/>
              <a:endCxn id="200" idx="0"/>
            </p:cNvCxnSpPr>
            <p:nvPr/>
          </p:nvCxnSpPr>
          <p:spPr>
            <a:xfrm flipH="1" flipV="1">
              <a:off x="7009178" y="4715440"/>
              <a:ext cx="449854" cy="33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A8B8E41-91CE-6CBE-AFD3-DE702ACD382F}"/>
                </a:ext>
              </a:extLst>
            </p:cNvPr>
            <p:cNvCxnSpPr>
              <a:stCxn id="209" idx="0"/>
            </p:cNvCxnSpPr>
            <p:nvPr/>
          </p:nvCxnSpPr>
          <p:spPr>
            <a:xfrm>
              <a:off x="11338939" y="4725196"/>
              <a:ext cx="249811" cy="1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9518FB51-3521-7904-9970-1940D34087E0}"/>
                </a:ext>
              </a:extLst>
            </p:cNvPr>
            <p:cNvCxnSpPr>
              <a:stCxn id="205" idx="4"/>
              <a:endCxn id="76" idx="1"/>
            </p:cNvCxnSpPr>
            <p:nvPr/>
          </p:nvCxnSpPr>
          <p:spPr>
            <a:xfrm rot="16200000" flipH="1">
              <a:off x="8388614" y="4966870"/>
              <a:ext cx="1279247" cy="1006866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: Elbow 85">
              <a:extLst>
                <a:ext uri="{FF2B5EF4-FFF2-40B4-BE49-F238E27FC236}">
                  <a16:creationId xmlns:a16="http://schemas.microsoft.com/office/drawing/2014/main" id="{BD37E5F3-B56B-FCF1-AAD3-3A175B601B8C}"/>
                </a:ext>
              </a:extLst>
            </p:cNvPr>
            <p:cNvCxnSpPr>
              <a:cxnSpLocks/>
              <a:stCxn id="76" idx="3"/>
            </p:cNvCxnSpPr>
            <p:nvPr/>
          </p:nvCxnSpPr>
          <p:spPr>
            <a:xfrm flipV="1">
              <a:off x="11012299" y="4715440"/>
              <a:ext cx="576451" cy="1394487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: Elbow 86">
              <a:extLst>
                <a:ext uri="{FF2B5EF4-FFF2-40B4-BE49-F238E27FC236}">
                  <a16:creationId xmlns:a16="http://schemas.microsoft.com/office/drawing/2014/main" id="{C4D126F6-A8E1-37B0-BB29-777458DA05C9}"/>
                </a:ext>
              </a:extLst>
            </p:cNvPr>
            <p:cNvCxnSpPr>
              <a:cxnSpLocks/>
              <a:stCxn id="227" idx="3"/>
            </p:cNvCxnSpPr>
            <p:nvPr/>
          </p:nvCxnSpPr>
          <p:spPr>
            <a:xfrm flipH="1">
              <a:off x="13004720" y="2313275"/>
              <a:ext cx="702853" cy="1393244"/>
            </a:xfrm>
            <a:prstGeom prst="bentConnector4">
              <a:avLst>
                <a:gd name="adj1" fmla="val -32525"/>
                <a:gd name="adj2" fmla="val 86284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: Elbow 87">
              <a:extLst>
                <a:ext uri="{FF2B5EF4-FFF2-40B4-BE49-F238E27FC236}">
                  <a16:creationId xmlns:a16="http://schemas.microsoft.com/office/drawing/2014/main" id="{77293F3A-C456-8FA9-6F7D-C318398A6C16}"/>
                </a:ext>
              </a:extLst>
            </p:cNvPr>
            <p:cNvCxnSpPr>
              <a:cxnSpLocks/>
              <a:stCxn id="212" idx="1"/>
              <a:endCxn id="69" idx="3"/>
            </p:cNvCxnSpPr>
            <p:nvPr/>
          </p:nvCxnSpPr>
          <p:spPr>
            <a:xfrm rot="5400000" flipH="1">
              <a:off x="11593776" y="5262907"/>
              <a:ext cx="1430266" cy="1228660"/>
            </a:xfrm>
            <a:prstGeom prst="bentConnector4">
              <a:avLst>
                <a:gd name="adj1" fmla="val -16868"/>
                <a:gd name="adj2" fmla="val 8102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DF364D4-9E26-66AC-5064-2CBAF42CAFF3}"/>
                </a:ext>
              </a:extLst>
            </p:cNvPr>
            <p:cNvSpPr txBox="1"/>
            <p:nvPr/>
          </p:nvSpPr>
          <p:spPr>
            <a:xfrm>
              <a:off x="9274098" y="6236047"/>
              <a:ext cx="1201212" cy="338554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Exit Flow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D588A80-A174-4866-2A8B-8737DBBEBB05}"/>
                </a:ext>
              </a:extLst>
            </p:cNvPr>
            <p:cNvSpPr txBox="1"/>
            <p:nvPr/>
          </p:nvSpPr>
          <p:spPr>
            <a:xfrm rot="16200000">
              <a:off x="13190234" y="4807375"/>
              <a:ext cx="1706287" cy="584775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Middle Flow (Repeat 8 Times)</a:t>
              </a:r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76DAB03C-A0FC-9DB9-F066-EF4F688D9A16}"/>
                </a:ext>
              </a:extLst>
            </p:cNvPr>
            <p:cNvSpPr/>
            <p:nvPr/>
          </p:nvSpPr>
          <p:spPr>
            <a:xfrm rot="5400000">
              <a:off x="3946001" y="4800910"/>
              <a:ext cx="2853754" cy="492130"/>
            </a:xfrm>
            <a:prstGeom prst="roundRect">
              <a:avLst/>
            </a:prstGeom>
            <a:solidFill>
              <a:srgbClr val="BAF0E7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(7, 7, 2048) feature map</a:t>
              </a: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D85933AB-7285-419B-08F0-86A55BF4F1E7}"/>
                </a:ext>
              </a:extLst>
            </p:cNvPr>
            <p:cNvCxnSpPr>
              <a:cxnSpLocks/>
              <a:endCxn id="91" idx="0"/>
            </p:cNvCxnSpPr>
            <p:nvPr/>
          </p:nvCxnSpPr>
          <p:spPr>
            <a:xfrm flipH="1">
              <a:off x="5618943" y="5046974"/>
              <a:ext cx="47489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C012D11D-7817-20AE-9980-93DE7E7059D0}"/>
                </a:ext>
              </a:extLst>
            </p:cNvPr>
            <p:cNvSpPr/>
            <p:nvPr/>
          </p:nvSpPr>
          <p:spPr>
            <a:xfrm>
              <a:off x="4819884" y="962474"/>
              <a:ext cx="9515880" cy="5986800"/>
            </a:xfrm>
            <a:prstGeom prst="roundRect">
              <a:avLst/>
            </a:prstGeom>
            <a:noFill/>
            <a:ln>
              <a:solidFill>
                <a:srgbClr val="00B05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Flowchart: Summing Junction 102">
              <a:extLst>
                <a:ext uri="{FF2B5EF4-FFF2-40B4-BE49-F238E27FC236}">
                  <a16:creationId xmlns:a16="http://schemas.microsoft.com/office/drawing/2014/main" id="{B7E5E576-9F95-5DAD-1016-2B9866964D12}"/>
                </a:ext>
              </a:extLst>
            </p:cNvPr>
            <p:cNvSpPr/>
            <p:nvPr/>
          </p:nvSpPr>
          <p:spPr>
            <a:xfrm>
              <a:off x="8028474" y="10308727"/>
              <a:ext cx="320040" cy="320040"/>
            </a:xfrm>
            <a:prstGeom prst="flowChartSummingJuncti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19B38085-CF87-EE11-5A3A-020E3A2076DF}"/>
                </a:ext>
              </a:extLst>
            </p:cNvPr>
            <p:cNvSpPr txBox="1"/>
            <p:nvPr/>
          </p:nvSpPr>
          <p:spPr>
            <a:xfrm>
              <a:off x="5932811" y="10341810"/>
              <a:ext cx="20873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Element-wise Addition</a:t>
              </a:r>
            </a:p>
          </p:txBody>
        </p:sp>
        <p:sp>
          <p:nvSpPr>
            <p:cNvPr id="105" name="Flowchart: Or 104">
              <a:extLst>
                <a:ext uri="{FF2B5EF4-FFF2-40B4-BE49-F238E27FC236}">
                  <a16:creationId xmlns:a16="http://schemas.microsoft.com/office/drawing/2014/main" id="{A5732644-6BA0-562C-B849-940F7A50DAEE}"/>
                </a:ext>
              </a:extLst>
            </p:cNvPr>
            <p:cNvSpPr/>
            <p:nvPr/>
          </p:nvSpPr>
          <p:spPr>
            <a:xfrm>
              <a:off x="5669921" y="10308727"/>
              <a:ext cx="320040" cy="320040"/>
            </a:xfrm>
            <a:prstGeom prst="flowChar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1CA57BB4-3DF0-AE0E-7884-084F9FD389BC}"/>
                </a:ext>
              </a:extLst>
            </p:cNvPr>
            <p:cNvSpPr txBox="1"/>
            <p:nvPr/>
          </p:nvSpPr>
          <p:spPr>
            <a:xfrm>
              <a:off x="8335022" y="10322760"/>
              <a:ext cx="20072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Element-wise Product</a:t>
              </a:r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C7FC7FEE-2BF6-4BAE-5A26-E1E98F8358CF}"/>
                </a:ext>
              </a:extLst>
            </p:cNvPr>
            <p:cNvGrpSpPr/>
            <p:nvPr/>
          </p:nvGrpSpPr>
          <p:grpSpPr>
            <a:xfrm>
              <a:off x="10444457" y="10351067"/>
              <a:ext cx="320040" cy="320040"/>
              <a:chOff x="8100277" y="10048279"/>
              <a:chExt cx="228601" cy="228600"/>
            </a:xfrm>
          </p:grpSpPr>
          <p:cxnSp>
            <p:nvCxnSpPr>
              <p:cNvPr id="110" name="Connector: Curved 109">
                <a:extLst>
                  <a:ext uri="{FF2B5EF4-FFF2-40B4-BE49-F238E27FC236}">
                    <a16:creationId xmlns:a16="http://schemas.microsoft.com/office/drawing/2014/main" id="{1F4C7BF2-A588-0461-B2B3-BA7EA39209A0}"/>
                  </a:ext>
                </a:extLst>
              </p:cNvPr>
              <p:cNvCxnSpPr>
                <a:cxnSpLocks/>
              </p:cNvCxnSpPr>
              <p:nvPr/>
            </p:nvCxnSpPr>
            <p:spPr>
              <a:xfrm rot="20705433" flipV="1">
                <a:off x="8129730" y="10085772"/>
                <a:ext cx="169256" cy="153733"/>
              </a:xfrm>
              <a:prstGeom prst="curvedConnector3">
                <a:avLst>
                  <a:gd name="adj1" fmla="val 5000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459B7CC1-34FB-19A1-C724-1377F37F58F0}"/>
                  </a:ext>
                </a:extLst>
              </p:cNvPr>
              <p:cNvSpPr/>
              <p:nvPr/>
            </p:nvSpPr>
            <p:spPr>
              <a:xfrm rot="20705433">
                <a:off x="8100277" y="10048279"/>
                <a:ext cx="228601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F9A6583-B431-4A2E-296B-C69279049FD6}"/>
                </a:ext>
              </a:extLst>
            </p:cNvPr>
            <p:cNvSpPr txBox="1"/>
            <p:nvPr/>
          </p:nvSpPr>
          <p:spPr>
            <a:xfrm>
              <a:off x="10748342" y="10341810"/>
              <a:ext cx="17907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Sigmoid Activation</a:t>
              </a:r>
            </a:p>
          </p:txBody>
        </p:sp>
        <p:grpSp>
          <p:nvGrpSpPr>
            <p:cNvPr id="300" name="Group 299">
              <a:extLst>
                <a:ext uri="{FF2B5EF4-FFF2-40B4-BE49-F238E27FC236}">
                  <a16:creationId xmlns:a16="http://schemas.microsoft.com/office/drawing/2014/main" id="{12D80822-AA14-4BEA-776B-057703ED91B7}"/>
                </a:ext>
              </a:extLst>
            </p:cNvPr>
            <p:cNvGrpSpPr/>
            <p:nvPr/>
          </p:nvGrpSpPr>
          <p:grpSpPr>
            <a:xfrm>
              <a:off x="4962374" y="11172248"/>
              <a:ext cx="9138591" cy="2598720"/>
              <a:chOff x="4936210" y="11647652"/>
              <a:chExt cx="6970040" cy="2598720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6661129-2B60-4E40-82B2-770153828297}"/>
                  </a:ext>
                </a:extLst>
              </p:cNvPr>
              <p:cNvGrpSpPr/>
              <p:nvPr/>
            </p:nvGrpSpPr>
            <p:grpSpPr>
              <a:xfrm>
                <a:off x="9585863" y="11921333"/>
                <a:ext cx="369332" cy="1858099"/>
                <a:chOff x="10941671" y="12162247"/>
                <a:chExt cx="369332" cy="1858099"/>
              </a:xfrm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BB81D22-6D15-8136-8B97-B9F3F99D55A0}"/>
                    </a:ext>
                  </a:extLst>
                </p:cNvPr>
                <p:cNvSpPr/>
                <p:nvPr/>
              </p:nvSpPr>
              <p:spPr>
                <a:xfrm>
                  <a:off x="10947529" y="12162247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4FC13836-17CD-0968-F9E8-E9E2A01E8053}"/>
                    </a:ext>
                  </a:extLst>
                </p:cNvPr>
                <p:cNvSpPr/>
                <p:nvPr/>
              </p:nvSpPr>
              <p:spPr>
                <a:xfrm>
                  <a:off x="10947529" y="13791746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1CCAAA13-AB58-E0E1-69E1-4258E00D2BDB}"/>
                    </a:ext>
                  </a:extLst>
                </p:cNvPr>
                <p:cNvSpPr/>
                <p:nvPr/>
              </p:nvSpPr>
              <p:spPr>
                <a:xfrm>
                  <a:off x="10941671" y="12611945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D77FFE49-FBA5-1246-A2EA-1CBE3A9D3550}"/>
                    </a:ext>
                  </a:extLst>
                </p:cNvPr>
                <p:cNvSpPr/>
                <p:nvPr/>
              </p:nvSpPr>
              <p:spPr>
                <a:xfrm>
                  <a:off x="10941671" y="13342048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7A6C9D79-1563-57FB-8A03-35EE1769A2FF}"/>
                    </a:ext>
                  </a:extLst>
                </p:cNvPr>
                <p:cNvSpPr txBox="1"/>
                <p:nvPr/>
              </p:nvSpPr>
              <p:spPr>
                <a:xfrm rot="5400000">
                  <a:off x="10883322" y="12936242"/>
                  <a:ext cx="4860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…. </a:t>
                  </a: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14BE286-06CB-82CE-7146-B48421850C61}"/>
                  </a:ext>
                </a:extLst>
              </p:cNvPr>
              <p:cNvGrpSpPr/>
              <p:nvPr/>
            </p:nvGrpSpPr>
            <p:grpSpPr>
              <a:xfrm>
                <a:off x="11262951" y="12063142"/>
                <a:ext cx="422318" cy="1635360"/>
                <a:chOff x="12595277" y="11881520"/>
                <a:chExt cx="422318" cy="1635360"/>
              </a:xfrm>
            </p:grpSpPr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8DFEE02-570E-25EE-B808-19CB7A43A893}"/>
                    </a:ext>
                  </a:extLst>
                </p:cNvPr>
                <p:cNvSpPr/>
                <p:nvPr/>
              </p:nvSpPr>
              <p:spPr>
                <a:xfrm rot="16200000">
                  <a:off x="12012001" y="12464796"/>
                  <a:ext cx="1582187" cy="415636"/>
                </a:xfrm>
                <a:prstGeom prst="cube">
                  <a:avLst/>
                </a:prstGeom>
                <a:solidFill>
                  <a:srgbClr val="B5EDBD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CE66EEF-E5F3-F70D-D7D5-0C1A5087684D}"/>
                    </a:ext>
                  </a:extLst>
                </p:cNvPr>
                <p:cNvSpPr txBox="1"/>
                <p:nvPr/>
              </p:nvSpPr>
              <p:spPr>
                <a:xfrm rot="16200000">
                  <a:off x="12078075" y="12577359"/>
                  <a:ext cx="157126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Global avg pooling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72E1F2FA-781D-7E15-311B-8D5BDB7893A2}"/>
                  </a:ext>
                </a:extLst>
              </p:cNvPr>
              <p:cNvGrpSpPr/>
              <p:nvPr/>
            </p:nvGrpSpPr>
            <p:grpSpPr>
              <a:xfrm>
                <a:off x="10421764" y="12236498"/>
                <a:ext cx="307777" cy="1298566"/>
                <a:chOff x="10421764" y="12236498"/>
                <a:chExt cx="307777" cy="1298566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7581A4E-FE06-90D2-CB15-B1AD99D80D0F}"/>
                    </a:ext>
                  </a:extLst>
                </p:cNvPr>
                <p:cNvSpPr/>
                <p:nvPr/>
              </p:nvSpPr>
              <p:spPr>
                <a:xfrm>
                  <a:off x="10425497" y="12236498"/>
                  <a:ext cx="300313" cy="129856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E24A503-4724-E083-7A00-C61E077406E2}"/>
                    </a:ext>
                  </a:extLst>
                </p:cNvPr>
                <p:cNvSpPr txBox="1"/>
                <p:nvPr/>
              </p:nvSpPr>
              <p:spPr>
                <a:xfrm rot="16200000">
                  <a:off x="9976771" y="12728244"/>
                  <a:ext cx="1197764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Dropout = 0.3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8C4866C-9A2D-7E8E-DD82-42614B3A846D}"/>
                  </a:ext>
                </a:extLst>
              </p:cNvPr>
              <p:cNvGrpSpPr/>
              <p:nvPr/>
            </p:nvGrpSpPr>
            <p:grpSpPr>
              <a:xfrm>
                <a:off x="7906655" y="12485331"/>
                <a:ext cx="369332" cy="958703"/>
                <a:chOff x="10941671" y="12611945"/>
                <a:chExt cx="369332" cy="958703"/>
              </a:xfrm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BD0B79C6-8DC4-9582-4601-32C16291CDD4}"/>
                    </a:ext>
                  </a:extLst>
                </p:cNvPr>
                <p:cNvSpPr/>
                <p:nvPr/>
              </p:nvSpPr>
              <p:spPr>
                <a:xfrm>
                  <a:off x="10941671" y="12611945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78682500-652B-7194-696A-99D533DF2EC1}"/>
                    </a:ext>
                  </a:extLst>
                </p:cNvPr>
                <p:cNvSpPr/>
                <p:nvPr/>
              </p:nvSpPr>
              <p:spPr>
                <a:xfrm>
                  <a:off x="10941671" y="13342048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AF5AE92-F0ED-F0AA-03D4-565A63A6433A}"/>
                    </a:ext>
                  </a:extLst>
                </p:cNvPr>
                <p:cNvSpPr txBox="1"/>
                <p:nvPr/>
              </p:nvSpPr>
              <p:spPr>
                <a:xfrm rot="5400000">
                  <a:off x="10883322" y="12936242"/>
                  <a:ext cx="4860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…. </a:t>
                  </a:r>
                </a:p>
              </p:txBody>
            </p:sp>
          </p:grp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C0AB11F-E3FA-D93E-8579-259EE3C246DD}"/>
                  </a:ext>
                </a:extLst>
              </p:cNvPr>
              <p:cNvCxnSpPr>
                <a:stCxn id="53" idx="2"/>
                <a:endCxn id="46" idx="6"/>
              </p:cNvCxnSpPr>
              <p:nvPr/>
            </p:nvCxnSpPr>
            <p:spPr>
              <a:xfrm flipH="1">
                <a:off x="8135255" y="12035633"/>
                <a:ext cx="1456466" cy="5639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DB65AE-D3B6-A4C2-68AB-DDAA1052918D}"/>
                  </a:ext>
                </a:extLst>
              </p:cNvPr>
              <p:cNvCxnSpPr>
                <a:stCxn id="53" idx="2"/>
                <a:endCxn id="47" idx="6"/>
              </p:cNvCxnSpPr>
              <p:nvPr/>
            </p:nvCxnSpPr>
            <p:spPr>
              <a:xfrm flipH="1">
                <a:off x="8135255" y="12035633"/>
                <a:ext cx="1456466" cy="129410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C39DDF6D-054B-AC65-189C-893E24CFBD75}"/>
                  </a:ext>
                </a:extLst>
              </p:cNvPr>
              <p:cNvCxnSpPr>
                <a:stCxn id="55" idx="2"/>
                <a:endCxn id="46" idx="6"/>
              </p:cNvCxnSpPr>
              <p:nvPr/>
            </p:nvCxnSpPr>
            <p:spPr>
              <a:xfrm flipH="1">
                <a:off x="8135255" y="12485331"/>
                <a:ext cx="1450608" cy="1143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37AD93A-23B5-53FF-B0A6-C83390FC85C3}"/>
                  </a:ext>
                </a:extLst>
              </p:cNvPr>
              <p:cNvCxnSpPr>
                <a:stCxn id="55" idx="2"/>
                <a:endCxn id="47" idx="6"/>
              </p:cNvCxnSpPr>
              <p:nvPr/>
            </p:nvCxnSpPr>
            <p:spPr>
              <a:xfrm flipH="1">
                <a:off x="8135255" y="12485331"/>
                <a:ext cx="1450608" cy="8444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5661D85-3D31-53B3-5B1F-4C44280CD05E}"/>
                  </a:ext>
                </a:extLst>
              </p:cNvPr>
              <p:cNvCxnSpPr>
                <a:stCxn id="56" idx="2"/>
                <a:endCxn id="47" idx="6"/>
              </p:cNvCxnSpPr>
              <p:nvPr/>
            </p:nvCxnSpPr>
            <p:spPr>
              <a:xfrm flipH="1">
                <a:off x="8135255" y="13215434"/>
                <a:ext cx="1450608" cy="1143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7AE8D00-D61B-44F6-9B7E-7AFFE1B98962}"/>
                  </a:ext>
                </a:extLst>
              </p:cNvPr>
              <p:cNvCxnSpPr>
                <a:stCxn id="56" idx="2"/>
                <a:endCxn id="46" idx="6"/>
              </p:cNvCxnSpPr>
              <p:nvPr/>
            </p:nvCxnSpPr>
            <p:spPr>
              <a:xfrm flipH="1" flipV="1">
                <a:off x="8135255" y="12599631"/>
                <a:ext cx="1450608" cy="6158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8AE8159-AB6E-1B0A-6805-10E3221F0C0E}"/>
                  </a:ext>
                </a:extLst>
              </p:cNvPr>
              <p:cNvCxnSpPr>
                <a:stCxn id="54" idx="2"/>
                <a:endCxn id="47" idx="6"/>
              </p:cNvCxnSpPr>
              <p:nvPr/>
            </p:nvCxnSpPr>
            <p:spPr>
              <a:xfrm flipH="1" flipV="1">
                <a:off x="8135255" y="13329734"/>
                <a:ext cx="1456466" cy="3353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67C3AA1-EAAC-C894-7693-7BDEB41A98C4}"/>
                  </a:ext>
                </a:extLst>
              </p:cNvPr>
              <p:cNvCxnSpPr>
                <a:stCxn id="54" idx="2"/>
                <a:endCxn id="46" idx="6"/>
              </p:cNvCxnSpPr>
              <p:nvPr/>
            </p:nvCxnSpPr>
            <p:spPr>
              <a:xfrm flipH="1" flipV="1">
                <a:off x="8135255" y="12599631"/>
                <a:ext cx="1456466" cy="106550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EB981B1E-A39A-E9A7-E20C-7B2EAC997771}"/>
                  </a:ext>
                </a:extLst>
              </p:cNvPr>
              <p:cNvGrpSpPr/>
              <p:nvPr/>
            </p:nvGrpSpPr>
            <p:grpSpPr>
              <a:xfrm>
                <a:off x="8626880" y="12259768"/>
                <a:ext cx="347634" cy="1298566"/>
                <a:chOff x="10425497" y="12236498"/>
                <a:chExt cx="347634" cy="1298566"/>
              </a:xfrm>
            </p:grpSpPr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0F45CFAC-BA50-7E85-06D1-C230BE24B4FC}"/>
                    </a:ext>
                  </a:extLst>
                </p:cNvPr>
                <p:cNvSpPr/>
                <p:nvPr/>
              </p:nvSpPr>
              <p:spPr>
                <a:xfrm>
                  <a:off x="10425497" y="12236498"/>
                  <a:ext cx="300313" cy="129856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27B7BCFA-7913-F2D6-3236-B5541C5E1F25}"/>
                    </a:ext>
                  </a:extLst>
                </p:cNvPr>
                <p:cNvSpPr txBox="1"/>
                <p:nvPr/>
              </p:nvSpPr>
              <p:spPr>
                <a:xfrm rot="16200000">
                  <a:off x="9975477" y="12728245"/>
                  <a:ext cx="1287532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Dropout = 0.25</a:t>
                  </a:r>
                </a:p>
              </p:txBody>
            </p:sp>
          </p:grpSp>
          <p:sp>
            <p:nvSpPr>
              <p:cNvPr id="19" name="Left Brace 18">
                <a:extLst>
                  <a:ext uri="{FF2B5EF4-FFF2-40B4-BE49-F238E27FC236}">
                    <a16:creationId xmlns:a16="http://schemas.microsoft.com/office/drawing/2014/main" id="{09C10BF8-9F87-7B24-F92E-9F852FEE68F0}"/>
                  </a:ext>
                </a:extLst>
              </p:cNvPr>
              <p:cNvSpPr/>
              <p:nvPr/>
            </p:nvSpPr>
            <p:spPr>
              <a:xfrm rot="5400000">
                <a:off x="7879908" y="12081340"/>
                <a:ext cx="170493" cy="560850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84A700-F2F0-3343-6BD5-904FECC6372C}"/>
                  </a:ext>
                </a:extLst>
              </p:cNvPr>
              <p:cNvSpPr txBox="1"/>
              <p:nvPr/>
            </p:nvSpPr>
            <p:spPr>
              <a:xfrm>
                <a:off x="7407806" y="12009602"/>
                <a:ext cx="12554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Softmax Layer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A6F86021-3784-AB18-3B4E-241843C21B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725810" y="12878482"/>
                <a:ext cx="53714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695F58BF-EFF3-5E98-015F-68A995FAF491}"/>
                  </a:ext>
                </a:extLst>
              </p:cNvPr>
              <p:cNvCxnSpPr>
                <a:stCxn id="50" idx="0"/>
                <a:endCxn id="53" idx="6"/>
              </p:cNvCxnSpPr>
              <p:nvPr/>
            </p:nvCxnSpPr>
            <p:spPr>
              <a:xfrm flipH="1" flipV="1">
                <a:off x="9820321" y="12035633"/>
                <a:ext cx="601444" cy="8465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D0192FAE-3BA3-72F4-2D74-E9D2F935383E}"/>
                  </a:ext>
                </a:extLst>
              </p:cNvPr>
              <p:cNvCxnSpPr>
                <a:stCxn id="49" idx="2"/>
                <a:endCxn id="55" idx="6"/>
              </p:cNvCxnSpPr>
              <p:nvPr/>
            </p:nvCxnSpPr>
            <p:spPr>
              <a:xfrm flipH="1" flipV="1">
                <a:off x="9814463" y="12485331"/>
                <a:ext cx="611034" cy="4004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29C28BE8-D4F2-3D14-E5EE-C62AF97C9275}"/>
                  </a:ext>
                </a:extLst>
              </p:cNvPr>
              <p:cNvCxnSpPr>
                <a:stCxn id="50" idx="0"/>
                <a:endCxn id="56" idx="6"/>
              </p:cNvCxnSpPr>
              <p:nvPr/>
            </p:nvCxnSpPr>
            <p:spPr>
              <a:xfrm flipH="1">
                <a:off x="9814463" y="12882133"/>
                <a:ext cx="607302" cy="33330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4EA124B2-5721-914D-DDD3-9277ED3A2897}"/>
                  </a:ext>
                </a:extLst>
              </p:cNvPr>
              <p:cNvCxnSpPr>
                <a:stCxn id="50" idx="0"/>
                <a:endCxn id="54" idx="6"/>
              </p:cNvCxnSpPr>
              <p:nvPr/>
            </p:nvCxnSpPr>
            <p:spPr>
              <a:xfrm flipH="1">
                <a:off x="9820321" y="12882133"/>
                <a:ext cx="601444" cy="7829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92A43BE-A073-BE0F-00D3-4E8F811210DC}"/>
                      </a:ext>
                    </a:extLst>
                  </p:cNvPr>
                  <p:cNvSpPr txBox="1"/>
                  <p:nvPr/>
                </p:nvSpPr>
                <p:spPr>
                  <a:xfrm>
                    <a:off x="7701153" y="13394591"/>
                    <a:ext cx="77662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a14:m>
                    <a:r>
                      <a: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unit</a:t>
                    </a:r>
                    <a:endPara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92A43BE-A073-BE0F-00D3-4E8F811210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01153" y="13394591"/>
                    <a:ext cx="776623" cy="3385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5357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3E195CA3-FE8E-FC6C-27B6-C670FFE276D9}"/>
                      </a:ext>
                    </a:extLst>
                  </p:cNvPr>
                  <p:cNvSpPr txBox="1"/>
                  <p:nvPr/>
                </p:nvSpPr>
                <p:spPr>
                  <a:xfrm>
                    <a:off x="8943973" y="13723152"/>
                    <a:ext cx="165038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28 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𝑢𝑛𝑖𝑡</m:t>
                          </m:r>
                        </m:oMath>
                      </m:oMathPara>
                    </a14:m>
                    <a:endPara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L1=1e-4, L2=1e-3</a:t>
                    </a: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3E195CA3-FE8E-FC6C-27B6-C670FFE276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43973" y="13723152"/>
                    <a:ext cx="1650388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845" b="-1162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FD83979-8C49-4624-22A8-530629D4BFE4}"/>
                  </a:ext>
                </a:extLst>
              </p:cNvPr>
              <p:cNvSpPr txBox="1"/>
              <p:nvPr/>
            </p:nvSpPr>
            <p:spPr>
              <a:xfrm>
                <a:off x="9438097" y="11647652"/>
                <a:ext cx="6238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20BC27B8-34EA-FE74-C6C8-10482E42C8AA}"/>
                  </a:ext>
                </a:extLst>
              </p:cNvPr>
              <p:cNvGrpSpPr/>
              <p:nvPr/>
            </p:nvGrpSpPr>
            <p:grpSpPr>
              <a:xfrm>
                <a:off x="4936210" y="12653367"/>
                <a:ext cx="2295844" cy="675247"/>
                <a:chOff x="4688560" y="12805767"/>
                <a:chExt cx="2295844" cy="675247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0B34FA68-F31A-567F-CF56-D75B5AC96DEE}"/>
                    </a:ext>
                  </a:extLst>
                </p:cNvPr>
                <p:cNvSpPr/>
                <p:nvPr/>
              </p:nvSpPr>
              <p:spPr>
                <a:xfrm>
                  <a:off x="4688560" y="12805767"/>
                  <a:ext cx="2295844" cy="675247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23736AC-A934-047C-15EE-59AF550E948E}"/>
                    </a:ext>
                  </a:extLst>
                </p:cNvPr>
                <p:cNvSpPr txBox="1"/>
                <p:nvPr/>
              </p:nvSpPr>
              <p:spPr>
                <a:xfrm>
                  <a:off x="4787156" y="12885781"/>
                  <a:ext cx="209865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Classified Output with </a:t>
                  </a:r>
                </a:p>
                <a:p>
                  <a:pPr algn="ctr"/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Confidence Score</a:t>
                  </a:r>
                </a:p>
              </p:txBody>
            </p:sp>
          </p:grp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139B4818-609D-4773-34B9-426DD0E495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215747" y="12990991"/>
                <a:ext cx="707214" cy="33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592CEBE-C961-9879-ED9B-028BA21A6B8B}"/>
                  </a:ext>
                </a:extLst>
              </p:cNvPr>
              <p:cNvSpPr/>
              <p:nvPr/>
            </p:nvSpPr>
            <p:spPr>
              <a:xfrm>
                <a:off x="7407806" y="11647653"/>
                <a:ext cx="4498444" cy="2598719"/>
              </a:xfrm>
              <a:prstGeom prst="roundRect">
                <a:avLst/>
              </a:prstGeom>
              <a:noFill/>
              <a:ln>
                <a:solidFill>
                  <a:srgbClr val="002060"/>
                </a:solidFill>
                <a:prstDash val="dash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4865E92-B6C7-A162-94FD-839E74B98911}"/>
                </a:ext>
              </a:extLst>
            </p:cNvPr>
            <p:cNvSpPr txBox="1"/>
            <p:nvPr/>
          </p:nvSpPr>
          <p:spPr>
            <a:xfrm rot="5400000">
              <a:off x="11756281" y="3916873"/>
              <a:ext cx="57262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Xception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Model (Pretrained on ImageNet, First 50 Layers Frozen)</a:t>
              </a:r>
            </a:p>
          </p:txBody>
        </p:sp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A6F4E990-4B4D-3336-73B4-F4BDF20F306B}"/>
                </a:ext>
              </a:extLst>
            </p:cNvPr>
            <p:cNvGrpSpPr/>
            <p:nvPr/>
          </p:nvGrpSpPr>
          <p:grpSpPr>
            <a:xfrm>
              <a:off x="4184681" y="6925421"/>
              <a:ext cx="10212426" cy="3407372"/>
              <a:chOff x="3337476" y="7300108"/>
              <a:chExt cx="10212426" cy="3407372"/>
            </a:xfrm>
          </p:grpSpPr>
          <p:grpSp>
            <p:nvGrpSpPr>
              <p:cNvPr id="302" name="Group 301">
                <a:extLst>
                  <a:ext uri="{FF2B5EF4-FFF2-40B4-BE49-F238E27FC236}">
                    <a16:creationId xmlns:a16="http://schemas.microsoft.com/office/drawing/2014/main" id="{A7FF13C0-F37E-779D-7562-3ECB032FE921}"/>
                  </a:ext>
                </a:extLst>
              </p:cNvPr>
              <p:cNvGrpSpPr/>
              <p:nvPr/>
            </p:nvGrpSpPr>
            <p:grpSpPr>
              <a:xfrm>
                <a:off x="3337476" y="7300108"/>
                <a:ext cx="6604152" cy="3118018"/>
                <a:chOff x="1969662" y="7432599"/>
                <a:chExt cx="6604152" cy="3118018"/>
              </a:xfrm>
            </p:grpSpPr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6DE2FCFD-584F-C5D0-17FA-1C00F0844A69}"/>
                    </a:ext>
                  </a:extLst>
                </p:cNvPr>
                <p:cNvSpPr/>
                <p:nvPr/>
              </p:nvSpPr>
              <p:spPr>
                <a:xfrm>
                  <a:off x="2870139" y="8233883"/>
                  <a:ext cx="1442799" cy="457200"/>
                </a:xfrm>
                <a:prstGeom prst="cube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DC7DF7C2-0FC7-FC96-2D68-CD705E21E2C0}"/>
                    </a:ext>
                  </a:extLst>
                </p:cNvPr>
                <p:cNvSpPr/>
                <p:nvPr/>
              </p:nvSpPr>
              <p:spPr>
                <a:xfrm>
                  <a:off x="2870525" y="9355802"/>
                  <a:ext cx="1438352" cy="457200"/>
                </a:xfrm>
                <a:prstGeom prst="cube">
                  <a:avLst/>
                </a:prstGeom>
                <a:solidFill>
                  <a:srgbClr val="B5EDBD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5" name="Cube 114">
                  <a:extLst>
                    <a:ext uri="{FF2B5EF4-FFF2-40B4-BE49-F238E27FC236}">
                      <a16:creationId xmlns:a16="http://schemas.microsoft.com/office/drawing/2014/main" id="{B4BD3706-87FE-23EC-82EA-5CF40DF6A166}"/>
                    </a:ext>
                  </a:extLst>
                </p:cNvPr>
                <p:cNvSpPr/>
                <p:nvPr/>
              </p:nvSpPr>
              <p:spPr>
                <a:xfrm>
                  <a:off x="4662182" y="8011366"/>
                  <a:ext cx="286557" cy="2012743"/>
                </a:xfrm>
                <a:prstGeom prst="cube">
                  <a:avLst/>
                </a:prstGeom>
                <a:solidFill>
                  <a:srgbClr val="C9A6E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6" name="Cube 115">
                  <a:extLst>
                    <a:ext uri="{FF2B5EF4-FFF2-40B4-BE49-F238E27FC236}">
                      <a16:creationId xmlns:a16="http://schemas.microsoft.com/office/drawing/2014/main" id="{C6C92824-4018-ADD3-B698-C0728284EC10}"/>
                    </a:ext>
                  </a:extLst>
                </p:cNvPr>
                <p:cNvSpPr/>
                <p:nvPr/>
              </p:nvSpPr>
              <p:spPr>
                <a:xfrm>
                  <a:off x="5339567" y="8011366"/>
                  <a:ext cx="286557" cy="2012743"/>
                </a:xfrm>
                <a:prstGeom prst="cube">
                  <a:avLst/>
                </a:prstGeom>
                <a:solidFill>
                  <a:srgbClr val="C9A6E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9483A3DC-4C53-D6D6-0722-C16E2C1BFCB1}"/>
                    </a:ext>
                  </a:extLst>
                </p:cNvPr>
                <p:cNvSpPr txBox="1"/>
                <p:nvPr/>
              </p:nvSpPr>
              <p:spPr>
                <a:xfrm rot="16200000">
                  <a:off x="1403642" y="7998619"/>
                  <a:ext cx="143981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Feature: H×W×C</a:t>
                  </a: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D65B490-82C5-6232-E55F-46DAB6771BC1}"/>
                    </a:ext>
                  </a:extLst>
                </p:cNvPr>
                <p:cNvSpPr txBox="1"/>
                <p:nvPr/>
              </p:nvSpPr>
              <p:spPr>
                <a:xfrm>
                  <a:off x="2843346" y="7929159"/>
                  <a:ext cx="162095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Global max pooling</a:t>
                  </a: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990E9974-9AD9-9E18-81FE-C16C4A794DFE}"/>
                    </a:ext>
                  </a:extLst>
                </p:cNvPr>
                <p:cNvSpPr txBox="1"/>
                <p:nvPr/>
              </p:nvSpPr>
              <p:spPr>
                <a:xfrm>
                  <a:off x="2843346" y="9072159"/>
                  <a:ext cx="157126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Global avg pooling</a:t>
                  </a:r>
                </a:p>
              </p:txBody>
            </p:sp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2BFDEB60-CE4D-21AD-5BAF-70B8E204ED65}"/>
                    </a:ext>
                  </a:extLst>
                </p:cNvPr>
                <p:cNvSpPr txBox="1"/>
                <p:nvPr/>
              </p:nvSpPr>
              <p:spPr>
                <a:xfrm>
                  <a:off x="4564878" y="9970247"/>
                  <a:ext cx="117852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Shared Dense</a:t>
                  </a:r>
                </a:p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Layer</a:t>
                  </a:r>
                </a:p>
              </p:txBody>
            </p: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9215231B-1BBD-A21D-D5CE-F76E6A76AEA0}"/>
                    </a:ext>
                  </a:extLst>
                </p:cNvPr>
                <p:cNvSpPr txBox="1"/>
                <p:nvPr/>
              </p:nvSpPr>
              <p:spPr>
                <a:xfrm>
                  <a:off x="4579392" y="7745296"/>
                  <a:ext cx="53412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C/16</a:t>
                  </a:r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01C24AFC-CABA-A9BF-C375-490E27DA08D0}"/>
                    </a:ext>
                  </a:extLst>
                </p:cNvPr>
                <p:cNvSpPr txBox="1"/>
                <p:nvPr/>
              </p:nvSpPr>
              <p:spPr>
                <a:xfrm>
                  <a:off x="5357536" y="7748306"/>
                  <a:ext cx="30489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123" name="Cube 122">
                  <a:extLst>
                    <a:ext uri="{FF2B5EF4-FFF2-40B4-BE49-F238E27FC236}">
                      <a16:creationId xmlns:a16="http://schemas.microsoft.com/office/drawing/2014/main" id="{AD9F1723-FE4B-D579-9F2D-8E40FEEDD326}"/>
                    </a:ext>
                  </a:extLst>
                </p:cNvPr>
                <p:cNvSpPr/>
                <p:nvPr/>
              </p:nvSpPr>
              <p:spPr>
                <a:xfrm>
                  <a:off x="5912798" y="8233883"/>
                  <a:ext cx="1442799" cy="457200"/>
                </a:xfrm>
                <a:prstGeom prst="cube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1×1×C</a:t>
                  </a:r>
                </a:p>
              </p:txBody>
            </p:sp>
            <p:sp>
              <p:nvSpPr>
                <p:cNvPr id="124" name="Cube 123">
                  <a:extLst>
                    <a:ext uri="{FF2B5EF4-FFF2-40B4-BE49-F238E27FC236}">
                      <a16:creationId xmlns:a16="http://schemas.microsoft.com/office/drawing/2014/main" id="{56E1BECC-0E67-7DD3-1D1C-8A51762BEC43}"/>
                    </a:ext>
                  </a:extLst>
                </p:cNvPr>
                <p:cNvSpPr/>
                <p:nvPr/>
              </p:nvSpPr>
              <p:spPr>
                <a:xfrm>
                  <a:off x="5913184" y="9355802"/>
                  <a:ext cx="1438352" cy="457200"/>
                </a:xfrm>
                <a:prstGeom prst="cube">
                  <a:avLst/>
                </a:prstGeom>
                <a:solidFill>
                  <a:srgbClr val="B5EDBD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1×1×C</a:t>
                  </a: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0174A14B-6757-8296-1339-C7FE17F15466}"/>
                    </a:ext>
                  </a:extLst>
                </p:cNvPr>
                <p:cNvSpPr txBox="1"/>
                <p:nvPr/>
              </p:nvSpPr>
              <p:spPr>
                <a:xfrm>
                  <a:off x="5852178" y="7938296"/>
                  <a:ext cx="162095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Global max pooling</a:t>
                  </a:r>
                </a:p>
              </p:txBody>
            </p:sp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B562A2FD-D584-C411-3ADD-A8FAF48C7DC7}"/>
                    </a:ext>
                  </a:extLst>
                </p:cNvPr>
                <p:cNvSpPr txBox="1"/>
                <p:nvPr/>
              </p:nvSpPr>
              <p:spPr>
                <a:xfrm>
                  <a:off x="5886005" y="9072159"/>
                  <a:ext cx="157126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Global avg pooling</a:t>
                  </a:r>
                </a:p>
              </p:txBody>
            </p: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1E3178BD-E8DB-91A4-8615-A639D7FFAFB3}"/>
                    </a:ext>
                  </a:extLst>
                </p:cNvPr>
                <p:cNvGrpSpPr/>
                <p:nvPr/>
              </p:nvGrpSpPr>
              <p:grpSpPr>
                <a:xfrm>
                  <a:off x="7523568" y="8843559"/>
                  <a:ext cx="230190" cy="236032"/>
                  <a:chOff x="13004673" y="6375891"/>
                  <a:chExt cx="247005" cy="236032"/>
                </a:xfrm>
              </p:grpSpPr>
              <p:sp>
                <p:nvSpPr>
                  <p:cNvPr id="198" name="Cross 197">
                    <a:extLst>
                      <a:ext uri="{FF2B5EF4-FFF2-40B4-BE49-F238E27FC236}">
                        <a16:creationId xmlns:a16="http://schemas.microsoft.com/office/drawing/2014/main" id="{8F492B3C-B625-5B11-D2B7-9D01F8C35005}"/>
                      </a:ext>
                    </a:extLst>
                  </p:cNvPr>
                  <p:cNvSpPr/>
                  <p:nvPr/>
                </p:nvSpPr>
                <p:spPr>
                  <a:xfrm>
                    <a:off x="13006378" y="6383323"/>
                    <a:ext cx="245300" cy="228600"/>
                  </a:xfrm>
                  <a:prstGeom prst="plus">
                    <a:avLst>
                      <a:gd name="adj" fmla="val 42361"/>
                    </a:avLst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9" name="Oval 198">
                    <a:extLst>
                      <a:ext uri="{FF2B5EF4-FFF2-40B4-BE49-F238E27FC236}">
                        <a16:creationId xmlns:a16="http://schemas.microsoft.com/office/drawing/2014/main" id="{6D38416C-D3B2-C7AB-CAC1-CA7A1C39082B}"/>
                      </a:ext>
                    </a:extLst>
                  </p:cNvPr>
                  <p:cNvSpPr/>
                  <p:nvPr/>
                </p:nvSpPr>
                <p:spPr>
                  <a:xfrm>
                    <a:off x="13004673" y="6375891"/>
                    <a:ext cx="245300" cy="228600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28" name="Group 127">
                  <a:extLst>
                    <a:ext uri="{FF2B5EF4-FFF2-40B4-BE49-F238E27FC236}">
                      <a16:creationId xmlns:a16="http://schemas.microsoft.com/office/drawing/2014/main" id="{7ED9A8B6-959C-1F88-C34D-ED7B133664C2}"/>
                    </a:ext>
                  </a:extLst>
                </p:cNvPr>
                <p:cNvGrpSpPr/>
                <p:nvPr/>
              </p:nvGrpSpPr>
              <p:grpSpPr>
                <a:xfrm rot="20705433">
                  <a:off x="7947877" y="8857654"/>
                  <a:ext cx="228601" cy="228600"/>
                  <a:chOff x="8626337" y="8656120"/>
                  <a:chExt cx="228601" cy="228600"/>
                </a:xfrm>
              </p:grpSpPr>
              <p:cxnSp>
                <p:nvCxnSpPr>
                  <p:cNvPr id="196" name="Connector: Curved 195">
                    <a:extLst>
                      <a:ext uri="{FF2B5EF4-FFF2-40B4-BE49-F238E27FC236}">
                        <a16:creationId xmlns:a16="http://schemas.microsoft.com/office/drawing/2014/main" id="{543CDD67-1841-353E-F9CA-DED0F525A2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655782" y="8693554"/>
                    <a:ext cx="169256" cy="153733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7" name="Oval 196">
                    <a:extLst>
                      <a:ext uri="{FF2B5EF4-FFF2-40B4-BE49-F238E27FC236}">
                        <a16:creationId xmlns:a16="http://schemas.microsoft.com/office/drawing/2014/main" id="{77425733-DAF0-E782-9714-C4823739A76C}"/>
                      </a:ext>
                    </a:extLst>
                  </p:cNvPr>
                  <p:cNvSpPr/>
                  <p:nvPr/>
                </p:nvSpPr>
                <p:spPr>
                  <a:xfrm>
                    <a:off x="8626337" y="8656120"/>
                    <a:ext cx="228601" cy="228600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54787BA6-D1EE-005B-7FED-1374EF98F853}"/>
                    </a:ext>
                  </a:extLst>
                </p:cNvPr>
                <p:cNvSpPr txBox="1"/>
                <p:nvPr/>
              </p:nvSpPr>
              <p:spPr>
                <a:xfrm>
                  <a:off x="8071767" y="8676090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30" name="Group 129">
                  <a:extLst>
                    <a:ext uri="{FF2B5EF4-FFF2-40B4-BE49-F238E27FC236}">
                      <a16:creationId xmlns:a16="http://schemas.microsoft.com/office/drawing/2014/main" id="{FA321E38-7FD9-D9CF-C70C-890CEF9BF9C5}"/>
                    </a:ext>
                  </a:extLst>
                </p:cNvPr>
                <p:cNvGrpSpPr/>
                <p:nvPr/>
              </p:nvGrpSpPr>
              <p:grpSpPr>
                <a:xfrm>
                  <a:off x="8343624" y="8858982"/>
                  <a:ext cx="230190" cy="236033"/>
                  <a:chOff x="13004673" y="6375891"/>
                  <a:chExt cx="247005" cy="236033"/>
                </a:xfrm>
              </p:grpSpPr>
              <p:sp>
                <p:nvSpPr>
                  <p:cNvPr id="194" name="Cross 193">
                    <a:extLst>
                      <a:ext uri="{FF2B5EF4-FFF2-40B4-BE49-F238E27FC236}">
                        <a16:creationId xmlns:a16="http://schemas.microsoft.com/office/drawing/2014/main" id="{C22ED1D9-C4A7-ED36-BA3A-8B9FBC36DC27}"/>
                      </a:ext>
                    </a:extLst>
                  </p:cNvPr>
                  <p:cNvSpPr/>
                  <p:nvPr/>
                </p:nvSpPr>
                <p:spPr>
                  <a:xfrm rot="2759110">
                    <a:off x="13014728" y="6374974"/>
                    <a:ext cx="228601" cy="245299"/>
                  </a:xfrm>
                  <a:prstGeom prst="plus">
                    <a:avLst>
                      <a:gd name="adj" fmla="val 42361"/>
                    </a:avLst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5" name="Oval 194">
                    <a:extLst>
                      <a:ext uri="{FF2B5EF4-FFF2-40B4-BE49-F238E27FC236}">
                        <a16:creationId xmlns:a16="http://schemas.microsoft.com/office/drawing/2014/main" id="{ACCBD700-964F-0B8C-0C16-E8A4816D0A3F}"/>
                      </a:ext>
                    </a:extLst>
                  </p:cNvPr>
                  <p:cNvSpPr/>
                  <p:nvPr/>
                </p:nvSpPr>
                <p:spPr>
                  <a:xfrm>
                    <a:off x="13004673" y="6375891"/>
                    <a:ext cx="245300" cy="228600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131" name="Connector: Elbow 130">
                  <a:extLst>
                    <a:ext uri="{FF2B5EF4-FFF2-40B4-BE49-F238E27FC236}">
                      <a16:creationId xmlns:a16="http://schemas.microsoft.com/office/drawing/2014/main" id="{3A257551-7F6C-982D-EBB4-C3BD0F48D8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 flipV="1">
                  <a:off x="2870200" y="8519632"/>
                  <a:ext cx="264" cy="1121919"/>
                </a:xfrm>
                <a:prstGeom prst="bentConnector3">
                  <a:avLst>
                    <a:gd name="adj1" fmla="val -59222798"/>
                  </a:avLst>
                </a:prstGeom>
                <a:ln w="19050"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AF8A40DD-5583-EC86-9645-873BCFFF0BA5}"/>
                    </a:ext>
                  </a:extLst>
                </p:cNvPr>
                <p:cNvCxnSpPr>
                  <a:stCxn id="113" idx="5"/>
                </p:cNvCxnSpPr>
                <p:nvPr/>
              </p:nvCxnSpPr>
              <p:spPr>
                <a:xfrm>
                  <a:off x="4312938" y="8405333"/>
                  <a:ext cx="34924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452622BF-490B-9056-D363-1AA4FC817DA7}"/>
                    </a:ext>
                  </a:extLst>
                </p:cNvPr>
                <p:cNvCxnSpPr>
                  <a:stCxn id="114" idx="5"/>
                </p:cNvCxnSpPr>
                <p:nvPr/>
              </p:nvCxnSpPr>
              <p:spPr>
                <a:xfrm>
                  <a:off x="4308877" y="9527252"/>
                  <a:ext cx="3533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6C4FC962-2619-3581-766D-EFDD35159163}"/>
                    </a:ext>
                  </a:extLst>
                </p:cNvPr>
                <p:cNvCxnSpPr/>
                <p:nvPr/>
              </p:nvCxnSpPr>
              <p:spPr>
                <a:xfrm>
                  <a:off x="5626124" y="8405333"/>
                  <a:ext cx="28667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CAAC2817-EB56-C7DB-B8B6-D37ED7877D3F}"/>
                    </a:ext>
                  </a:extLst>
                </p:cNvPr>
                <p:cNvCxnSpPr/>
                <p:nvPr/>
              </p:nvCxnSpPr>
              <p:spPr>
                <a:xfrm>
                  <a:off x="5626124" y="9527252"/>
                  <a:ext cx="28667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7" name="Group 136">
                  <a:extLst>
                    <a:ext uri="{FF2B5EF4-FFF2-40B4-BE49-F238E27FC236}">
                      <a16:creationId xmlns:a16="http://schemas.microsoft.com/office/drawing/2014/main" id="{9F172199-D8F7-75E2-E7F0-C388BE8DE061}"/>
                    </a:ext>
                  </a:extLst>
                </p:cNvPr>
                <p:cNvGrpSpPr/>
                <p:nvPr/>
              </p:nvGrpSpPr>
              <p:grpSpPr>
                <a:xfrm>
                  <a:off x="4666243" y="8409136"/>
                  <a:ext cx="959881" cy="1115525"/>
                  <a:chOff x="10505922" y="10616954"/>
                  <a:chExt cx="1000612" cy="1115525"/>
                </a:xfrm>
              </p:grpSpPr>
              <p:grpSp>
                <p:nvGrpSpPr>
                  <p:cNvPr id="168" name="Group 167">
                    <a:extLst>
                      <a:ext uri="{FF2B5EF4-FFF2-40B4-BE49-F238E27FC236}">
                        <a16:creationId xmlns:a16="http://schemas.microsoft.com/office/drawing/2014/main" id="{461F86DD-F74C-B557-4AF6-9B9FB9BA1ED8}"/>
                      </a:ext>
                    </a:extLst>
                  </p:cNvPr>
                  <p:cNvGrpSpPr/>
                  <p:nvPr/>
                </p:nvGrpSpPr>
                <p:grpSpPr>
                  <a:xfrm>
                    <a:off x="10505922" y="10616954"/>
                    <a:ext cx="488221" cy="1115525"/>
                    <a:chOff x="10505922" y="10616954"/>
                    <a:chExt cx="488221" cy="1115525"/>
                  </a:xfrm>
                </p:grpSpPr>
                <p:sp>
                  <p:nvSpPr>
                    <p:cNvPr id="182" name="Isosceles Triangle 181">
                      <a:extLst>
                        <a:ext uri="{FF2B5EF4-FFF2-40B4-BE49-F238E27FC236}">
                          <a16:creationId xmlns:a16="http://schemas.microsoft.com/office/drawing/2014/main" id="{C8E596C9-CC5E-6D1A-FC7C-9A5EA922F1B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0192956" y="10931293"/>
                      <a:ext cx="1115525" cy="486848"/>
                    </a:xfrm>
                    <a:prstGeom prst="triangl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83" name="Straight Connector 182">
                      <a:extLst>
                        <a:ext uri="{FF2B5EF4-FFF2-40B4-BE49-F238E27FC236}">
                          <a16:creationId xmlns:a16="http://schemas.microsoft.com/office/drawing/2014/main" id="{0E5889D3-71D8-B704-55C3-90DF0FDF9A3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0506075" y="10810875"/>
                      <a:ext cx="161925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4" name="Straight Connector 183">
                      <a:extLst>
                        <a:ext uri="{FF2B5EF4-FFF2-40B4-BE49-F238E27FC236}">
                          <a16:creationId xmlns:a16="http://schemas.microsoft.com/office/drawing/2014/main" id="{1CDAC915-49FA-685A-5CCE-0A681E285866}"/>
                        </a:ext>
                      </a:extLst>
                    </p:cNvPr>
                    <p:cNvCxnSpPr>
                      <a:endCxn id="182" idx="1"/>
                    </p:cNvCxnSpPr>
                    <p:nvPr/>
                  </p:nvCxnSpPr>
                  <p:spPr>
                    <a:xfrm flipV="1">
                      <a:off x="10507294" y="10895836"/>
                      <a:ext cx="243425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5" name="Straight Connector 184">
                      <a:extLst>
                        <a:ext uri="{FF2B5EF4-FFF2-40B4-BE49-F238E27FC236}">
                          <a16:creationId xmlns:a16="http://schemas.microsoft.com/office/drawing/2014/main" id="{78C34439-00E9-D02B-A6BD-69A3434DD50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07293" y="10991086"/>
                      <a:ext cx="327395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6" name="Straight Connector 185">
                      <a:extLst>
                        <a:ext uri="{FF2B5EF4-FFF2-40B4-BE49-F238E27FC236}">
                          <a16:creationId xmlns:a16="http://schemas.microsoft.com/office/drawing/2014/main" id="{9690AD8D-AD46-EF6F-F213-3897D655A75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07292" y="11086336"/>
                      <a:ext cx="398833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7" name="Straight Connector 186">
                      <a:extLst>
                        <a:ext uri="{FF2B5EF4-FFF2-40B4-BE49-F238E27FC236}">
                          <a16:creationId xmlns:a16="http://schemas.microsoft.com/office/drawing/2014/main" id="{3E4E78A7-3CA9-227C-2B33-D62A88BEB6C8}"/>
                        </a:ext>
                      </a:extLst>
                    </p:cNvPr>
                    <p:cNvCxnSpPr>
                      <a:cxnSpLocks/>
                      <a:endCxn id="182" idx="0"/>
                    </p:cNvCxnSpPr>
                    <p:nvPr/>
                  </p:nvCxnSpPr>
                  <p:spPr>
                    <a:xfrm flipV="1">
                      <a:off x="10507291" y="11174718"/>
                      <a:ext cx="486852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8" name="Straight Connector 187">
                      <a:extLst>
                        <a:ext uri="{FF2B5EF4-FFF2-40B4-BE49-F238E27FC236}">
                          <a16:creationId xmlns:a16="http://schemas.microsoft.com/office/drawing/2014/main" id="{3D467070-FF95-7D36-5F40-9724C034315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12047" y="11262551"/>
                      <a:ext cx="398833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9" name="Straight Connector 188">
                      <a:extLst>
                        <a:ext uri="{FF2B5EF4-FFF2-40B4-BE49-F238E27FC236}">
                          <a16:creationId xmlns:a16="http://schemas.microsoft.com/office/drawing/2014/main" id="{4CA6D0D5-880A-C287-DD9E-F3ED9AFBF63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07291" y="11357800"/>
                      <a:ext cx="327397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0" name="Straight Connector 189">
                      <a:extLst>
                        <a:ext uri="{FF2B5EF4-FFF2-40B4-BE49-F238E27FC236}">
                          <a16:creationId xmlns:a16="http://schemas.microsoft.com/office/drawing/2014/main" id="{A48EB32B-A3E2-DFA7-30F8-41960B3503DB}"/>
                        </a:ext>
                      </a:extLst>
                    </p:cNvPr>
                    <p:cNvCxnSpPr>
                      <a:cxnSpLocks/>
                      <a:endCxn id="182" idx="5"/>
                    </p:cNvCxnSpPr>
                    <p:nvPr/>
                  </p:nvCxnSpPr>
                  <p:spPr>
                    <a:xfrm>
                      <a:off x="10507291" y="11448288"/>
                      <a:ext cx="243428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1" name="Straight Connector 190">
                      <a:extLst>
                        <a:ext uri="{FF2B5EF4-FFF2-40B4-BE49-F238E27FC236}">
                          <a16:creationId xmlns:a16="http://schemas.microsoft.com/office/drawing/2014/main" id="{E5798057-13C6-69FE-63A2-8CB9A665A25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12526" y="11529249"/>
                      <a:ext cx="166265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2" name="Straight Connector 191">
                      <a:extLst>
                        <a:ext uri="{FF2B5EF4-FFF2-40B4-BE49-F238E27FC236}">
                          <a16:creationId xmlns:a16="http://schemas.microsoft.com/office/drawing/2014/main" id="{1001BC1B-45E8-D92A-6F61-1018CA75F9D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10693" y="11610209"/>
                      <a:ext cx="103237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3" name="Straight Connector 192">
                      <a:extLst>
                        <a:ext uri="{FF2B5EF4-FFF2-40B4-BE49-F238E27FC236}">
                          <a16:creationId xmlns:a16="http://schemas.microsoft.com/office/drawing/2014/main" id="{094C6E34-B555-F8A5-1146-F3AE57DF71F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05922" y="10729135"/>
                      <a:ext cx="103237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69" name="Group 168">
                    <a:extLst>
                      <a:ext uri="{FF2B5EF4-FFF2-40B4-BE49-F238E27FC236}">
                        <a16:creationId xmlns:a16="http://schemas.microsoft.com/office/drawing/2014/main" id="{921D1221-D36B-8D74-6D25-F2A1555B870A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11018313" y="10616954"/>
                    <a:ext cx="488221" cy="1115525"/>
                    <a:chOff x="10505922" y="10616954"/>
                    <a:chExt cx="488221" cy="1115525"/>
                  </a:xfrm>
                </p:grpSpPr>
                <p:sp>
                  <p:nvSpPr>
                    <p:cNvPr id="170" name="Isosceles Triangle 169">
                      <a:extLst>
                        <a:ext uri="{FF2B5EF4-FFF2-40B4-BE49-F238E27FC236}">
                          <a16:creationId xmlns:a16="http://schemas.microsoft.com/office/drawing/2014/main" id="{7C0E104F-566C-B72B-91FF-D56D658E8FC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0192956" y="10931293"/>
                      <a:ext cx="1115525" cy="486848"/>
                    </a:xfrm>
                    <a:prstGeom prst="triangl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71" name="Straight Connector 170">
                      <a:extLst>
                        <a:ext uri="{FF2B5EF4-FFF2-40B4-BE49-F238E27FC236}">
                          <a16:creationId xmlns:a16="http://schemas.microsoft.com/office/drawing/2014/main" id="{D835E90E-F753-BA42-11D7-178FDF7733C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0506075" y="10810875"/>
                      <a:ext cx="161925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2" name="Straight Connector 171">
                      <a:extLst>
                        <a:ext uri="{FF2B5EF4-FFF2-40B4-BE49-F238E27FC236}">
                          <a16:creationId xmlns:a16="http://schemas.microsoft.com/office/drawing/2014/main" id="{56630043-9E72-B3A2-604D-1177E427F1C0}"/>
                        </a:ext>
                      </a:extLst>
                    </p:cNvPr>
                    <p:cNvCxnSpPr>
                      <a:endCxn id="170" idx="1"/>
                    </p:cNvCxnSpPr>
                    <p:nvPr/>
                  </p:nvCxnSpPr>
                  <p:spPr>
                    <a:xfrm flipV="1">
                      <a:off x="10507294" y="10895836"/>
                      <a:ext cx="243425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" name="Straight Connector 172">
                      <a:extLst>
                        <a:ext uri="{FF2B5EF4-FFF2-40B4-BE49-F238E27FC236}">
                          <a16:creationId xmlns:a16="http://schemas.microsoft.com/office/drawing/2014/main" id="{23081725-3511-109E-C5AF-BE4CCCCDD2C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07293" y="10991086"/>
                      <a:ext cx="327395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4" name="Straight Connector 173">
                      <a:extLst>
                        <a:ext uri="{FF2B5EF4-FFF2-40B4-BE49-F238E27FC236}">
                          <a16:creationId xmlns:a16="http://schemas.microsoft.com/office/drawing/2014/main" id="{16BCF384-1E55-72F9-96AA-031B9453779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07292" y="11086336"/>
                      <a:ext cx="398833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5" name="Straight Connector 174">
                      <a:extLst>
                        <a:ext uri="{FF2B5EF4-FFF2-40B4-BE49-F238E27FC236}">
                          <a16:creationId xmlns:a16="http://schemas.microsoft.com/office/drawing/2014/main" id="{234B8740-B978-878A-4CC3-047F954BCA56}"/>
                        </a:ext>
                      </a:extLst>
                    </p:cNvPr>
                    <p:cNvCxnSpPr>
                      <a:cxnSpLocks/>
                      <a:endCxn id="170" idx="0"/>
                    </p:cNvCxnSpPr>
                    <p:nvPr/>
                  </p:nvCxnSpPr>
                  <p:spPr>
                    <a:xfrm flipV="1">
                      <a:off x="10507291" y="11174718"/>
                      <a:ext cx="486852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" name="Straight Connector 175">
                      <a:extLst>
                        <a:ext uri="{FF2B5EF4-FFF2-40B4-BE49-F238E27FC236}">
                          <a16:creationId xmlns:a16="http://schemas.microsoft.com/office/drawing/2014/main" id="{7A05B65F-AB74-0232-CE3E-8D4CEA1F81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12047" y="11262551"/>
                      <a:ext cx="398833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" name="Straight Connector 176">
                      <a:extLst>
                        <a:ext uri="{FF2B5EF4-FFF2-40B4-BE49-F238E27FC236}">
                          <a16:creationId xmlns:a16="http://schemas.microsoft.com/office/drawing/2014/main" id="{81420D26-8E3D-7230-8C3F-26CF04FBFC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07291" y="11357800"/>
                      <a:ext cx="327397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8" name="Straight Connector 177">
                      <a:extLst>
                        <a:ext uri="{FF2B5EF4-FFF2-40B4-BE49-F238E27FC236}">
                          <a16:creationId xmlns:a16="http://schemas.microsoft.com/office/drawing/2014/main" id="{B29635C9-8033-CAC8-21D7-B54DEE531BF7}"/>
                        </a:ext>
                      </a:extLst>
                    </p:cNvPr>
                    <p:cNvCxnSpPr>
                      <a:cxnSpLocks/>
                      <a:endCxn id="170" idx="5"/>
                    </p:cNvCxnSpPr>
                    <p:nvPr/>
                  </p:nvCxnSpPr>
                  <p:spPr>
                    <a:xfrm>
                      <a:off x="10507291" y="11448288"/>
                      <a:ext cx="243428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" name="Straight Connector 178">
                      <a:extLst>
                        <a:ext uri="{FF2B5EF4-FFF2-40B4-BE49-F238E27FC236}">
                          <a16:creationId xmlns:a16="http://schemas.microsoft.com/office/drawing/2014/main" id="{D3DE4AA9-B036-A994-762F-F24B232ABBA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12526" y="11529249"/>
                      <a:ext cx="166265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" name="Straight Connector 179">
                      <a:extLst>
                        <a:ext uri="{FF2B5EF4-FFF2-40B4-BE49-F238E27FC236}">
                          <a16:creationId xmlns:a16="http://schemas.microsoft.com/office/drawing/2014/main" id="{F80DCCDF-50E1-E2E6-3CCA-ACF22DB5554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10693" y="11610209"/>
                      <a:ext cx="103237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" name="Straight Connector 180">
                      <a:extLst>
                        <a:ext uri="{FF2B5EF4-FFF2-40B4-BE49-F238E27FC236}">
                          <a16:creationId xmlns:a16="http://schemas.microsoft.com/office/drawing/2014/main" id="{9B67A28D-C944-F569-D6BC-DCDFCFD1BD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05922" y="10729135"/>
                      <a:ext cx="103237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38" name="Connector: Curved 137">
                  <a:extLst>
                    <a:ext uri="{FF2B5EF4-FFF2-40B4-BE49-F238E27FC236}">
                      <a16:creationId xmlns:a16="http://schemas.microsoft.com/office/drawing/2014/main" id="{77C5B72D-B038-3780-A343-92F05F2D04B8}"/>
                    </a:ext>
                  </a:extLst>
                </p:cNvPr>
                <p:cNvCxnSpPr>
                  <a:stCxn id="123" idx="5"/>
                  <a:endCxn id="199" idx="0"/>
                </p:cNvCxnSpPr>
                <p:nvPr/>
              </p:nvCxnSpPr>
              <p:spPr>
                <a:xfrm>
                  <a:off x="7355597" y="8405333"/>
                  <a:ext cx="282272" cy="438226"/>
                </a:xfrm>
                <a:prstGeom prst="curvedConnector2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Connector: Curved 138">
                  <a:extLst>
                    <a:ext uri="{FF2B5EF4-FFF2-40B4-BE49-F238E27FC236}">
                      <a16:creationId xmlns:a16="http://schemas.microsoft.com/office/drawing/2014/main" id="{4D4A685E-C356-0D18-AAD8-0B9205BDB5C2}"/>
                    </a:ext>
                  </a:extLst>
                </p:cNvPr>
                <p:cNvCxnSpPr>
                  <a:stCxn id="124" idx="5"/>
                  <a:endCxn id="199" idx="4"/>
                </p:cNvCxnSpPr>
                <p:nvPr/>
              </p:nvCxnSpPr>
              <p:spPr>
                <a:xfrm flipV="1">
                  <a:off x="7351536" y="9072159"/>
                  <a:ext cx="286333" cy="455093"/>
                </a:xfrm>
                <a:prstGeom prst="curvedConnector2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869D42FC-A2E7-28C2-5D84-D64A35E2CC15}"/>
                    </a:ext>
                  </a:extLst>
                </p:cNvPr>
                <p:cNvCxnSpPr>
                  <a:cxnSpLocks/>
                  <a:stCxn id="199" idx="6"/>
                  <a:endCxn id="197" idx="2"/>
                </p:cNvCxnSpPr>
                <p:nvPr/>
              </p:nvCxnSpPr>
              <p:spPr>
                <a:xfrm>
                  <a:off x="7752169" y="8957859"/>
                  <a:ext cx="19955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89021C2D-ECFD-60C4-BC6A-CC6B9787DEFE}"/>
                    </a:ext>
                  </a:extLst>
                </p:cNvPr>
                <p:cNvCxnSpPr>
                  <a:stCxn id="129" idx="2"/>
                  <a:endCxn id="195" idx="2"/>
                </p:cNvCxnSpPr>
                <p:nvPr/>
              </p:nvCxnSpPr>
              <p:spPr>
                <a:xfrm flipV="1">
                  <a:off x="8164133" y="8973282"/>
                  <a:ext cx="179491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Connector: Elbow 158">
                  <a:extLst>
                    <a:ext uri="{FF2B5EF4-FFF2-40B4-BE49-F238E27FC236}">
                      <a16:creationId xmlns:a16="http://schemas.microsoft.com/office/drawing/2014/main" id="{CC5EBF3D-B882-1076-D89A-D26E7B7AD9DC}"/>
                    </a:ext>
                  </a:extLst>
                </p:cNvPr>
                <p:cNvCxnSpPr>
                  <a:cxnSpLocks/>
                  <a:endCxn id="195" idx="4"/>
                </p:cNvCxnSpPr>
                <p:nvPr/>
              </p:nvCxnSpPr>
              <p:spPr>
                <a:xfrm flipV="1">
                  <a:off x="2245713" y="9087582"/>
                  <a:ext cx="6212212" cy="1405885"/>
                </a:xfrm>
                <a:prstGeom prst="bentConnector2">
                  <a:avLst/>
                </a:prstGeom>
                <a:ln>
                  <a:prstDash val="dashDot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F06240CD-8EDA-1290-6833-E179E5D699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45713" y="9060627"/>
                  <a:ext cx="0" cy="1432840"/>
                </a:xfrm>
                <a:prstGeom prst="line">
                  <a:avLst/>
                </a:prstGeom>
                <a:ln>
                  <a:prstDash val="dash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E21B8BA2-05F4-085E-8ADA-D385282529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01263" y="9060627"/>
                  <a:ext cx="0" cy="1489990"/>
                </a:xfrm>
                <a:prstGeom prst="line">
                  <a:avLst/>
                </a:prstGeom>
                <a:ln>
                  <a:solidFill>
                    <a:srgbClr val="7030A0"/>
                  </a:solidFill>
                  <a:prstDash val="dash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43" name="Picture 142" descr="A diagram of a block diagram&#10;&#10;AI-generated content may be incorrect.">
                <a:extLst>
                  <a:ext uri="{FF2B5EF4-FFF2-40B4-BE49-F238E27FC236}">
                    <a16:creationId xmlns:a16="http://schemas.microsoft.com/office/drawing/2014/main" id="{1BF4B642-8AA7-9C00-91CC-F40B8413A8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91070" y="7867970"/>
                <a:ext cx="1625762" cy="2583727"/>
              </a:xfrm>
              <a:prstGeom prst="rect">
                <a:avLst/>
              </a:prstGeom>
            </p:spPr>
          </p:pic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AAE2D956-5A10-B2A8-B56D-631BF5BF0A0C}"/>
                  </a:ext>
                </a:extLst>
              </p:cNvPr>
              <p:cNvSpPr txBox="1"/>
              <p:nvPr/>
            </p:nvSpPr>
            <p:spPr>
              <a:xfrm>
                <a:off x="10239004" y="7429612"/>
                <a:ext cx="110799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pooling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H×W×1</a:t>
                </a: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3B1DC1CF-1944-069C-4332-758B0DADAF3E}"/>
                  </a:ext>
                </a:extLst>
              </p:cNvPr>
              <p:cNvSpPr txBox="1"/>
              <p:nvPr/>
            </p:nvSpPr>
            <p:spPr>
              <a:xfrm>
                <a:off x="9811385" y="10399703"/>
                <a:ext cx="18473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Avg pooling H×W×1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205E74DF-0D8E-AF3D-3262-C5AA82A31D5D}"/>
                  </a:ext>
                </a:extLst>
              </p:cNvPr>
              <p:cNvSpPr txBox="1"/>
              <p:nvPr/>
            </p:nvSpPr>
            <p:spPr>
              <a:xfrm>
                <a:off x="11038547" y="7924912"/>
                <a:ext cx="122341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Concatenation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H×W×2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C00EC4F5-CB87-08DE-8F49-14EF0E4CED43}"/>
                  </a:ext>
                </a:extLst>
              </p:cNvPr>
              <p:cNvSpPr txBox="1"/>
              <p:nvPr/>
            </p:nvSpPr>
            <p:spPr>
              <a:xfrm>
                <a:off x="11775241" y="8735993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7×7</a:t>
                </a:r>
              </a:p>
            </p:txBody>
          </p:sp>
          <p:cxnSp>
            <p:nvCxnSpPr>
              <p:cNvPr id="148" name="Straight Arrow Connector 147">
                <a:extLst>
                  <a:ext uri="{FF2B5EF4-FFF2-40B4-BE49-F238E27FC236}">
                    <a16:creationId xmlns:a16="http://schemas.microsoft.com/office/drawing/2014/main" id="{6EA91D0F-3C33-4821-1E1C-FCA4F7FD01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85868" y="8984655"/>
                <a:ext cx="537896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49" name="Picture 148" descr="A diagram of a block diagram&#10;&#10;AI-generated content may be incorrect.">
                <a:extLst>
                  <a:ext uri="{FF2B5EF4-FFF2-40B4-BE49-F238E27FC236}">
                    <a16:creationId xmlns:a16="http://schemas.microsoft.com/office/drawing/2014/main" id="{3312710D-66B9-042F-A689-BA82016B80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394" t="23359" r="18920" b="51894"/>
              <a:stretch/>
            </p:blipFill>
            <p:spPr>
              <a:xfrm>
                <a:off x="12365132" y="8286949"/>
                <a:ext cx="352424" cy="1395413"/>
              </a:xfrm>
              <a:prstGeom prst="rect">
                <a:avLst/>
              </a:prstGeom>
            </p:spPr>
          </p:pic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0B6E610D-AEDF-D1D2-FF67-12197049B1D4}"/>
                  </a:ext>
                </a:extLst>
              </p:cNvPr>
              <p:cNvGrpSpPr/>
              <p:nvPr/>
            </p:nvGrpSpPr>
            <p:grpSpPr>
              <a:xfrm rot="20705433">
                <a:off x="12889883" y="8873218"/>
                <a:ext cx="228601" cy="228600"/>
                <a:chOff x="8626337" y="8656120"/>
                <a:chExt cx="228601" cy="228600"/>
              </a:xfrm>
            </p:grpSpPr>
            <p:cxnSp>
              <p:nvCxnSpPr>
                <p:cNvPr id="166" name="Connector: Curved 165">
                  <a:extLst>
                    <a:ext uri="{FF2B5EF4-FFF2-40B4-BE49-F238E27FC236}">
                      <a16:creationId xmlns:a16="http://schemas.microsoft.com/office/drawing/2014/main" id="{174E3AE2-2E3A-D34F-40CF-4D52C56505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655782" y="8693554"/>
                  <a:ext cx="169256" cy="153733"/>
                </a:xfrm>
                <a:prstGeom prst="curvedConnector3">
                  <a:avLst>
                    <a:gd name="adj1" fmla="val 50000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0DD0017A-73F1-0404-D0C4-7186251FAFCA}"/>
                    </a:ext>
                  </a:extLst>
                </p:cNvPr>
                <p:cNvSpPr/>
                <p:nvPr/>
              </p:nvSpPr>
              <p:spPr>
                <a:xfrm>
                  <a:off x="8626337" y="8656120"/>
                  <a:ext cx="228601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69BB995B-0C13-50B4-EFB6-3C797A583C78}"/>
                  </a:ext>
                </a:extLst>
              </p:cNvPr>
              <p:cNvSpPr txBox="1"/>
              <p:nvPr/>
            </p:nvSpPr>
            <p:spPr>
              <a:xfrm>
                <a:off x="13013773" y="8672604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dirty="0"/>
              </a:p>
            </p:txBody>
          </p: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4DCCA8FD-26A5-8CCB-6810-4C2C15A86097}"/>
                  </a:ext>
                </a:extLst>
              </p:cNvPr>
              <p:cNvGrpSpPr/>
              <p:nvPr/>
            </p:nvGrpSpPr>
            <p:grpSpPr>
              <a:xfrm>
                <a:off x="13285630" y="8855496"/>
                <a:ext cx="230190" cy="236033"/>
                <a:chOff x="13004673" y="6375891"/>
                <a:chExt cx="247005" cy="236033"/>
              </a:xfrm>
            </p:grpSpPr>
            <p:sp>
              <p:nvSpPr>
                <p:cNvPr id="164" name="Cross 163">
                  <a:extLst>
                    <a:ext uri="{FF2B5EF4-FFF2-40B4-BE49-F238E27FC236}">
                      <a16:creationId xmlns:a16="http://schemas.microsoft.com/office/drawing/2014/main" id="{D2B52F40-9950-8A19-306B-CEE4F5787052}"/>
                    </a:ext>
                  </a:extLst>
                </p:cNvPr>
                <p:cNvSpPr/>
                <p:nvPr/>
              </p:nvSpPr>
              <p:spPr>
                <a:xfrm rot="2759110">
                  <a:off x="13014728" y="6374974"/>
                  <a:ext cx="228601" cy="245299"/>
                </a:xfrm>
                <a:prstGeom prst="plus">
                  <a:avLst>
                    <a:gd name="adj" fmla="val 42361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06B2CC8C-1AE9-5CCE-7067-53A92C5B8D19}"/>
                    </a:ext>
                  </a:extLst>
                </p:cNvPr>
                <p:cNvSpPr/>
                <p:nvPr/>
              </p:nvSpPr>
              <p:spPr>
                <a:xfrm>
                  <a:off x="13004673" y="6375891"/>
                  <a:ext cx="245300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153" name="Straight Arrow Connector 152">
                <a:extLst>
                  <a:ext uri="{FF2B5EF4-FFF2-40B4-BE49-F238E27FC236}">
                    <a16:creationId xmlns:a16="http://schemas.microsoft.com/office/drawing/2014/main" id="{F7B4CDF2-4073-F9BE-3A5D-9C5BD95CA0BE}"/>
                  </a:ext>
                </a:extLst>
              </p:cNvPr>
              <p:cNvCxnSpPr>
                <a:cxnSpLocks/>
                <a:endCxn id="167" idx="2"/>
              </p:cNvCxnSpPr>
              <p:nvPr/>
            </p:nvCxnSpPr>
            <p:spPr>
              <a:xfrm>
                <a:off x="12694175" y="8973423"/>
                <a:ext cx="19955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Arrow Connector 153">
                <a:extLst>
                  <a:ext uri="{FF2B5EF4-FFF2-40B4-BE49-F238E27FC236}">
                    <a16:creationId xmlns:a16="http://schemas.microsoft.com/office/drawing/2014/main" id="{204F030F-A73C-D5C6-9E67-B8EBBE67B2B7}"/>
                  </a:ext>
                </a:extLst>
              </p:cNvPr>
              <p:cNvCxnSpPr>
                <a:stCxn id="151" idx="2"/>
                <a:endCxn id="165" idx="2"/>
              </p:cNvCxnSpPr>
              <p:nvPr/>
            </p:nvCxnSpPr>
            <p:spPr>
              <a:xfrm flipV="1">
                <a:off x="13106139" y="8969796"/>
                <a:ext cx="17949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F6926C53-E6A3-E842-7A90-20281ABABAD4}"/>
                  </a:ext>
                </a:extLst>
              </p:cNvPr>
              <p:cNvSpPr txBox="1"/>
              <p:nvPr/>
            </p:nvSpPr>
            <p:spPr>
              <a:xfrm rot="16200000">
                <a:off x="12626927" y="8357568"/>
                <a:ext cx="7761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H×W×1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4A41BD91-068E-EB80-9173-06A7E96A2DD2}"/>
                  </a:ext>
                </a:extLst>
              </p:cNvPr>
              <p:cNvSpPr txBox="1"/>
              <p:nvPr/>
            </p:nvSpPr>
            <p:spPr>
              <a:xfrm>
                <a:off x="11803575" y="9576917"/>
                <a:ext cx="14045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Convolutional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H×W×1 </a:t>
                </a:r>
              </a:p>
            </p:txBody>
          </p:sp>
          <p:cxnSp>
            <p:nvCxnSpPr>
              <p:cNvPr id="158" name="Straight Arrow Connector 157">
                <a:extLst>
                  <a:ext uri="{FF2B5EF4-FFF2-40B4-BE49-F238E27FC236}">
                    <a16:creationId xmlns:a16="http://schemas.microsoft.com/office/drawing/2014/main" id="{F03AB8AC-80D5-F5D0-2181-760457B7770B}"/>
                  </a:ext>
                </a:extLst>
              </p:cNvPr>
              <p:cNvCxnSpPr/>
              <p:nvPr/>
            </p:nvCxnSpPr>
            <p:spPr>
              <a:xfrm>
                <a:off x="9975848" y="8855501"/>
                <a:ext cx="24634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C66B5E32-AC63-2861-581F-0E8055D1A2D0}"/>
                  </a:ext>
                </a:extLst>
              </p:cNvPr>
              <p:cNvSpPr txBox="1"/>
              <p:nvPr/>
            </p:nvSpPr>
            <p:spPr>
              <a:xfrm rot="16200000">
                <a:off x="12992698" y="8357568"/>
                <a:ext cx="80663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H×W×C</a:t>
                </a:r>
              </a:p>
            </p:txBody>
          </p:sp>
          <p:cxnSp>
            <p:nvCxnSpPr>
              <p:cNvPr id="304" name="Connector: Elbow 303">
                <a:extLst>
                  <a:ext uri="{FF2B5EF4-FFF2-40B4-BE49-F238E27FC236}">
                    <a16:creationId xmlns:a16="http://schemas.microsoft.com/office/drawing/2014/main" id="{0841F13C-E072-706A-85C4-E0A1B5B5F5E1}"/>
                  </a:ext>
                </a:extLst>
              </p:cNvPr>
              <p:cNvCxnSpPr>
                <a:cxnSpLocks/>
                <a:endCxn id="165" idx="4"/>
              </p:cNvCxnSpPr>
              <p:nvPr/>
            </p:nvCxnSpPr>
            <p:spPr>
              <a:xfrm flipV="1">
                <a:off x="3578551" y="9084096"/>
                <a:ext cx="9821380" cy="1354737"/>
              </a:xfrm>
              <a:prstGeom prst="bentConnector2">
                <a:avLst/>
              </a:prstGeom>
              <a:ln>
                <a:solidFill>
                  <a:schemeClr val="accent3">
                    <a:lumMod val="75000"/>
                  </a:schemeClr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8" name="Connector: Elbow 307">
              <a:extLst>
                <a:ext uri="{FF2B5EF4-FFF2-40B4-BE49-F238E27FC236}">
                  <a16:creationId xmlns:a16="http://schemas.microsoft.com/office/drawing/2014/main" id="{59404E47-B131-C48E-D75A-4E1DFF2EB9C9}"/>
                </a:ext>
              </a:extLst>
            </p:cNvPr>
            <p:cNvCxnSpPr>
              <a:cxnSpLocks/>
              <a:stCxn id="91" idx="2"/>
            </p:cNvCxnSpPr>
            <p:nvPr/>
          </p:nvCxnSpPr>
          <p:spPr>
            <a:xfrm rot="10800000" flipV="1">
              <a:off x="4912171" y="5046974"/>
              <a:ext cx="214642" cy="3506475"/>
            </a:xfrm>
            <a:prstGeom prst="bentConnector4">
              <a:avLst>
                <a:gd name="adj1" fmla="val 319509"/>
                <a:gd name="adj2" fmla="val 9987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0" name="Rectangle: Rounded Corners 319">
              <a:extLst>
                <a:ext uri="{FF2B5EF4-FFF2-40B4-BE49-F238E27FC236}">
                  <a16:creationId xmlns:a16="http://schemas.microsoft.com/office/drawing/2014/main" id="{1CC58D73-0996-5E4F-B3F3-5022111B75AC}"/>
                </a:ext>
              </a:extLst>
            </p:cNvPr>
            <p:cNvSpPr/>
            <p:nvPr/>
          </p:nvSpPr>
          <p:spPr>
            <a:xfrm>
              <a:off x="4686300" y="7106188"/>
              <a:ext cx="9791699" cy="3684114"/>
            </a:xfrm>
            <a:prstGeom prst="roundRect">
              <a:avLst/>
            </a:prstGeom>
            <a:noFill/>
            <a:ln>
              <a:solidFill>
                <a:srgbClr val="00B050"/>
              </a:solidFill>
              <a:prstDash val="lg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973A54AE-99DD-027F-3E16-96CDD5ACF2CF}"/>
                </a:ext>
              </a:extLst>
            </p:cNvPr>
            <p:cNvSpPr txBox="1"/>
            <p:nvPr/>
          </p:nvSpPr>
          <p:spPr>
            <a:xfrm rot="5400000">
              <a:off x="13988281" y="8789369"/>
              <a:ext cx="13179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CBAM Layer</a:t>
              </a:r>
            </a:p>
          </p:txBody>
        </p:sp>
        <p:cxnSp>
          <p:nvCxnSpPr>
            <p:cNvPr id="323" name="Connector: Elbow 322">
              <a:extLst>
                <a:ext uri="{FF2B5EF4-FFF2-40B4-BE49-F238E27FC236}">
                  <a16:creationId xmlns:a16="http://schemas.microsoft.com/office/drawing/2014/main" id="{987D0B42-7A2E-9EBC-F74B-9C4B4836F33E}"/>
                </a:ext>
              </a:extLst>
            </p:cNvPr>
            <p:cNvCxnSpPr>
              <a:stCxn id="165" idx="7"/>
              <a:endCxn id="52" idx="2"/>
            </p:cNvCxnSpPr>
            <p:nvPr/>
          </p:nvCxnSpPr>
          <p:spPr>
            <a:xfrm rot="16200000" flipH="1" flipV="1">
              <a:off x="12108006" y="10217513"/>
              <a:ext cx="3923178" cy="516726"/>
            </a:xfrm>
            <a:prstGeom prst="bentConnector4">
              <a:avLst>
                <a:gd name="adj1" fmla="val 1829"/>
                <a:gd name="adj2" fmla="val -122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97A359B0-29C3-EBC7-A8C4-1E983FC06EBC}"/>
                </a:ext>
              </a:extLst>
            </p:cNvPr>
            <p:cNvSpPr txBox="1"/>
            <p:nvPr/>
          </p:nvSpPr>
          <p:spPr>
            <a:xfrm rot="5400000">
              <a:off x="13284089" y="12185758"/>
              <a:ext cx="27263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Fully Connected Layer</a:t>
              </a:r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69C262B5-8315-00F4-5EEA-BE95DA5CC5A7}"/>
                </a:ext>
              </a:extLst>
            </p:cNvPr>
            <p:cNvSpPr txBox="1"/>
            <p:nvPr/>
          </p:nvSpPr>
          <p:spPr>
            <a:xfrm rot="16200000">
              <a:off x="3606246" y="2159386"/>
              <a:ext cx="16273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Preprocessed Image</a:t>
              </a:r>
            </a:p>
          </p:txBody>
        </p:sp>
      </p:grp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7950DB5-103B-7B64-0037-0F35A6D354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4306965"/>
              </p:ext>
            </p:extLst>
          </p:nvPr>
        </p:nvGraphicFramePr>
        <p:xfrm>
          <a:off x="5746" y="15453624"/>
          <a:ext cx="14530774" cy="4225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4C5D114-AD29-80BD-7766-611ABBC21DB5}"/>
              </a:ext>
            </a:extLst>
          </p:cNvPr>
          <p:cNvGrpSpPr/>
          <p:nvPr/>
        </p:nvGrpSpPr>
        <p:grpSpPr>
          <a:xfrm rot="5400000">
            <a:off x="11740043" y="6328031"/>
            <a:ext cx="14530788" cy="4956429"/>
            <a:chOff x="4164606" y="9166475"/>
            <a:chExt cx="14530788" cy="4956429"/>
          </a:xfrm>
        </p:grpSpPr>
        <p:pic>
          <p:nvPicPr>
            <p:cNvPr id="4" name="Picture 3" descr="A close-up of a computer screen&#10;&#10;AI-generated content may be incorrect.">
              <a:extLst>
                <a:ext uri="{FF2B5EF4-FFF2-40B4-BE49-F238E27FC236}">
                  <a16:creationId xmlns:a16="http://schemas.microsoft.com/office/drawing/2014/main" id="{22C54CA3-471D-F33C-5C81-B30C2A4B6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4606" y="9166475"/>
              <a:ext cx="14530788" cy="4236761"/>
            </a:xfrm>
            <a:prstGeom prst="rect">
              <a:avLst/>
            </a:prstGeom>
          </p:spPr>
        </p:pic>
        <p:sp>
          <p:nvSpPr>
            <p:cNvPr id="3" name="Arrow: Curved Right 2">
              <a:extLst>
                <a:ext uri="{FF2B5EF4-FFF2-40B4-BE49-F238E27FC236}">
                  <a16:creationId xmlns:a16="http://schemas.microsoft.com/office/drawing/2014/main" id="{70E9B6C9-A5F7-0E85-EA7C-DD68785D0154}"/>
                </a:ext>
              </a:extLst>
            </p:cNvPr>
            <p:cNvSpPr/>
            <p:nvPr/>
          </p:nvSpPr>
          <p:spPr>
            <a:xfrm rot="16200000">
              <a:off x="9534271" y="10163427"/>
              <a:ext cx="707874" cy="7211080"/>
            </a:xfrm>
            <a:prstGeom prst="curvedRightArrow">
              <a:avLst>
                <a:gd name="adj1" fmla="val 0"/>
                <a:gd name="adj2" fmla="val 21234"/>
                <a:gd name="adj3" fmla="val 1196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CCC5185-9F47-3755-4162-83F04C05BB28}"/>
                </a:ext>
              </a:extLst>
            </p:cNvPr>
            <p:cNvCxnSpPr/>
            <p:nvPr/>
          </p:nvCxnSpPr>
          <p:spPr>
            <a:xfrm>
              <a:off x="9966960" y="11285220"/>
              <a:ext cx="0" cy="655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4621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519</TotalTime>
  <Words>353</Words>
  <Application>Microsoft Office PowerPoint</Application>
  <PresentationFormat>Custom</PresentationFormat>
  <Paragraphs>142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FAYSAL AHMMED</dc:creator>
  <cp:lastModifiedBy>FAYSAL AHMMED</cp:lastModifiedBy>
  <cp:revision>15</cp:revision>
  <dcterms:created xsi:type="dcterms:W3CDTF">2025-06-02T10:27:45Z</dcterms:created>
  <dcterms:modified xsi:type="dcterms:W3CDTF">2025-11-01T15:45:31Z</dcterms:modified>
</cp:coreProperties>
</file>